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0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3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24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8" r:id="rId1"/>
  </p:sldMasterIdLst>
  <p:notesMasterIdLst>
    <p:notesMasterId r:id="rId46"/>
  </p:notesMasterIdLst>
  <p:handoutMasterIdLst>
    <p:handoutMasterId r:id="rId47"/>
  </p:handoutMasterIdLst>
  <p:sldIdLst>
    <p:sldId id="1680" r:id="rId2"/>
    <p:sldId id="1689" r:id="rId3"/>
    <p:sldId id="1661" r:id="rId4"/>
    <p:sldId id="1657" r:id="rId5"/>
    <p:sldId id="1658" r:id="rId6"/>
    <p:sldId id="1683" r:id="rId7"/>
    <p:sldId id="1684" r:id="rId8"/>
    <p:sldId id="1685" r:id="rId9"/>
    <p:sldId id="1721" r:id="rId10"/>
    <p:sldId id="1687" r:id="rId11"/>
    <p:sldId id="1688" r:id="rId12"/>
    <p:sldId id="1710" r:id="rId13"/>
    <p:sldId id="1722" r:id="rId14"/>
    <p:sldId id="1725" r:id="rId15"/>
    <p:sldId id="1716" r:id="rId16"/>
    <p:sldId id="1724" r:id="rId17"/>
    <p:sldId id="1700" r:id="rId18"/>
    <p:sldId id="1708" r:id="rId19"/>
    <p:sldId id="1711" r:id="rId20"/>
    <p:sldId id="1713" r:id="rId21"/>
    <p:sldId id="1719" r:id="rId22"/>
    <p:sldId id="1720" r:id="rId23"/>
    <p:sldId id="1714" r:id="rId24"/>
    <p:sldId id="1715" r:id="rId25"/>
    <p:sldId id="1690" r:id="rId26"/>
    <p:sldId id="1659" r:id="rId27"/>
    <p:sldId id="1664" r:id="rId28"/>
    <p:sldId id="1665" r:id="rId29"/>
    <p:sldId id="1705" r:id="rId30"/>
    <p:sldId id="1693" r:id="rId31"/>
    <p:sldId id="1696" r:id="rId32"/>
    <p:sldId id="1697" r:id="rId33"/>
    <p:sldId id="1694" r:id="rId34"/>
    <p:sldId id="1706" r:id="rId35"/>
    <p:sldId id="1704" r:id="rId36"/>
    <p:sldId id="1703" r:id="rId37"/>
    <p:sldId id="1698" r:id="rId38"/>
    <p:sldId id="1699" r:id="rId39"/>
    <p:sldId id="1701" r:id="rId40"/>
    <p:sldId id="1702" r:id="rId41"/>
    <p:sldId id="1692" r:id="rId42"/>
    <p:sldId id="1691" r:id="rId43"/>
    <p:sldId id="1681" r:id="rId44"/>
    <p:sldId id="1673" r:id="rId4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5019FF5D-3ACE-404B-9631-779E3BADF231}">
          <p14:sldIdLst>
            <p14:sldId id="1680"/>
            <p14:sldId id="1689"/>
            <p14:sldId id="1661"/>
            <p14:sldId id="1657"/>
            <p14:sldId id="1658"/>
            <p14:sldId id="1683"/>
            <p14:sldId id="1684"/>
            <p14:sldId id="1685"/>
            <p14:sldId id="1721"/>
            <p14:sldId id="1687"/>
            <p14:sldId id="1688"/>
            <p14:sldId id="1710"/>
            <p14:sldId id="1722"/>
            <p14:sldId id="1725"/>
            <p14:sldId id="1716"/>
            <p14:sldId id="1724"/>
            <p14:sldId id="1700"/>
            <p14:sldId id="1708"/>
            <p14:sldId id="1711"/>
            <p14:sldId id="1713"/>
            <p14:sldId id="1719"/>
            <p14:sldId id="1720"/>
            <p14:sldId id="1714"/>
            <p14:sldId id="1715"/>
            <p14:sldId id="1690"/>
            <p14:sldId id="1659"/>
            <p14:sldId id="1664"/>
            <p14:sldId id="1665"/>
            <p14:sldId id="1705"/>
            <p14:sldId id="1693"/>
            <p14:sldId id="1696"/>
            <p14:sldId id="1697"/>
            <p14:sldId id="1694"/>
            <p14:sldId id="1706"/>
            <p14:sldId id="1704"/>
            <p14:sldId id="1703"/>
            <p14:sldId id="1698"/>
            <p14:sldId id="1699"/>
            <p14:sldId id="1701"/>
            <p14:sldId id="1702"/>
            <p14:sldId id="1692"/>
            <p14:sldId id="1691"/>
            <p14:sldId id="1681"/>
            <p14:sldId id="167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665" userDrawn="1">
          <p15:clr>
            <a:srgbClr val="A4A3A4"/>
          </p15:clr>
        </p15:guide>
        <p15:guide id="4" orient="horz" pos="1207" userDrawn="1">
          <p15:clr>
            <a:srgbClr val="A4A3A4"/>
          </p15:clr>
        </p15:guide>
        <p15:guide id="5" orient="horz" pos="3067" userDrawn="1">
          <p15:clr>
            <a:srgbClr val="A4A3A4"/>
          </p15:clr>
        </p15:guide>
        <p15:guide id="6" pos="7015" userDrawn="1">
          <p15:clr>
            <a:srgbClr val="A4A3A4"/>
          </p15:clr>
        </p15:guide>
        <p15:guide id="7" pos="75" userDrawn="1">
          <p15:clr>
            <a:srgbClr val="A4A3A4"/>
          </p15:clr>
        </p15:guide>
        <p15:guide id="8" pos="7605" userDrawn="1">
          <p15:clr>
            <a:srgbClr val="A4A3A4"/>
          </p15:clr>
        </p15:guide>
        <p15:guide id="9" orient="horz" pos="66" userDrawn="1">
          <p15:clr>
            <a:srgbClr val="A4A3A4"/>
          </p15:clr>
        </p15:guide>
        <p15:guide id="10" orient="horz" pos="4247" userDrawn="1">
          <p15:clr>
            <a:srgbClr val="A4A3A4"/>
          </p15:clr>
        </p15:guide>
        <p15:guide id="11" pos="234" userDrawn="1">
          <p15:clr>
            <a:srgbClr val="A4A3A4"/>
          </p15:clr>
        </p15:guide>
        <p15:guide id="13" orient="horz" pos="595" userDrawn="1">
          <p15:clr>
            <a:srgbClr val="A4A3A4"/>
          </p15:clr>
        </p15:guide>
        <p15:guide id="14" orient="horz" pos="4088" userDrawn="1">
          <p15:clr>
            <a:srgbClr val="A4A3A4"/>
          </p15:clr>
        </p15:guide>
        <p15:guide id="15" pos="7446" userDrawn="1">
          <p15:clr>
            <a:srgbClr val="A4A3A4"/>
          </p15:clr>
        </p15:guide>
        <p15:guide id="16" pos="1844" userDrawn="1">
          <p15:clr>
            <a:srgbClr val="A4A3A4"/>
          </p15:clr>
        </p15:guide>
        <p15:guide id="17" orient="horz" pos="7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MOU" lastIdx="1" clrIdx="0">
    <p:extLst>
      <p:ext uri="{19B8F6BF-5375-455C-9EA6-DF929625EA0E}">
        <p15:presenceInfo xmlns:p15="http://schemas.microsoft.com/office/powerpoint/2012/main" userId="Microsoft Office 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DB3"/>
    <a:srgbClr val="FFE9E8"/>
    <a:srgbClr val="DAEFEB"/>
    <a:srgbClr val="E8E8E8"/>
    <a:srgbClr val="DCEAFF"/>
    <a:srgbClr val="FF7E79"/>
    <a:srgbClr val="EEF5FF"/>
    <a:srgbClr val="FCFCFC"/>
    <a:srgbClr val="886BDC"/>
    <a:srgbClr val="941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보통 스타일 4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8A107856-5554-42FB-B03E-39F5DBC370BA}" styleName="보통 스타일 4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보통 스타일 1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보통 스타일 1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2833802-FEF1-4C79-8D5D-14CF1EAF98D9}" styleName="밝은 스타일 2 - 강조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보통 스타일 3 - 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보통 스타일 3 - 강조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테마 스타일 2 - 강조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보통 스타일 3 - 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보통 스타일 4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46F890A9-2807-4EBB-B81D-B2AA78EC7F39}" styleName="어두운 스타일 2 - 강조 5/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밝은 스타일 2 - 강조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EBBBCC-DAD2-459C-BE2E-F6DE35CF9A28}" styleName="어두운 스타일 2 - 강조 3/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밝은 스타일 2 - 강조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2838BEF-8BB2-4498-84A7-C5851F593DF1}" styleName="보통 스타일 4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13" autoAdjust="0"/>
    <p:restoredTop sz="96327" autoAdjust="0"/>
  </p:normalViewPr>
  <p:slideViewPr>
    <p:cSldViewPr snapToGrid="0" snapToObjects="1" showGuides="1">
      <p:cViewPr varScale="1">
        <p:scale>
          <a:sx n="124" d="100"/>
          <a:sy n="124" d="100"/>
        </p:scale>
        <p:origin x="496" y="168"/>
      </p:cViewPr>
      <p:guideLst>
        <p:guide orient="horz" pos="2160"/>
        <p:guide pos="3840"/>
        <p:guide pos="665"/>
        <p:guide orient="horz" pos="1207"/>
        <p:guide orient="horz" pos="3067"/>
        <p:guide pos="7015"/>
        <p:guide pos="75"/>
        <p:guide pos="7605"/>
        <p:guide orient="horz" pos="66"/>
        <p:guide orient="horz" pos="4247"/>
        <p:guide pos="234"/>
        <p:guide orient="horz" pos="595"/>
        <p:guide orient="horz" pos="4088"/>
        <p:guide pos="7446"/>
        <p:guide pos="1844"/>
        <p:guide orient="horz" pos="7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90" d="100"/>
        <a:sy n="90" d="100"/>
      </p:scale>
      <p:origin x="0" y="0"/>
    </p:cViewPr>
  </p:notesTextViewPr>
  <p:notesViewPr>
    <p:cSldViewPr snapToGrid="0" snapToObjects="1" showGuides="1">
      <p:cViewPr varScale="1">
        <p:scale>
          <a:sx n="97" d="100"/>
          <a:sy n="97" d="100"/>
        </p:scale>
        <p:origin x="276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5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5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5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5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5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5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5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NoLn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NoLn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tNode1NoLn">
    <dgm:fillClrLst meth="repeat">
      <a:schemeClr val="lt1">
        <a:tint val="75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NoLn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NoLn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NoLn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dk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BDEBB3-9E6A-0645-9D29-C5A8B0CAB503}" type="doc">
      <dgm:prSet loTypeId="urn:microsoft.com/office/officeart/2005/8/layout/process1" loCatId="" qsTypeId="urn:microsoft.com/office/officeart/2005/8/quickstyle/simple1" qsCatId="simple" csTypeId="urn:microsoft.com/office/officeart/2005/8/colors/accent5_2" csCatId="accent5" phldr="1"/>
      <dgm:spPr/>
    </dgm:pt>
    <dgm:pt modelId="{BBDBEB35-FCD9-A14F-9825-670ECCBE82B5}">
      <dgm:prSet phldrT="[텍스트]"/>
      <dgm:spPr>
        <a:solidFill>
          <a:srgbClr val="876BDC">
            <a:alpha val="40000"/>
          </a:srgbClr>
        </a:solidFill>
      </dgm:spPr>
      <dgm:t>
        <a:bodyPr/>
        <a:lstStyle/>
        <a:p>
          <a:pPr latinLnBrk="1"/>
          <a:r>
            <a:rPr lang="en-US" altLang="ko-KR" dirty="0"/>
            <a:t>HiPPO</a:t>
          </a:r>
          <a:endParaRPr lang="ko-KR" altLang="en-US" dirty="0"/>
        </a:p>
      </dgm:t>
    </dgm:pt>
    <dgm:pt modelId="{9F1EE334-016D-944E-990A-7B428DC2EA04}" type="parTrans" cxnId="{CCE44AD2-D811-EE4B-88A9-4272689229FC}">
      <dgm:prSet/>
      <dgm:spPr/>
      <dgm:t>
        <a:bodyPr/>
        <a:lstStyle/>
        <a:p>
          <a:pPr latinLnBrk="1"/>
          <a:endParaRPr lang="ko-KR" altLang="en-US"/>
        </a:p>
      </dgm:t>
    </dgm:pt>
    <dgm:pt modelId="{39123FF0-A6DE-E44E-A49B-C7E9CED0E8D5}" type="sibTrans" cxnId="{CCE44AD2-D811-EE4B-88A9-4272689229FC}">
      <dgm:prSet/>
      <dgm:spPr>
        <a:solidFill>
          <a:srgbClr val="876BDC">
            <a:alpha val="40000"/>
          </a:srgbClr>
        </a:solidFill>
      </dgm:spPr>
      <dgm:t>
        <a:bodyPr/>
        <a:lstStyle/>
        <a:p>
          <a:pPr latinLnBrk="1"/>
          <a:endParaRPr lang="ko-KR" altLang="en-US"/>
        </a:p>
      </dgm:t>
    </dgm:pt>
    <dgm:pt modelId="{8D156C94-2C9A-A84E-B3F9-E6D8BD24516A}">
      <dgm:prSet phldrT="[텍스트]"/>
      <dgm:spPr>
        <a:solidFill>
          <a:srgbClr val="B462D3">
            <a:alpha val="40000"/>
          </a:srgbClr>
        </a:solidFill>
      </dgm:spPr>
      <dgm:t>
        <a:bodyPr/>
        <a:lstStyle/>
        <a:p>
          <a:pPr latinLnBrk="1"/>
          <a:r>
            <a:rPr lang="en-US" altLang="ko-KR" dirty="0"/>
            <a:t>LSSL</a:t>
          </a:r>
          <a:endParaRPr lang="ko-KR" altLang="en-US" dirty="0"/>
        </a:p>
      </dgm:t>
    </dgm:pt>
    <dgm:pt modelId="{6CFF3008-3285-2A44-8A4B-8DDBFDFC0800}" type="parTrans" cxnId="{50BC4281-CD93-F944-ABEA-E12715F3EE5A}">
      <dgm:prSet/>
      <dgm:spPr/>
      <dgm:t>
        <a:bodyPr/>
        <a:lstStyle/>
        <a:p>
          <a:pPr latinLnBrk="1"/>
          <a:endParaRPr lang="ko-KR" altLang="en-US"/>
        </a:p>
      </dgm:t>
    </dgm:pt>
    <dgm:pt modelId="{7EB9D612-5842-7346-8E50-2F89131AC126}" type="sibTrans" cxnId="{50BC4281-CD93-F944-ABEA-E12715F3EE5A}">
      <dgm:prSet/>
      <dgm:spPr>
        <a:solidFill>
          <a:srgbClr val="B462D3">
            <a:alpha val="40000"/>
          </a:srgbClr>
        </a:solidFill>
      </dgm:spPr>
      <dgm:t>
        <a:bodyPr/>
        <a:lstStyle/>
        <a:p>
          <a:pPr latinLnBrk="1"/>
          <a:endParaRPr lang="ko-KR" altLang="en-US"/>
        </a:p>
      </dgm:t>
    </dgm:pt>
    <dgm:pt modelId="{62F9CB94-376E-E541-816B-518E9876B330}">
      <dgm:prSet phldrT="[텍스트]"/>
      <dgm:spPr>
        <a:solidFill>
          <a:srgbClr val="D753C5">
            <a:alpha val="40000"/>
          </a:srgbClr>
        </a:solidFill>
      </dgm:spPr>
      <dgm:t>
        <a:bodyPr/>
        <a:lstStyle/>
        <a:p>
          <a:pPr latinLnBrk="1"/>
          <a:r>
            <a:rPr lang="en-US" altLang="ko-KR" dirty="0"/>
            <a:t>S4(D)</a:t>
          </a:r>
        </a:p>
      </dgm:t>
    </dgm:pt>
    <dgm:pt modelId="{6AF6F1B4-B693-D44F-84AA-E69DFDF9B8DF}" type="parTrans" cxnId="{2F9BA59B-CC82-064C-A882-EC9217E4D555}">
      <dgm:prSet/>
      <dgm:spPr/>
      <dgm:t>
        <a:bodyPr/>
        <a:lstStyle/>
        <a:p>
          <a:pPr latinLnBrk="1"/>
          <a:endParaRPr lang="ko-KR" altLang="en-US"/>
        </a:p>
      </dgm:t>
    </dgm:pt>
    <dgm:pt modelId="{F5BBB456-CFDB-844B-AA5C-3FCCD81C9856}" type="sibTrans" cxnId="{2F9BA59B-CC82-064C-A882-EC9217E4D555}">
      <dgm:prSet/>
      <dgm:spPr>
        <a:solidFill>
          <a:srgbClr val="D753C5">
            <a:alpha val="40000"/>
          </a:srgbClr>
        </a:solidFill>
      </dgm:spPr>
      <dgm:t>
        <a:bodyPr/>
        <a:lstStyle/>
        <a:p>
          <a:pPr latinLnBrk="1"/>
          <a:endParaRPr lang="ko-KR" altLang="en-US"/>
        </a:p>
      </dgm:t>
    </dgm:pt>
    <dgm:pt modelId="{DCFCE424-9702-9F40-980B-A807985531A1}">
      <dgm:prSet phldrT="[텍스트]"/>
      <dgm:spPr>
        <a:solidFill>
          <a:srgbClr val="EE3FB3">
            <a:alpha val="40000"/>
          </a:srgbClr>
        </a:solidFill>
      </dgm:spPr>
      <dgm:t>
        <a:bodyPr/>
        <a:lstStyle/>
        <a:p>
          <a:pPr latinLnBrk="1"/>
          <a:r>
            <a:rPr lang="en-US" altLang="ko-KR" dirty="0"/>
            <a:t>H3</a:t>
          </a:r>
        </a:p>
      </dgm:t>
    </dgm:pt>
    <dgm:pt modelId="{C99DF920-6980-C643-9675-9C872061F68F}" type="parTrans" cxnId="{0664C01F-0B48-294E-832C-B728683F4A80}">
      <dgm:prSet/>
      <dgm:spPr/>
      <dgm:t>
        <a:bodyPr/>
        <a:lstStyle/>
        <a:p>
          <a:pPr latinLnBrk="1"/>
          <a:endParaRPr lang="ko-KR" altLang="en-US"/>
        </a:p>
      </dgm:t>
    </dgm:pt>
    <dgm:pt modelId="{B4C2AED2-B756-CC48-A8B3-73820150B0B2}" type="sibTrans" cxnId="{0664C01F-0B48-294E-832C-B728683F4A80}">
      <dgm:prSet/>
      <dgm:spPr>
        <a:solidFill>
          <a:srgbClr val="EE3FB3">
            <a:alpha val="40000"/>
          </a:srgbClr>
        </a:solidFill>
      </dgm:spPr>
      <dgm:t>
        <a:bodyPr/>
        <a:lstStyle/>
        <a:p>
          <a:pPr latinLnBrk="1"/>
          <a:endParaRPr lang="ko-KR" altLang="en-US"/>
        </a:p>
      </dgm:t>
    </dgm:pt>
    <dgm:pt modelId="{EEDAD1C3-483F-D340-9065-15BD04ACFC03}">
      <dgm:prSet phldrT="[텍스트]"/>
      <dgm:spPr>
        <a:solidFill>
          <a:schemeClr val="accent5">
            <a:hueOff val="0"/>
            <a:satOff val="0"/>
            <a:lumOff val="0"/>
            <a:alpha val="50000"/>
          </a:schemeClr>
        </a:solidFill>
      </dgm:spPr>
      <dgm:t>
        <a:bodyPr/>
        <a:lstStyle/>
        <a:p>
          <a:pPr latinLnBrk="1"/>
          <a:r>
            <a:rPr lang="en-US" altLang="ko-KR" dirty="0"/>
            <a:t>SSM</a:t>
          </a:r>
          <a:endParaRPr lang="ko-KR" altLang="en-US" dirty="0"/>
        </a:p>
      </dgm:t>
    </dgm:pt>
    <dgm:pt modelId="{E127E2D3-A936-9748-A0D2-DC6F52053C92}" type="parTrans" cxnId="{ED6B5673-A415-9B43-B4EB-07861FFBB090}">
      <dgm:prSet/>
      <dgm:spPr/>
      <dgm:t>
        <a:bodyPr/>
        <a:lstStyle/>
        <a:p>
          <a:pPr latinLnBrk="1"/>
          <a:endParaRPr lang="ko-KR" altLang="en-US"/>
        </a:p>
      </dgm:t>
    </dgm:pt>
    <dgm:pt modelId="{CA8E10A3-16E8-7E4C-85D9-1161CC0D09A3}" type="sibTrans" cxnId="{ED6B5673-A415-9B43-B4EB-07861FFBB090}">
      <dgm:prSet/>
      <dgm:spPr>
        <a:solidFill>
          <a:schemeClr val="accent5">
            <a:alpha val="40000"/>
          </a:schemeClr>
        </a:solidFill>
      </dgm:spPr>
      <dgm:t>
        <a:bodyPr/>
        <a:lstStyle/>
        <a:p>
          <a:pPr latinLnBrk="1"/>
          <a:endParaRPr lang="ko-KR" altLang="en-US"/>
        </a:p>
      </dgm:t>
    </dgm:pt>
    <dgm:pt modelId="{D867AFED-8CC9-964E-8B6D-921429CDE1E3}">
      <dgm:prSet phldrT="[텍스트]"/>
      <dgm:spPr>
        <a:solidFill>
          <a:schemeClr val="accent1">
            <a:alpha val="40000"/>
          </a:schemeClr>
        </a:solidFill>
      </dgm:spPr>
      <dgm:t>
        <a:bodyPr/>
        <a:lstStyle/>
        <a:p>
          <a:pPr latinLnBrk="1"/>
          <a:r>
            <a:rPr lang="en-US" altLang="ko-KR" dirty="0"/>
            <a:t>Mamba</a:t>
          </a:r>
        </a:p>
      </dgm:t>
    </dgm:pt>
    <dgm:pt modelId="{7E35C843-569D-B14D-9A87-5FA33342CDE6}" type="parTrans" cxnId="{46A4C0EE-FCBC-9A47-B1CD-A64326FF2B1B}">
      <dgm:prSet/>
      <dgm:spPr/>
      <dgm:t>
        <a:bodyPr/>
        <a:lstStyle/>
        <a:p>
          <a:pPr latinLnBrk="1"/>
          <a:endParaRPr lang="ko-KR" altLang="en-US"/>
        </a:p>
      </dgm:t>
    </dgm:pt>
    <dgm:pt modelId="{FB98932C-1CEE-0243-AB2C-E10F0CB3EC02}" type="sibTrans" cxnId="{46A4C0EE-FCBC-9A47-B1CD-A64326FF2B1B}">
      <dgm:prSet/>
      <dgm:spPr/>
      <dgm:t>
        <a:bodyPr/>
        <a:lstStyle/>
        <a:p>
          <a:pPr latinLnBrk="1"/>
          <a:endParaRPr lang="ko-KR" altLang="en-US"/>
        </a:p>
      </dgm:t>
    </dgm:pt>
    <dgm:pt modelId="{A537FBC2-857B-CC45-BBA7-7DD8C2EB7B1A}" type="pres">
      <dgm:prSet presAssocID="{01BDEBB3-9E6A-0645-9D29-C5A8B0CAB503}" presName="Name0" presStyleCnt="0">
        <dgm:presLayoutVars>
          <dgm:dir/>
          <dgm:resizeHandles val="exact"/>
        </dgm:presLayoutVars>
      </dgm:prSet>
      <dgm:spPr/>
    </dgm:pt>
    <dgm:pt modelId="{21DC711F-9CD2-B548-9970-FCDF9A80C097}" type="pres">
      <dgm:prSet presAssocID="{EEDAD1C3-483F-D340-9065-15BD04ACFC03}" presName="node" presStyleLbl="node1" presStyleIdx="0" presStyleCnt="6">
        <dgm:presLayoutVars>
          <dgm:bulletEnabled val="1"/>
        </dgm:presLayoutVars>
      </dgm:prSet>
      <dgm:spPr/>
    </dgm:pt>
    <dgm:pt modelId="{6EA2C098-3E29-4B4F-B577-18EE78C909D8}" type="pres">
      <dgm:prSet presAssocID="{CA8E10A3-16E8-7E4C-85D9-1161CC0D09A3}" presName="sibTrans" presStyleLbl="sibTrans2D1" presStyleIdx="0" presStyleCnt="5"/>
      <dgm:spPr/>
    </dgm:pt>
    <dgm:pt modelId="{54A2E0D8-47DD-514A-BFD4-A3AACFDF3704}" type="pres">
      <dgm:prSet presAssocID="{CA8E10A3-16E8-7E4C-85D9-1161CC0D09A3}" presName="connectorText" presStyleLbl="sibTrans2D1" presStyleIdx="0" presStyleCnt="5"/>
      <dgm:spPr/>
    </dgm:pt>
    <dgm:pt modelId="{7DBA929A-23E4-B349-93ED-53776688EBD3}" type="pres">
      <dgm:prSet presAssocID="{BBDBEB35-FCD9-A14F-9825-670ECCBE82B5}" presName="node" presStyleLbl="node1" presStyleIdx="1" presStyleCnt="6">
        <dgm:presLayoutVars>
          <dgm:bulletEnabled val="1"/>
        </dgm:presLayoutVars>
      </dgm:prSet>
      <dgm:spPr/>
    </dgm:pt>
    <dgm:pt modelId="{20D6663A-C745-2446-8F35-DF6DD60005F3}" type="pres">
      <dgm:prSet presAssocID="{39123FF0-A6DE-E44E-A49B-C7E9CED0E8D5}" presName="sibTrans" presStyleLbl="sibTrans2D1" presStyleIdx="1" presStyleCnt="5"/>
      <dgm:spPr/>
    </dgm:pt>
    <dgm:pt modelId="{2BA8B3FC-3E49-8D4E-BBA2-6EDBD318D81F}" type="pres">
      <dgm:prSet presAssocID="{39123FF0-A6DE-E44E-A49B-C7E9CED0E8D5}" presName="connectorText" presStyleLbl="sibTrans2D1" presStyleIdx="1" presStyleCnt="5"/>
      <dgm:spPr/>
    </dgm:pt>
    <dgm:pt modelId="{E39117CF-AC9C-CC4C-B45F-40BA084E415F}" type="pres">
      <dgm:prSet presAssocID="{8D156C94-2C9A-A84E-B3F9-E6D8BD24516A}" presName="node" presStyleLbl="node1" presStyleIdx="2" presStyleCnt="6">
        <dgm:presLayoutVars>
          <dgm:bulletEnabled val="1"/>
        </dgm:presLayoutVars>
      </dgm:prSet>
      <dgm:spPr/>
    </dgm:pt>
    <dgm:pt modelId="{92B825E0-AD5E-B34E-87CC-01FA3716DCB4}" type="pres">
      <dgm:prSet presAssocID="{7EB9D612-5842-7346-8E50-2F89131AC126}" presName="sibTrans" presStyleLbl="sibTrans2D1" presStyleIdx="2" presStyleCnt="5"/>
      <dgm:spPr/>
    </dgm:pt>
    <dgm:pt modelId="{35BC936D-4B7E-484D-A9FB-B615AC2A60D3}" type="pres">
      <dgm:prSet presAssocID="{7EB9D612-5842-7346-8E50-2F89131AC126}" presName="connectorText" presStyleLbl="sibTrans2D1" presStyleIdx="2" presStyleCnt="5"/>
      <dgm:spPr/>
    </dgm:pt>
    <dgm:pt modelId="{E7011696-9A78-E946-A828-4C52C8DAF013}" type="pres">
      <dgm:prSet presAssocID="{62F9CB94-376E-E541-816B-518E9876B330}" presName="node" presStyleLbl="node1" presStyleIdx="3" presStyleCnt="6">
        <dgm:presLayoutVars>
          <dgm:bulletEnabled val="1"/>
        </dgm:presLayoutVars>
      </dgm:prSet>
      <dgm:spPr/>
    </dgm:pt>
    <dgm:pt modelId="{006D8575-34FA-A54F-AA64-86EBCD840F06}" type="pres">
      <dgm:prSet presAssocID="{F5BBB456-CFDB-844B-AA5C-3FCCD81C9856}" presName="sibTrans" presStyleLbl="sibTrans2D1" presStyleIdx="3" presStyleCnt="5"/>
      <dgm:spPr/>
    </dgm:pt>
    <dgm:pt modelId="{008F80BC-5B22-9F45-AAD0-809AF190DB4E}" type="pres">
      <dgm:prSet presAssocID="{F5BBB456-CFDB-844B-AA5C-3FCCD81C9856}" presName="connectorText" presStyleLbl="sibTrans2D1" presStyleIdx="3" presStyleCnt="5"/>
      <dgm:spPr/>
    </dgm:pt>
    <dgm:pt modelId="{38CCD99A-970E-C646-A86B-D1C7DC015FC8}" type="pres">
      <dgm:prSet presAssocID="{DCFCE424-9702-9F40-980B-A807985531A1}" presName="node" presStyleLbl="node1" presStyleIdx="4" presStyleCnt="6">
        <dgm:presLayoutVars>
          <dgm:bulletEnabled val="1"/>
        </dgm:presLayoutVars>
      </dgm:prSet>
      <dgm:spPr/>
    </dgm:pt>
    <dgm:pt modelId="{CD42451B-2DF0-A447-8149-6EA27F7E142D}" type="pres">
      <dgm:prSet presAssocID="{B4C2AED2-B756-CC48-A8B3-73820150B0B2}" presName="sibTrans" presStyleLbl="sibTrans2D1" presStyleIdx="4" presStyleCnt="5"/>
      <dgm:spPr/>
    </dgm:pt>
    <dgm:pt modelId="{84091D46-9A92-DE49-8F8A-601F8C3EA5A4}" type="pres">
      <dgm:prSet presAssocID="{B4C2AED2-B756-CC48-A8B3-73820150B0B2}" presName="connectorText" presStyleLbl="sibTrans2D1" presStyleIdx="4" presStyleCnt="5"/>
      <dgm:spPr/>
    </dgm:pt>
    <dgm:pt modelId="{B0F1ACF3-73B1-8F4B-8C6E-C6E7E26163EC}" type="pres">
      <dgm:prSet presAssocID="{D867AFED-8CC9-964E-8B6D-921429CDE1E3}" presName="node" presStyleLbl="node1" presStyleIdx="5" presStyleCnt="6">
        <dgm:presLayoutVars>
          <dgm:bulletEnabled val="1"/>
        </dgm:presLayoutVars>
      </dgm:prSet>
      <dgm:spPr/>
    </dgm:pt>
  </dgm:ptLst>
  <dgm:cxnLst>
    <dgm:cxn modelId="{53A48C02-B1D6-6744-BC22-29F9D68B8D67}" type="presOf" srcId="{BBDBEB35-FCD9-A14F-9825-670ECCBE82B5}" destId="{7DBA929A-23E4-B349-93ED-53776688EBD3}" srcOrd="0" destOrd="0" presId="urn:microsoft.com/office/officeart/2005/8/layout/process1"/>
    <dgm:cxn modelId="{0664C01F-0B48-294E-832C-B728683F4A80}" srcId="{01BDEBB3-9E6A-0645-9D29-C5A8B0CAB503}" destId="{DCFCE424-9702-9F40-980B-A807985531A1}" srcOrd="4" destOrd="0" parTransId="{C99DF920-6980-C643-9675-9C872061F68F}" sibTransId="{B4C2AED2-B756-CC48-A8B3-73820150B0B2}"/>
    <dgm:cxn modelId="{0EA7E220-7A2D-BF47-A5E5-5407CBDC9748}" type="presOf" srcId="{CA8E10A3-16E8-7E4C-85D9-1161CC0D09A3}" destId="{6EA2C098-3E29-4B4F-B577-18EE78C909D8}" srcOrd="0" destOrd="0" presId="urn:microsoft.com/office/officeart/2005/8/layout/process1"/>
    <dgm:cxn modelId="{0E96F427-E031-694C-86C1-15BEF6F2CC41}" type="presOf" srcId="{B4C2AED2-B756-CC48-A8B3-73820150B0B2}" destId="{84091D46-9A92-DE49-8F8A-601F8C3EA5A4}" srcOrd="1" destOrd="0" presId="urn:microsoft.com/office/officeart/2005/8/layout/process1"/>
    <dgm:cxn modelId="{62A4293E-4ABC-F74E-86A6-EA966F5F63ED}" type="presOf" srcId="{8D156C94-2C9A-A84E-B3F9-E6D8BD24516A}" destId="{E39117CF-AC9C-CC4C-B45F-40BA084E415F}" srcOrd="0" destOrd="0" presId="urn:microsoft.com/office/officeart/2005/8/layout/process1"/>
    <dgm:cxn modelId="{4F154250-CF95-CD4D-9191-B51EEAC285CE}" type="presOf" srcId="{7EB9D612-5842-7346-8E50-2F89131AC126}" destId="{35BC936D-4B7E-484D-A9FB-B615AC2A60D3}" srcOrd="1" destOrd="0" presId="urn:microsoft.com/office/officeart/2005/8/layout/process1"/>
    <dgm:cxn modelId="{4D04845E-8724-244E-A5BC-42213E57328A}" type="presOf" srcId="{39123FF0-A6DE-E44E-A49B-C7E9CED0E8D5}" destId="{20D6663A-C745-2446-8F35-DF6DD60005F3}" srcOrd="0" destOrd="0" presId="urn:microsoft.com/office/officeart/2005/8/layout/process1"/>
    <dgm:cxn modelId="{ED6B5673-A415-9B43-B4EB-07861FFBB090}" srcId="{01BDEBB3-9E6A-0645-9D29-C5A8B0CAB503}" destId="{EEDAD1C3-483F-D340-9065-15BD04ACFC03}" srcOrd="0" destOrd="0" parTransId="{E127E2D3-A936-9748-A0D2-DC6F52053C92}" sibTransId="{CA8E10A3-16E8-7E4C-85D9-1161CC0D09A3}"/>
    <dgm:cxn modelId="{50BC4281-CD93-F944-ABEA-E12715F3EE5A}" srcId="{01BDEBB3-9E6A-0645-9D29-C5A8B0CAB503}" destId="{8D156C94-2C9A-A84E-B3F9-E6D8BD24516A}" srcOrd="2" destOrd="0" parTransId="{6CFF3008-3285-2A44-8A4B-8DDBFDFC0800}" sibTransId="{7EB9D612-5842-7346-8E50-2F89131AC126}"/>
    <dgm:cxn modelId="{0644D38B-966E-8049-A1DB-48328A12EC0C}" type="presOf" srcId="{DCFCE424-9702-9F40-980B-A807985531A1}" destId="{38CCD99A-970E-C646-A86B-D1C7DC015FC8}" srcOrd="0" destOrd="0" presId="urn:microsoft.com/office/officeart/2005/8/layout/process1"/>
    <dgm:cxn modelId="{2F9BA59B-CC82-064C-A882-EC9217E4D555}" srcId="{01BDEBB3-9E6A-0645-9D29-C5A8B0CAB503}" destId="{62F9CB94-376E-E541-816B-518E9876B330}" srcOrd="3" destOrd="0" parTransId="{6AF6F1B4-B693-D44F-84AA-E69DFDF9B8DF}" sibTransId="{F5BBB456-CFDB-844B-AA5C-3FCCD81C9856}"/>
    <dgm:cxn modelId="{9731DDA3-A52C-1E4B-B082-67E1CFE8340C}" type="presOf" srcId="{B4C2AED2-B756-CC48-A8B3-73820150B0B2}" destId="{CD42451B-2DF0-A447-8149-6EA27F7E142D}" srcOrd="0" destOrd="0" presId="urn:microsoft.com/office/officeart/2005/8/layout/process1"/>
    <dgm:cxn modelId="{B20CD0AC-678E-3E48-851B-31AA1CEA6C3A}" type="presOf" srcId="{7EB9D612-5842-7346-8E50-2F89131AC126}" destId="{92B825E0-AD5E-B34E-87CC-01FA3716DCB4}" srcOrd="0" destOrd="0" presId="urn:microsoft.com/office/officeart/2005/8/layout/process1"/>
    <dgm:cxn modelId="{3F5CA6BB-3145-F24A-B81F-B6FB66C2A79C}" type="presOf" srcId="{D867AFED-8CC9-964E-8B6D-921429CDE1E3}" destId="{B0F1ACF3-73B1-8F4B-8C6E-C6E7E26163EC}" srcOrd="0" destOrd="0" presId="urn:microsoft.com/office/officeart/2005/8/layout/process1"/>
    <dgm:cxn modelId="{3804B8BB-2F5B-E748-8296-C8C7A354BB57}" type="presOf" srcId="{EEDAD1C3-483F-D340-9065-15BD04ACFC03}" destId="{21DC711F-9CD2-B548-9970-FCDF9A80C097}" srcOrd="0" destOrd="0" presId="urn:microsoft.com/office/officeart/2005/8/layout/process1"/>
    <dgm:cxn modelId="{6427A0BC-445C-5A42-99FC-F33AFFB1D88B}" type="presOf" srcId="{01BDEBB3-9E6A-0645-9D29-C5A8B0CAB503}" destId="{A537FBC2-857B-CC45-BBA7-7DD8C2EB7B1A}" srcOrd="0" destOrd="0" presId="urn:microsoft.com/office/officeart/2005/8/layout/process1"/>
    <dgm:cxn modelId="{66D5BAC7-58FA-0845-8933-78E6A6318A23}" type="presOf" srcId="{CA8E10A3-16E8-7E4C-85D9-1161CC0D09A3}" destId="{54A2E0D8-47DD-514A-BFD4-A3AACFDF3704}" srcOrd="1" destOrd="0" presId="urn:microsoft.com/office/officeart/2005/8/layout/process1"/>
    <dgm:cxn modelId="{3B549ECC-19EE-FE43-8063-9B26528BB769}" type="presOf" srcId="{62F9CB94-376E-E541-816B-518E9876B330}" destId="{E7011696-9A78-E946-A828-4C52C8DAF013}" srcOrd="0" destOrd="0" presId="urn:microsoft.com/office/officeart/2005/8/layout/process1"/>
    <dgm:cxn modelId="{CCE44AD2-D811-EE4B-88A9-4272689229FC}" srcId="{01BDEBB3-9E6A-0645-9D29-C5A8B0CAB503}" destId="{BBDBEB35-FCD9-A14F-9825-670ECCBE82B5}" srcOrd="1" destOrd="0" parTransId="{9F1EE334-016D-944E-990A-7B428DC2EA04}" sibTransId="{39123FF0-A6DE-E44E-A49B-C7E9CED0E8D5}"/>
    <dgm:cxn modelId="{DE3479D7-6972-E246-9E18-B1F3DD2A079E}" type="presOf" srcId="{F5BBB456-CFDB-844B-AA5C-3FCCD81C9856}" destId="{006D8575-34FA-A54F-AA64-86EBCD840F06}" srcOrd="0" destOrd="0" presId="urn:microsoft.com/office/officeart/2005/8/layout/process1"/>
    <dgm:cxn modelId="{46A4C0EE-FCBC-9A47-B1CD-A64326FF2B1B}" srcId="{01BDEBB3-9E6A-0645-9D29-C5A8B0CAB503}" destId="{D867AFED-8CC9-964E-8B6D-921429CDE1E3}" srcOrd="5" destOrd="0" parTransId="{7E35C843-569D-B14D-9A87-5FA33342CDE6}" sibTransId="{FB98932C-1CEE-0243-AB2C-E10F0CB3EC02}"/>
    <dgm:cxn modelId="{2DDE74F3-7981-714A-8AF0-C40858B8BED9}" type="presOf" srcId="{F5BBB456-CFDB-844B-AA5C-3FCCD81C9856}" destId="{008F80BC-5B22-9F45-AAD0-809AF190DB4E}" srcOrd="1" destOrd="0" presId="urn:microsoft.com/office/officeart/2005/8/layout/process1"/>
    <dgm:cxn modelId="{F07CB5FC-B332-6049-9B69-008E7649C398}" type="presOf" srcId="{39123FF0-A6DE-E44E-A49B-C7E9CED0E8D5}" destId="{2BA8B3FC-3E49-8D4E-BBA2-6EDBD318D81F}" srcOrd="1" destOrd="0" presId="urn:microsoft.com/office/officeart/2005/8/layout/process1"/>
    <dgm:cxn modelId="{D74DFAC8-D005-A743-9D9F-7DFB1CC9F404}" type="presParOf" srcId="{A537FBC2-857B-CC45-BBA7-7DD8C2EB7B1A}" destId="{21DC711F-9CD2-B548-9970-FCDF9A80C097}" srcOrd="0" destOrd="0" presId="urn:microsoft.com/office/officeart/2005/8/layout/process1"/>
    <dgm:cxn modelId="{11C2993E-3123-0448-90CF-5631BC10BA91}" type="presParOf" srcId="{A537FBC2-857B-CC45-BBA7-7DD8C2EB7B1A}" destId="{6EA2C098-3E29-4B4F-B577-18EE78C909D8}" srcOrd="1" destOrd="0" presId="urn:microsoft.com/office/officeart/2005/8/layout/process1"/>
    <dgm:cxn modelId="{5ED3C529-DACD-3346-A244-729FE07FDFC7}" type="presParOf" srcId="{6EA2C098-3E29-4B4F-B577-18EE78C909D8}" destId="{54A2E0D8-47DD-514A-BFD4-A3AACFDF3704}" srcOrd="0" destOrd="0" presId="urn:microsoft.com/office/officeart/2005/8/layout/process1"/>
    <dgm:cxn modelId="{4BDD296E-DE99-C44A-937D-BF26B2854A40}" type="presParOf" srcId="{A537FBC2-857B-CC45-BBA7-7DD8C2EB7B1A}" destId="{7DBA929A-23E4-B349-93ED-53776688EBD3}" srcOrd="2" destOrd="0" presId="urn:microsoft.com/office/officeart/2005/8/layout/process1"/>
    <dgm:cxn modelId="{8B8A1AF5-73E1-BD4B-9868-29EC66F4D1A6}" type="presParOf" srcId="{A537FBC2-857B-CC45-BBA7-7DD8C2EB7B1A}" destId="{20D6663A-C745-2446-8F35-DF6DD60005F3}" srcOrd="3" destOrd="0" presId="urn:microsoft.com/office/officeart/2005/8/layout/process1"/>
    <dgm:cxn modelId="{97468E49-A004-2245-8F42-5D59570C43E8}" type="presParOf" srcId="{20D6663A-C745-2446-8F35-DF6DD60005F3}" destId="{2BA8B3FC-3E49-8D4E-BBA2-6EDBD318D81F}" srcOrd="0" destOrd="0" presId="urn:microsoft.com/office/officeart/2005/8/layout/process1"/>
    <dgm:cxn modelId="{161A633F-857D-E946-B986-0D880E90D71E}" type="presParOf" srcId="{A537FBC2-857B-CC45-BBA7-7DD8C2EB7B1A}" destId="{E39117CF-AC9C-CC4C-B45F-40BA084E415F}" srcOrd="4" destOrd="0" presId="urn:microsoft.com/office/officeart/2005/8/layout/process1"/>
    <dgm:cxn modelId="{B14BE31F-C8DF-3543-9A78-1BF9600196C9}" type="presParOf" srcId="{A537FBC2-857B-CC45-BBA7-7DD8C2EB7B1A}" destId="{92B825E0-AD5E-B34E-87CC-01FA3716DCB4}" srcOrd="5" destOrd="0" presId="urn:microsoft.com/office/officeart/2005/8/layout/process1"/>
    <dgm:cxn modelId="{2D998AFA-8B8B-2643-B858-CF6C72E17FA7}" type="presParOf" srcId="{92B825E0-AD5E-B34E-87CC-01FA3716DCB4}" destId="{35BC936D-4B7E-484D-A9FB-B615AC2A60D3}" srcOrd="0" destOrd="0" presId="urn:microsoft.com/office/officeart/2005/8/layout/process1"/>
    <dgm:cxn modelId="{5601276E-D57B-FE41-9C4A-F9DAD5A2C080}" type="presParOf" srcId="{A537FBC2-857B-CC45-BBA7-7DD8C2EB7B1A}" destId="{E7011696-9A78-E946-A828-4C52C8DAF013}" srcOrd="6" destOrd="0" presId="urn:microsoft.com/office/officeart/2005/8/layout/process1"/>
    <dgm:cxn modelId="{EA51569B-FCD5-E14A-AC4F-01B2F6458ABB}" type="presParOf" srcId="{A537FBC2-857B-CC45-BBA7-7DD8C2EB7B1A}" destId="{006D8575-34FA-A54F-AA64-86EBCD840F06}" srcOrd="7" destOrd="0" presId="urn:microsoft.com/office/officeart/2005/8/layout/process1"/>
    <dgm:cxn modelId="{7AB4CC7A-A5E0-5B49-B304-5B2A0096D813}" type="presParOf" srcId="{006D8575-34FA-A54F-AA64-86EBCD840F06}" destId="{008F80BC-5B22-9F45-AAD0-809AF190DB4E}" srcOrd="0" destOrd="0" presId="urn:microsoft.com/office/officeart/2005/8/layout/process1"/>
    <dgm:cxn modelId="{9045E2D6-6BF6-E545-ACB3-D2742A35F6F6}" type="presParOf" srcId="{A537FBC2-857B-CC45-BBA7-7DD8C2EB7B1A}" destId="{38CCD99A-970E-C646-A86B-D1C7DC015FC8}" srcOrd="8" destOrd="0" presId="urn:microsoft.com/office/officeart/2005/8/layout/process1"/>
    <dgm:cxn modelId="{0BC58AF2-8E8B-F940-8D4E-622474D98467}" type="presParOf" srcId="{A537FBC2-857B-CC45-BBA7-7DD8C2EB7B1A}" destId="{CD42451B-2DF0-A447-8149-6EA27F7E142D}" srcOrd="9" destOrd="0" presId="urn:microsoft.com/office/officeart/2005/8/layout/process1"/>
    <dgm:cxn modelId="{F6FB54C7-B882-5F44-B0CE-374795749F39}" type="presParOf" srcId="{CD42451B-2DF0-A447-8149-6EA27F7E142D}" destId="{84091D46-9A92-DE49-8F8A-601F8C3EA5A4}" srcOrd="0" destOrd="0" presId="urn:microsoft.com/office/officeart/2005/8/layout/process1"/>
    <dgm:cxn modelId="{A6E53308-80A2-DF49-AFA6-C0EAAC1D9DB7}" type="presParOf" srcId="{A537FBC2-857B-CC45-BBA7-7DD8C2EB7B1A}" destId="{B0F1ACF3-73B1-8F4B-8C6E-C6E7E26163EC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1BDEBB3-9E6A-0645-9D29-C5A8B0CAB503}" type="doc">
      <dgm:prSet loTypeId="urn:microsoft.com/office/officeart/2005/8/layout/process1" loCatId="" qsTypeId="urn:microsoft.com/office/officeart/2005/8/quickstyle/simple1" qsCatId="simple" csTypeId="urn:microsoft.com/office/officeart/2005/8/colors/accent5_2" csCatId="accent5" phldr="1"/>
      <dgm:spPr/>
    </dgm:pt>
    <dgm:pt modelId="{BBDBEB35-FCD9-A14F-9825-670ECCBE82B5}">
      <dgm:prSet phldrT="[텍스트]"/>
      <dgm:spPr>
        <a:solidFill>
          <a:srgbClr val="876BDC"/>
        </a:solidFill>
      </dgm:spPr>
      <dgm:t>
        <a:bodyPr/>
        <a:lstStyle/>
        <a:p>
          <a:pPr latinLnBrk="1"/>
          <a:r>
            <a:rPr lang="en-US" altLang="ko-KR" dirty="0"/>
            <a:t>HiPPO</a:t>
          </a:r>
          <a:endParaRPr lang="ko-KR" altLang="en-US" dirty="0"/>
        </a:p>
      </dgm:t>
    </dgm:pt>
    <dgm:pt modelId="{9F1EE334-016D-944E-990A-7B428DC2EA04}" type="parTrans" cxnId="{CCE44AD2-D811-EE4B-88A9-4272689229FC}">
      <dgm:prSet/>
      <dgm:spPr/>
      <dgm:t>
        <a:bodyPr/>
        <a:lstStyle/>
        <a:p>
          <a:pPr latinLnBrk="1"/>
          <a:endParaRPr lang="ko-KR" altLang="en-US"/>
        </a:p>
      </dgm:t>
    </dgm:pt>
    <dgm:pt modelId="{39123FF0-A6DE-E44E-A49B-C7E9CED0E8D5}" type="sibTrans" cxnId="{CCE44AD2-D811-EE4B-88A9-4272689229FC}">
      <dgm:prSet/>
      <dgm:spPr>
        <a:solidFill>
          <a:srgbClr val="876BDC">
            <a:alpha val="40000"/>
          </a:srgbClr>
        </a:solidFill>
      </dgm:spPr>
      <dgm:t>
        <a:bodyPr/>
        <a:lstStyle/>
        <a:p>
          <a:pPr latinLnBrk="1"/>
          <a:endParaRPr lang="ko-KR" altLang="en-US"/>
        </a:p>
      </dgm:t>
    </dgm:pt>
    <dgm:pt modelId="{8D156C94-2C9A-A84E-B3F9-E6D8BD24516A}">
      <dgm:prSet phldrT="[텍스트]"/>
      <dgm:spPr>
        <a:solidFill>
          <a:srgbClr val="B462D3">
            <a:alpha val="40000"/>
          </a:srgbClr>
        </a:solidFill>
      </dgm:spPr>
      <dgm:t>
        <a:bodyPr/>
        <a:lstStyle/>
        <a:p>
          <a:pPr latinLnBrk="1"/>
          <a:r>
            <a:rPr lang="en-US" altLang="ko-KR" dirty="0"/>
            <a:t>LSSL</a:t>
          </a:r>
          <a:endParaRPr lang="ko-KR" altLang="en-US" dirty="0"/>
        </a:p>
      </dgm:t>
    </dgm:pt>
    <dgm:pt modelId="{6CFF3008-3285-2A44-8A4B-8DDBFDFC0800}" type="parTrans" cxnId="{50BC4281-CD93-F944-ABEA-E12715F3EE5A}">
      <dgm:prSet/>
      <dgm:spPr/>
      <dgm:t>
        <a:bodyPr/>
        <a:lstStyle/>
        <a:p>
          <a:pPr latinLnBrk="1"/>
          <a:endParaRPr lang="ko-KR" altLang="en-US"/>
        </a:p>
      </dgm:t>
    </dgm:pt>
    <dgm:pt modelId="{7EB9D612-5842-7346-8E50-2F89131AC126}" type="sibTrans" cxnId="{50BC4281-CD93-F944-ABEA-E12715F3EE5A}">
      <dgm:prSet/>
      <dgm:spPr>
        <a:solidFill>
          <a:srgbClr val="B462D3">
            <a:alpha val="40000"/>
          </a:srgbClr>
        </a:solidFill>
      </dgm:spPr>
      <dgm:t>
        <a:bodyPr/>
        <a:lstStyle/>
        <a:p>
          <a:pPr latinLnBrk="1"/>
          <a:endParaRPr lang="ko-KR" altLang="en-US"/>
        </a:p>
      </dgm:t>
    </dgm:pt>
    <dgm:pt modelId="{62F9CB94-376E-E541-816B-518E9876B330}">
      <dgm:prSet phldrT="[텍스트]"/>
      <dgm:spPr>
        <a:solidFill>
          <a:srgbClr val="D753C5">
            <a:alpha val="40000"/>
          </a:srgbClr>
        </a:solidFill>
      </dgm:spPr>
      <dgm:t>
        <a:bodyPr/>
        <a:lstStyle/>
        <a:p>
          <a:pPr latinLnBrk="1"/>
          <a:r>
            <a:rPr lang="en-US" altLang="ko-KR" dirty="0"/>
            <a:t>S4(D)</a:t>
          </a:r>
        </a:p>
      </dgm:t>
    </dgm:pt>
    <dgm:pt modelId="{6AF6F1B4-B693-D44F-84AA-E69DFDF9B8DF}" type="parTrans" cxnId="{2F9BA59B-CC82-064C-A882-EC9217E4D555}">
      <dgm:prSet/>
      <dgm:spPr/>
      <dgm:t>
        <a:bodyPr/>
        <a:lstStyle/>
        <a:p>
          <a:pPr latinLnBrk="1"/>
          <a:endParaRPr lang="ko-KR" altLang="en-US"/>
        </a:p>
      </dgm:t>
    </dgm:pt>
    <dgm:pt modelId="{F5BBB456-CFDB-844B-AA5C-3FCCD81C9856}" type="sibTrans" cxnId="{2F9BA59B-CC82-064C-A882-EC9217E4D555}">
      <dgm:prSet/>
      <dgm:spPr>
        <a:solidFill>
          <a:srgbClr val="D753C5">
            <a:alpha val="40000"/>
          </a:srgbClr>
        </a:solidFill>
      </dgm:spPr>
      <dgm:t>
        <a:bodyPr/>
        <a:lstStyle/>
        <a:p>
          <a:pPr latinLnBrk="1"/>
          <a:endParaRPr lang="ko-KR" altLang="en-US"/>
        </a:p>
      </dgm:t>
    </dgm:pt>
    <dgm:pt modelId="{DCFCE424-9702-9F40-980B-A807985531A1}">
      <dgm:prSet phldrT="[텍스트]"/>
      <dgm:spPr>
        <a:solidFill>
          <a:srgbClr val="EE3FB3">
            <a:alpha val="40000"/>
          </a:srgbClr>
        </a:solidFill>
      </dgm:spPr>
      <dgm:t>
        <a:bodyPr/>
        <a:lstStyle/>
        <a:p>
          <a:pPr latinLnBrk="1"/>
          <a:r>
            <a:rPr lang="en-US" altLang="ko-KR" dirty="0"/>
            <a:t>H3</a:t>
          </a:r>
        </a:p>
      </dgm:t>
    </dgm:pt>
    <dgm:pt modelId="{C99DF920-6980-C643-9675-9C872061F68F}" type="parTrans" cxnId="{0664C01F-0B48-294E-832C-B728683F4A80}">
      <dgm:prSet/>
      <dgm:spPr/>
      <dgm:t>
        <a:bodyPr/>
        <a:lstStyle/>
        <a:p>
          <a:pPr latinLnBrk="1"/>
          <a:endParaRPr lang="ko-KR" altLang="en-US"/>
        </a:p>
      </dgm:t>
    </dgm:pt>
    <dgm:pt modelId="{B4C2AED2-B756-CC48-A8B3-73820150B0B2}" type="sibTrans" cxnId="{0664C01F-0B48-294E-832C-B728683F4A80}">
      <dgm:prSet/>
      <dgm:spPr>
        <a:solidFill>
          <a:srgbClr val="EE3FB3">
            <a:alpha val="40000"/>
          </a:srgbClr>
        </a:solidFill>
      </dgm:spPr>
      <dgm:t>
        <a:bodyPr/>
        <a:lstStyle/>
        <a:p>
          <a:pPr latinLnBrk="1"/>
          <a:endParaRPr lang="ko-KR" altLang="en-US"/>
        </a:p>
      </dgm:t>
    </dgm:pt>
    <dgm:pt modelId="{EEDAD1C3-483F-D340-9065-15BD04ACFC03}">
      <dgm:prSet phldrT="[텍스트]"/>
      <dgm:spPr>
        <a:solidFill>
          <a:schemeClr val="accent5">
            <a:hueOff val="0"/>
            <a:satOff val="0"/>
            <a:lumOff val="0"/>
            <a:alpha val="60000"/>
          </a:schemeClr>
        </a:solidFill>
      </dgm:spPr>
      <dgm:t>
        <a:bodyPr/>
        <a:lstStyle/>
        <a:p>
          <a:pPr latinLnBrk="1"/>
          <a:r>
            <a:rPr lang="en-US" altLang="ko-KR" dirty="0"/>
            <a:t>SSM</a:t>
          </a:r>
          <a:endParaRPr lang="ko-KR" altLang="en-US" dirty="0"/>
        </a:p>
      </dgm:t>
    </dgm:pt>
    <dgm:pt modelId="{E127E2D3-A936-9748-A0D2-DC6F52053C92}" type="parTrans" cxnId="{ED6B5673-A415-9B43-B4EB-07861FFBB090}">
      <dgm:prSet/>
      <dgm:spPr/>
      <dgm:t>
        <a:bodyPr/>
        <a:lstStyle/>
        <a:p>
          <a:pPr latinLnBrk="1"/>
          <a:endParaRPr lang="ko-KR" altLang="en-US"/>
        </a:p>
      </dgm:t>
    </dgm:pt>
    <dgm:pt modelId="{CA8E10A3-16E8-7E4C-85D9-1161CC0D09A3}" type="sibTrans" cxnId="{ED6B5673-A415-9B43-B4EB-07861FFBB090}">
      <dgm:prSet/>
      <dgm:spPr>
        <a:solidFill>
          <a:schemeClr val="accent5">
            <a:alpha val="60000"/>
          </a:schemeClr>
        </a:solidFill>
      </dgm:spPr>
      <dgm:t>
        <a:bodyPr/>
        <a:lstStyle/>
        <a:p>
          <a:pPr latinLnBrk="1"/>
          <a:endParaRPr lang="ko-KR" altLang="en-US"/>
        </a:p>
      </dgm:t>
    </dgm:pt>
    <dgm:pt modelId="{D867AFED-8CC9-964E-8B6D-921429CDE1E3}">
      <dgm:prSet phldrT="[텍스트]"/>
      <dgm:spPr>
        <a:solidFill>
          <a:schemeClr val="accent1">
            <a:alpha val="40000"/>
          </a:schemeClr>
        </a:solidFill>
      </dgm:spPr>
      <dgm:t>
        <a:bodyPr/>
        <a:lstStyle/>
        <a:p>
          <a:pPr latinLnBrk="1"/>
          <a:r>
            <a:rPr lang="en-US" altLang="ko-KR" dirty="0"/>
            <a:t>Mamba</a:t>
          </a:r>
        </a:p>
      </dgm:t>
    </dgm:pt>
    <dgm:pt modelId="{7E35C843-569D-B14D-9A87-5FA33342CDE6}" type="parTrans" cxnId="{46A4C0EE-FCBC-9A47-B1CD-A64326FF2B1B}">
      <dgm:prSet/>
      <dgm:spPr/>
      <dgm:t>
        <a:bodyPr/>
        <a:lstStyle/>
        <a:p>
          <a:pPr latinLnBrk="1"/>
          <a:endParaRPr lang="ko-KR" altLang="en-US"/>
        </a:p>
      </dgm:t>
    </dgm:pt>
    <dgm:pt modelId="{FB98932C-1CEE-0243-AB2C-E10F0CB3EC02}" type="sibTrans" cxnId="{46A4C0EE-FCBC-9A47-B1CD-A64326FF2B1B}">
      <dgm:prSet/>
      <dgm:spPr/>
      <dgm:t>
        <a:bodyPr/>
        <a:lstStyle/>
        <a:p>
          <a:pPr latinLnBrk="1"/>
          <a:endParaRPr lang="ko-KR" altLang="en-US"/>
        </a:p>
      </dgm:t>
    </dgm:pt>
    <dgm:pt modelId="{A537FBC2-857B-CC45-BBA7-7DD8C2EB7B1A}" type="pres">
      <dgm:prSet presAssocID="{01BDEBB3-9E6A-0645-9D29-C5A8B0CAB503}" presName="Name0" presStyleCnt="0">
        <dgm:presLayoutVars>
          <dgm:dir/>
          <dgm:resizeHandles val="exact"/>
        </dgm:presLayoutVars>
      </dgm:prSet>
      <dgm:spPr/>
    </dgm:pt>
    <dgm:pt modelId="{21DC711F-9CD2-B548-9970-FCDF9A80C097}" type="pres">
      <dgm:prSet presAssocID="{EEDAD1C3-483F-D340-9065-15BD04ACFC03}" presName="node" presStyleLbl="node1" presStyleIdx="0" presStyleCnt="6">
        <dgm:presLayoutVars>
          <dgm:bulletEnabled val="1"/>
        </dgm:presLayoutVars>
      </dgm:prSet>
      <dgm:spPr/>
    </dgm:pt>
    <dgm:pt modelId="{6EA2C098-3E29-4B4F-B577-18EE78C909D8}" type="pres">
      <dgm:prSet presAssocID="{CA8E10A3-16E8-7E4C-85D9-1161CC0D09A3}" presName="sibTrans" presStyleLbl="sibTrans2D1" presStyleIdx="0" presStyleCnt="5"/>
      <dgm:spPr/>
    </dgm:pt>
    <dgm:pt modelId="{54A2E0D8-47DD-514A-BFD4-A3AACFDF3704}" type="pres">
      <dgm:prSet presAssocID="{CA8E10A3-16E8-7E4C-85D9-1161CC0D09A3}" presName="connectorText" presStyleLbl="sibTrans2D1" presStyleIdx="0" presStyleCnt="5"/>
      <dgm:spPr/>
    </dgm:pt>
    <dgm:pt modelId="{7DBA929A-23E4-B349-93ED-53776688EBD3}" type="pres">
      <dgm:prSet presAssocID="{BBDBEB35-FCD9-A14F-9825-670ECCBE82B5}" presName="node" presStyleLbl="node1" presStyleIdx="1" presStyleCnt="6">
        <dgm:presLayoutVars>
          <dgm:bulletEnabled val="1"/>
        </dgm:presLayoutVars>
      </dgm:prSet>
      <dgm:spPr/>
    </dgm:pt>
    <dgm:pt modelId="{20D6663A-C745-2446-8F35-DF6DD60005F3}" type="pres">
      <dgm:prSet presAssocID="{39123FF0-A6DE-E44E-A49B-C7E9CED0E8D5}" presName="sibTrans" presStyleLbl="sibTrans2D1" presStyleIdx="1" presStyleCnt="5"/>
      <dgm:spPr/>
    </dgm:pt>
    <dgm:pt modelId="{2BA8B3FC-3E49-8D4E-BBA2-6EDBD318D81F}" type="pres">
      <dgm:prSet presAssocID="{39123FF0-A6DE-E44E-A49B-C7E9CED0E8D5}" presName="connectorText" presStyleLbl="sibTrans2D1" presStyleIdx="1" presStyleCnt="5"/>
      <dgm:spPr/>
    </dgm:pt>
    <dgm:pt modelId="{E39117CF-AC9C-CC4C-B45F-40BA084E415F}" type="pres">
      <dgm:prSet presAssocID="{8D156C94-2C9A-A84E-B3F9-E6D8BD24516A}" presName="node" presStyleLbl="node1" presStyleIdx="2" presStyleCnt="6">
        <dgm:presLayoutVars>
          <dgm:bulletEnabled val="1"/>
        </dgm:presLayoutVars>
      </dgm:prSet>
      <dgm:spPr/>
    </dgm:pt>
    <dgm:pt modelId="{92B825E0-AD5E-B34E-87CC-01FA3716DCB4}" type="pres">
      <dgm:prSet presAssocID="{7EB9D612-5842-7346-8E50-2F89131AC126}" presName="sibTrans" presStyleLbl="sibTrans2D1" presStyleIdx="2" presStyleCnt="5"/>
      <dgm:spPr/>
    </dgm:pt>
    <dgm:pt modelId="{35BC936D-4B7E-484D-A9FB-B615AC2A60D3}" type="pres">
      <dgm:prSet presAssocID="{7EB9D612-5842-7346-8E50-2F89131AC126}" presName="connectorText" presStyleLbl="sibTrans2D1" presStyleIdx="2" presStyleCnt="5"/>
      <dgm:spPr/>
    </dgm:pt>
    <dgm:pt modelId="{E7011696-9A78-E946-A828-4C52C8DAF013}" type="pres">
      <dgm:prSet presAssocID="{62F9CB94-376E-E541-816B-518E9876B330}" presName="node" presStyleLbl="node1" presStyleIdx="3" presStyleCnt="6">
        <dgm:presLayoutVars>
          <dgm:bulletEnabled val="1"/>
        </dgm:presLayoutVars>
      </dgm:prSet>
      <dgm:spPr/>
    </dgm:pt>
    <dgm:pt modelId="{006D8575-34FA-A54F-AA64-86EBCD840F06}" type="pres">
      <dgm:prSet presAssocID="{F5BBB456-CFDB-844B-AA5C-3FCCD81C9856}" presName="sibTrans" presStyleLbl="sibTrans2D1" presStyleIdx="3" presStyleCnt="5"/>
      <dgm:spPr/>
    </dgm:pt>
    <dgm:pt modelId="{008F80BC-5B22-9F45-AAD0-809AF190DB4E}" type="pres">
      <dgm:prSet presAssocID="{F5BBB456-CFDB-844B-AA5C-3FCCD81C9856}" presName="connectorText" presStyleLbl="sibTrans2D1" presStyleIdx="3" presStyleCnt="5"/>
      <dgm:spPr/>
    </dgm:pt>
    <dgm:pt modelId="{38CCD99A-970E-C646-A86B-D1C7DC015FC8}" type="pres">
      <dgm:prSet presAssocID="{DCFCE424-9702-9F40-980B-A807985531A1}" presName="node" presStyleLbl="node1" presStyleIdx="4" presStyleCnt="6">
        <dgm:presLayoutVars>
          <dgm:bulletEnabled val="1"/>
        </dgm:presLayoutVars>
      </dgm:prSet>
      <dgm:spPr/>
    </dgm:pt>
    <dgm:pt modelId="{CD42451B-2DF0-A447-8149-6EA27F7E142D}" type="pres">
      <dgm:prSet presAssocID="{B4C2AED2-B756-CC48-A8B3-73820150B0B2}" presName="sibTrans" presStyleLbl="sibTrans2D1" presStyleIdx="4" presStyleCnt="5"/>
      <dgm:spPr/>
    </dgm:pt>
    <dgm:pt modelId="{84091D46-9A92-DE49-8F8A-601F8C3EA5A4}" type="pres">
      <dgm:prSet presAssocID="{B4C2AED2-B756-CC48-A8B3-73820150B0B2}" presName="connectorText" presStyleLbl="sibTrans2D1" presStyleIdx="4" presStyleCnt="5"/>
      <dgm:spPr/>
    </dgm:pt>
    <dgm:pt modelId="{B0F1ACF3-73B1-8F4B-8C6E-C6E7E26163EC}" type="pres">
      <dgm:prSet presAssocID="{D867AFED-8CC9-964E-8B6D-921429CDE1E3}" presName="node" presStyleLbl="node1" presStyleIdx="5" presStyleCnt="6">
        <dgm:presLayoutVars>
          <dgm:bulletEnabled val="1"/>
        </dgm:presLayoutVars>
      </dgm:prSet>
      <dgm:spPr/>
    </dgm:pt>
  </dgm:ptLst>
  <dgm:cxnLst>
    <dgm:cxn modelId="{53A48C02-B1D6-6744-BC22-29F9D68B8D67}" type="presOf" srcId="{BBDBEB35-FCD9-A14F-9825-670ECCBE82B5}" destId="{7DBA929A-23E4-B349-93ED-53776688EBD3}" srcOrd="0" destOrd="0" presId="urn:microsoft.com/office/officeart/2005/8/layout/process1"/>
    <dgm:cxn modelId="{0664C01F-0B48-294E-832C-B728683F4A80}" srcId="{01BDEBB3-9E6A-0645-9D29-C5A8B0CAB503}" destId="{DCFCE424-9702-9F40-980B-A807985531A1}" srcOrd="4" destOrd="0" parTransId="{C99DF920-6980-C643-9675-9C872061F68F}" sibTransId="{B4C2AED2-B756-CC48-A8B3-73820150B0B2}"/>
    <dgm:cxn modelId="{0EA7E220-7A2D-BF47-A5E5-5407CBDC9748}" type="presOf" srcId="{CA8E10A3-16E8-7E4C-85D9-1161CC0D09A3}" destId="{6EA2C098-3E29-4B4F-B577-18EE78C909D8}" srcOrd="0" destOrd="0" presId="urn:microsoft.com/office/officeart/2005/8/layout/process1"/>
    <dgm:cxn modelId="{0E96F427-E031-694C-86C1-15BEF6F2CC41}" type="presOf" srcId="{B4C2AED2-B756-CC48-A8B3-73820150B0B2}" destId="{84091D46-9A92-DE49-8F8A-601F8C3EA5A4}" srcOrd="1" destOrd="0" presId="urn:microsoft.com/office/officeart/2005/8/layout/process1"/>
    <dgm:cxn modelId="{62A4293E-4ABC-F74E-86A6-EA966F5F63ED}" type="presOf" srcId="{8D156C94-2C9A-A84E-B3F9-E6D8BD24516A}" destId="{E39117CF-AC9C-CC4C-B45F-40BA084E415F}" srcOrd="0" destOrd="0" presId="urn:microsoft.com/office/officeart/2005/8/layout/process1"/>
    <dgm:cxn modelId="{4F154250-CF95-CD4D-9191-B51EEAC285CE}" type="presOf" srcId="{7EB9D612-5842-7346-8E50-2F89131AC126}" destId="{35BC936D-4B7E-484D-A9FB-B615AC2A60D3}" srcOrd="1" destOrd="0" presId="urn:microsoft.com/office/officeart/2005/8/layout/process1"/>
    <dgm:cxn modelId="{4D04845E-8724-244E-A5BC-42213E57328A}" type="presOf" srcId="{39123FF0-A6DE-E44E-A49B-C7E9CED0E8D5}" destId="{20D6663A-C745-2446-8F35-DF6DD60005F3}" srcOrd="0" destOrd="0" presId="urn:microsoft.com/office/officeart/2005/8/layout/process1"/>
    <dgm:cxn modelId="{ED6B5673-A415-9B43-B4EB-07861FFBB090}" srcId="{01BDEBB3-9E6A-0645-9D29-C5A8B0CAB503}" destId="{EEDAD1C3-483F-D340-9065-15BD04ACFC03}" srcOrd="0" destOrd="0" parTransId="{E127E2D3-A936-9748-A0D2-DC6F52053C92}" sibTransId="{CA8E10A3-16E8-7E4C-85D9-1161CC0D09A3}"/>
    <dgm:cxn modelId="{50BC4281-CD93-F944-ABEA-E12715F3EE5A}" srcId="{01BDEBB3-9E6A-0645-9D29-C5A8B0CAB503}" destId="{8D156C94-2C9A-A84E-B3F9-E6D8BD24516A}" srcOrd="2" destOrd="0" parTransId="{6CFF3008-3285-2A44-8A4B-8DDBFDFC0800}" sibTransId="{7EB9D612-5842-7346-8E50-2F89131AC126}"/>
    <dgm:cxn modelId="{0644D38B-966E-8049-A1DB-48328A12EC0C}" type="presOf" srcId="{DCFCE424-9702-9F40-980B-A807985531A1}" destId="{38CCD99A-970E-C646-A86B-D1C7DC015FC8}" srcOrd="0" destOrd="0" presId="urn:microsoft.com/office/officeart/2005/8/layout/process1"/>
    <dgm:cxn modelId="{2F9BA59B-CC82-064C-A882-EC9217E4D555}" srcId="{01BDEBB3-9E6A-0645-9D29-C5A8B0CAB503}" destId="{62F9CB94-376E-E541-816B-518E9876B330}" srcOrd="3" destOrd="0" parTransId="{6AF6F1B4-B693-D44F-84AA-E69DFDF9B8DF}" sibTransId="{F5BBB456-CFDB-844B-AA5C-3FCCD81C9856}"/>
    <dgm:cxn modelId="{9731DDA3-A52C-1E4B-B082-67E1CFE8340C}" type="presOf" srcId="{B4C2AED2-B756-CC48-A8B3-73820150B0B2}" destId="{CD42451B-2DF0-A447-8149-6EA27F7E142D}" srcOrd="0" destOrd="0" presId="urn:microsoft.com/office/officeart/2005/8/layout/process1"/>
    <dgm:cxn modelId="{B20CD0AC-678E-3E48-851B-31AA1CEA6C3A}" type="presOf" srcId="{7EB9D612-5842-7346-8E50-2F89131AC126}" destId="{92B825E0-AD5E-B34E-87CC-01FA3716DCB4}" srcOrd="0" destOrd="0" presId="urn:microsoft.com/office/officeart/2005/8/layout/process1"/>
    <dgm:cxn modelId="{3F5CA6BB-3145-F24A-B81F-B6FB66C2A79C}" type="presOf" srcId="{D867AFED-8CC9-964E-8B6D-921429CDE1E3}" destId="{B0F1ACF3-73B1-8F4B-8C6E-C6E7E26163EC}" srcOrd="0" destOrd="0" presId="urn:microsoft.com/office/officeart/2005/8/layout/process1"/>
    <dgm:cxn modelId="{3804B8BB-2F5B-E748-8296-C8C7A354BB57}" type="presOf" srcId="{EEDAD1C3-483F-D340-9065-15BD04ACFC03}" destId="{21DC711F-9CD2-B548-9970-FCDF9A80C097}" srcOrd="0" destOrd="0" presId="urn:microsoft.com/office/officeart/2005/8/layout/process1"/>
    <dgm:cxn modelId="{6427A0BC-445C-5A42-99FC-F33AFFB1D88B}" type="presOf" srcId="{01BDEBB3-9E6A-0645-9D29-C5A8B0CAB503}" destId="{A537FBC2-857B-CC45-BBA7-7DD8C2EB7B1A}" srcOrd="0" destOrd="0" presId="urn:microsoft.com/office/officeart/2005/8/layout/process1"/>
    <dgm:cxn modelId="{66D5BAC7-58FA-0845-8933-78E6A6318A23}" type="presOf" srcId="{CA8E10A3-16E8-7E4C-85D9-1161CC0D09A3}" destId="{54A2E0D8-47DD-514A-BFD4-A3AACFDF3704}" srcOrd="1" destOrd="0" presId="urn:microsoft.com/office/officeart/2005/8/layout/process1"/>
    <dgm:cxn modelId="{3B549ECC-19EE-FE43-8063-9B26528BB769}" type="presOf" srcId="{62F9CB94-376E-E541-816B-518E9876B330}" destId="{E7011696-9A78-E946-A828-4C52C8DAF013}" srcOrd="0" destOrd="0" presId="urn:microsoft.com/office/officeart/2005/8/layout/process1"/>
    <dgm:cxn modelId="{CCE44AD2-D811-EE4B-88A9-4272689229FC}" srcId="{01BDEBB3-9E6A-0645-9D29-C5A8B0CAB503}" destId="{BBDBEB35-FCD9-A14F-9825-670ECCBE82B5}" srcOrd="1" destOrd="0" parTransId="{9F1EE334-016D-944E-990A-7B428DC2EA04}" sibTransId="{39123FF0-A6DE-E44E-A49B-C7E9CED0E8D5}"/>
    <dgm:cxn modelId="{DE3479D7-6972-E246-9E18-B1F3DD2A079E}" type="presOf" srcId="{F5BBB456-CFDB-844B-AA5C-3FCCD81C9856}" destId="{006D8575-34FA-A54F-AA64-86EBCD840F06}" srcOrd="0" destOrd="0" presId="urn:microsoft.com/office/officeart/2005/8/layout/process1"/>
    <dgm:cxn modelId="{46A4C0EE-FCBC-9A47-B1CD-A64326FF2B1B}" srcId="{01BDEBB3-9E6A-0645-9D29-C5A8B0CAB503}" destId="{D867AFED-8CC9-964E-8B6D-921429CDE1E3}" srcOrd="5" destOrd="0" parTransId="{7E35C843-569D-B14D-9A87-5FA33342CDE6}" sibTransId="{FB98932C-1CEE-0243-AB2C-E10F0CB3EC02}"/>
    <dgm:cxn modelId="{2DDE74F3-7981-714A-8AF0-C40858B8BED9}" type="presOf" srcId="{F5BBB456-CFDB-844B-AA5C-3FCCD81C9856}" destId="{008F80BC-5B22-9F45-AAD0-809AF190DB4E}" srcOrd="1" destOrd="0" presId="urn:microsoft.com/office/officeart/2005/8/layout/process1"/>
    <dgm:cxn modelId="{F07CB5FC-B332-6049-9B69-008E7649C398}" type="presOf" srcId="{39123FF0-A6DE-E44E-A49B-C7E9CED0E8D5}" destId="{2BA8B3FC-3E49-8D4E-BBA2-6EDBD318D81F}" srcOrd="1" destOrd="0" presId="urn:microsoft.com/office/officeart/2005/8/layout/process1"/>
    <dgm:cxn modelId="{D74DFAC8-D005-A743-9D9F-7DFB1CC9F404}" type="presParOf" srcId="{A537FBC2-857B-CC45-BBA7-7DD8C2EB7B1A}" destId="{21DC711F-9CD2-B548-9970-FCDF9A80C097}" srcOrd="0" destOrd="0" presId="urn:microsoft.com/office/officeart/2005/8/layout/process1"/>
    <dgm:cxn modelId="{11C2993E-3123-0448-90CF-5631BC10BA91}" type="presParOf" srcId="{A537FBC2-857B-CC45-BBA7-7DD8C2EB7B1A}" destId="{6EA2C098-3E29-4B4F-B577-18EE78C909D8}" srcOrd="1" destOrd="0" presId="urn:microsoft.com/office/officeart/2005/8/layout/process1"/>
    <dgm:cxn modelId="{5ED3C529-DACD-3346-A244-729FE07FDFC7}" type="presParOf" srcId="{6EA2C098-3E29-4B4F-B577-18EE78C909D8}" destId="{54A2E0D8-47DD-514A-BFD4-A3AACFDF3704}" srcOrd="0" destOrd="0" presId="urn:microsoft.com/office/officeart/2005/8/layout/process1"/>
    <dgm:cxn modelId="{4BDD296E-DE99-C44A-937D-BF26B2854A40}" type="presParOf" srcId="{A537FBC2-857B-CC45-BBA7-7DD8C2EB7B1A}" destId="{7DBA929A-23E4-B349-93ED-53776688EBD3}" srcOrd="2" destOrd="0" presId="urn:microsoft.com/office/officeart/2005/8/layout/process1"/>
    <dgm:cxn modelId="{8B8A1AF5-73E1-BD4B-9868-29EC66F4D1A6}" type="presParOf" srcId="{A537FBC2-857B-CC45-BBA7-7DD8C2EB7B1A}" destId="{20D6663A-C745-2446-8F35-DF6DD60005F3}" srcOrd="3" destOrd="0" presId="urn:microsoft.com/office/officeart/2005/8/layout/process1"/>
    <dgm:cxn modelId="{97468E49-A004-2245-8F42-5D59570C43E8}" type="presParOf" srcId="{20D6663A-C745-2446-8F35-DF6DD60005F3}" destId="{2BA8B3FC-3E49-8D4E-BBA2-6EDBD318D81F}" srcOrd="0" destOrd="0" presId="urn:microsoft.com/office/officeart/2005/8/layout/process1"/>
    <dgm:cxn modelId="{161A633F-857D-E946-B986-0D880E90D71E}" type="presParOf" srcId="{A537FBC2-857B-CC45-BBA7-7DD8C2EB7B1A}" destId="{E39117CF-AC9C-CC4C-B45F-40BA084E415F}" srcOrd="4" destOrd="0" presId="urn:microsoft.com/office/officeart/2005/8/layout/process1"/>
    <dgm:cxn modelId="{B14BE31F-C8DF-3543-9A78-1BF9600196C9}" type="presParOf" srcId="{A537FBC2-857B-CC45-BBA7-7DD8C2EB7B1A}" destId="{92B825E0-AD5E-B34E-87CC-01FA3716DCB4}" srcOrd="5" destOrd="0" presId="urn:microsoft.com/office/officeart/2005/8/layout/process1"/>
    <dgm:cxn modelId="{2D998AFA-8B8B-2643-B858-CF6C72E17FA7}" type="presParOf" srcId="{92B825E0-AD5E-B34E-87CC-01FA3716DCB4}" destId="{35BC936D-4B7E-484D-A9FB-B615AC2A60D3}" srcOrd="0" destOrd="0" presId="urn:microsoft.com/office/officeart/2005/8/layout/process1"/>
    <dgm:cxn modelId="{5601276E-D57B-FE41-9C4A-F9DAD5A2C080}" type="presParOf" srcId="{A537FBC2-857B-CC45-BBA7-7DD8C2EB7B1A}" destId="{E7011696-9A78-E946-A828-4C52C8DAF013}" srcOrd="6" destOrd="0" presId="urn:microsoft.com/office/officeart/2005/8/layout/process1"/>
    <dgm:cxn modelId="{EA51569B-FCD5-E14A-AC4F-01B2F6458ABB}" type="presParOf" srcId="{A537FBC2-857B-CC45-BBA7-7DD8C2EB7B1A}" destId="{006D8575-34FA-A54F-AA64-86EBCD840F06}" srcOrd="7" destOrd="0" presId="urn:microsoft.com/office/officeart/2005/8/layout/process1"/>
    <dgm:cxn modelId="{7AB4CC7A-A5E0-5B49-B304-5B2A0096D813}" type="presParOf" srcId="{006D8575-34FA-A54F-AA64-86EBCD840F06}" destId="{008F80BC-5B22-9F45-AAD0-809AF190DB4E}" srcOrd="0" destOrd="0" presId="urn:microsoft.com/office/officeart/2005/8/layout/process1"/>
    <dgm:cxn modelId="{9045E2D6-6BF6-E545-ACB3-D2742A35F6F6}" type="presParOf" srcId="{A537FBC2-857B-CC45-BBA7-7DD8C2EB7B1A}" destId="{38CCD99A-970E-C646-A86B-D1C7DC015FC8}" srcOrd="8" destOrd="0" presId="urn:microsoft.com/office/officeart/2005/8/layout/process1"/>
    <dgm:cxn modelId="{0BC58AF2-8E8B-F940-8D4E-622474D98467}" type="presParOf" srcId="{A537FBC2-857B-CC45-BBA7-7DD8C2EB7B1A}" destId="{CD42451B-2DF0-A447-8149-6EA27F7E142D}" srcOrd="9" destOrd="0" presId="urn:microsoft.com/office/officeart/2005/8/layout/process1"/>
    <dgm:cxn modelId="{F6FB54C7-B882-5F44-B0CE-374795749F39}" type="presParOf" srcId="{CD42451B-2DF0-A447-8149-6EA27F7E142D}" destId="{84091D46-9A92-DE49-8F8A-601F8C3EA5A4}" srcOrd="0" destOrd="0" presId="urn:microsoft.com/office/officeart/2005/8/layout/process1"/>
    <dgm:cxn modelId="{A6E53308-80A2-DF49-AFA6-C0EAAC1D9DB7}" type="presParOf" srcId="{A537FBC2-857B-CC45-BBA7-7DD8C2EB7B1A}" destId="{B0F1ACF3-73B1-8F4B-8C6E-C6E7E26163EC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1BDEBB3-9E6A-0645-9D29-C5A8B0CAB503}" type="doc">
      <dgm:prSet loTypeId="urn:microsoft.com/office/officeart/2005/8/layout/process1" loCatId="" qsTypeId="urn:microsoft.com/office/officeart/2005/8/quickstyle/simple1" qsCatId="simple" csTypeId="urn:microsoft.com/office/officeart/2005/8/colors/accent5_2" csCatId="accent5" phldr="1"/>
      <dgm:spPr/>
    </dgm:pt>
    <dgm:pt modelId="{BBDBEB35-FCD9-A14F-9825-670ECCBE82B5}">
      <dgm:prSet phldrT="[텍스트]"/>
      <dgm:spPr>
        <a:solidFill>
          <a:srgbClr val="876BDC">
            <a:alpha val="60000"/>
          </a:srgbClr>
        </a:solidFill>
      </dgm:spPr>
      <dgm:t>
        <a:bodyPr/>
        <a:lstStyle/>
        <a:p>
          <a:pPr latinLnBrk="1"/>
          <a:r>
            <a:rPr lang="en-US" altLang="ko-KR" dirty="0"/>
            <a:t>HiPPO</a:t>
          </a:r>
          <a:endParaRPr lang="ko-KR" altLang="en-US" dirty="0"/>
        </a:p>
      </dgm:t>
    </dgm:pt>
    <dgm:pt modelId="{9F1EE334-016D-944E-990A-7B428DC2EA04}" type="parTrans" cxnId="{CCE44AD2-D811-EE4B-88A9-4272689229FC}">
      <dgm:prSet/>
      <dgm:spPr/>
      <dgm:t>
        <a:bodyPr/>
        <a:lstStyle/>
        <a:p>
          <a:pPr latinLnBrk="1"/>
          <a:endParaRPr lang="ko-KR" altLang="en-US"/>
        </a:p>
      </dgm:t>
    </dgm:pt>
    <dgm:pt modelId="{39123FF0-A6DE-E44E-A49B-C7E9CED0E8D5}" type="sibTrans" cxnId="{CCE44AD2-D811-EE4B-88A9-4272689229FC}">
      <dgm:prSet/>
      <dgm:spPr>
        <a:solidFill>
          <a:srgbClr val="876BDC">
            <a:alpha val="60000"/>
          </a:srgbClr>
        </a:solidFill>
      </dgm:spPr>
      <dgm:t>
        <a:bodyPr/>
        <a:lstStyle/>
        <a:p>
          <a:pPr latinLnBrk="1"/>
          <a:endParaRPr lang="ko-KR" altLang="en-US"/>
        </a:p>
      </dgm:t>
    </dgm:pt>
    <dgm:pt modelId="{8D156C94-2C9A-A84E-B3F9-E6D8BD24516A}">
      <dgm:prSet phldrT="[텍스트]"/>
      <dgm:spPr>
        <a:solidFill>
          <a:srgbClr val="B462D3"/>
        </a:solidFill>
      </dgm:spPr>
      <dgm:t>
        <a:bodyPr/>
        <a:lstStyle/>
        <a:p>
          <a:pPr latinLnBrk="1"/>
          <a:r>
            <a:rPr lang="en-US" altLang="ko-KR" dirty="0"/>
            <a:t>LSSL</a:t>
          </a:r>
          <a:endParaRPr lang="ko-KR" altLang="en-US" dirty="0"/>
        </a:p>
      </dgm:t>
    </dgm:pt>
    <dgm:pt modelId="{6CFF3008-3285-2A44-8A4B-8DDBFDFC0800}" type="parTrans" cxnId="{50BC4281-CD93-F944-ABEA-E12715F3EE5A}">
      <dgm:prSet/>
      <dgm:spPr/>
      <dgm:t>
        <a:bodyPr/>
        <a:lstStyle/>
        <a:p>
          <a:pPr latinLnBrk="1"/>
          <a:endParaRPr lang="ko-KR" altLang="en-US"/>
        </a:p>
      </dgm:t>
    </dgm:pt>
    <dgm:pt modelId="{7EB9D612-5842-7346-8E50-2F89131AC126}" type="sibTrans" cxnId="{50BC4281-CD93-F944-ABEA-E12715F3EE5A}">
      <dgm:prSet/>
      <dgm:spPr>
        <a:solidFill>
          <a:srgbClr val="B462D3">
            <a:alpha val="40000"/>
          </a:srgbClr>
        </a:solidFill>
      </dgm:spPr>
      <dgm:t>
        <a:bodyPr/>
        <a:lstStyle/>
        <a:p>
          <a:pPr latinLnBrk="1"/>
          <a:endParaRPr lang="ko-KR" altLang="en-US"/>
        </a:p>
      </dgm:t>
    </dgm:pt>
    <dgm:pt modelId="{62F9CB94-376E-E541-816B-518E9876B330}">
      <dgm:prSet phldrT="[텍스트]"/>
      <dgm:spPr>
        <a:solidFill>
          <a:srgbClr val="D753C5">
            <a:alpha val="40000"/>
          </a:srgbClr>
        </a:solidFill>
      </dgm:spPr>
      <dgm:t>
        <a:bodyPr/>
        <a:lstStyle/>
        <a:p>
          <a:pPr latinLnBrk="1"/>
          <a:r>
            <a:rPr lang="en-US" altLang="ko-KR" dirty="0"/>
            <a:t>S4(D)</a:t>
          </a:r>
        </a:p>
      </dgm:t>
    </dgm:pt>
    <dgm:pt modelId="{6AF6F1B4-B693-D44F-84AA-E69DFDF9B8DF}" type="parTrans" cxnId="{2F9BA59B-CC82-064C-A882-EC9217E4D555}">
      <dgm:prSet/>
      <dgm:spPr/>
      <dgm:t>
        <a:bodyPr/>
        <a:lstStyle/>
        <a:p>
          <a:pPr latinLnBrk="1"/>
          <a:endParaRPr lang="ko-KR" altLang="en-US"/>
        </a:p>
      </dgm:t>
    </dgm:pt>
    <dgm:pt modelId="{F5BBB456-CFDB-844B-AA5C-3FCCD81C9856}" type="sibTrans" cxnId="{2F9BA59B-CC82-064C-A882-EC9217E4D555}">
      <dgm:prSet/>
      <dgm:spPr>
        <a:solidFill>
          <a:srgbClr val="D753C5">
            <a:alpha val="40000"/>
          </a:srgbClr>
        </a:solidFill>
      </dgm:spPr>
      <dgm:t>
        <a:bodyPr/>
        <a:lstStyle/>
        <a:p>
          <a:pPr latinLnBrk="1"/>
          <a:endParaRPr lang="ko-KR" altLang="en-US"/>
        </a:p>
      </dgm:t>
    </dgm:pt>
    <dgm:pt modelId="{DCFCE424-9702-9F40-980B-A807985531A1}">
      <dgm:prSet phldrT="[텍스트]"/>
      <dgm:spPr>
        <a:solidFill>
          <a:srgbClr val="EE3FB3">
            <a:alpha val="40000"/>
          </a:srgbClr>
        </a:solidFill>
      </dgm:spPr>
      <dgm:t>
        <a:bodyPr/>
        <a:lstStyle/>
        <a:p>
          <a:pPr latinLnBrk="1"/>
          <a:r>
            <a:rPr lang="en-US" altLang="ko-KR" dirty="0"/>
            <a:t>H3</a:t>
          </a:r>
        </a:p>
      </dgm:t>
    </dgm:pt>
    <dgm:pt modelId="{C99DF920-6980-C643-9675-9C872061F68F}" type="parTrans" cxnId="{0664C01F-0B48-294E-832C-B728683F4A80}">
      <dgm:prSet/>
      <dgm:spPr/>
      <dgm:t>
        <a:bodyPr/>
        <a:lstStyle/>
        <a:p>
          <a:pPr latinLnBrk="1"/>
          <a:endParaRPr lang="ko-KR" altLang="en-US"/>
        </a:p>
      </dgm:t>
    </dgm:pt>
    <dgm:pt modelId="{B4C2AED2-B756-CC48-A8B3-73820150B0B2}" type="sibTrans" cxnId="{0664C01F-0B48-294E-832C-B728683F4A80}">
      <dgm:prSet/>
      <dgm:spPr>
        <a:solidFill>
          <a:srgbClr val="EE3FB3">
            <a:alpha val="40000"/>
          </a:srgbClr>
        </a:solidFill>
      </dgm:spPr>
      <dgm:t>
        <a:bodyPr/>
        <a:lstStyle/>
        <a:p>
          <a:pPr latinLnBrk="1"/>
          <a:endParaRPr lang="ko-KR" altLang="en-US"/>
        </a:p>
      </dgm:t>
    </dgm:pt>
    <dgm:pt modelId="{EEDAD1C3-483F-D340-9065-15BD04ACFC03}">
      <dgm:prSet phldrT="[텍스트]"/>
      <dgm:spPr>
        <a:solidFill>
          <a:schemeClr val="accent5">
            <a:hueOff val="0"/>
            <a:satOff val="0"/>
            <a:lumOff val="0"/>
            <a:alpha val="60000"/>
          </a:schemeClr>
        </a:solidFill>
      </dgm:spPr>
      <dgm:t>
        <a:bodyPr/>
        <a:lstStyle/>
        <a:p>
          <a:pPr latinLnBrk="1"/>
          <a:r>
            <a:rPr lang="en-US" altLang="ko-KR" dirty="0"/>
            <a:t>SSM</a:t>
          </a:r>
          <a:endParaRPr lang="ko-KR" altLang="en-US" dirty="0"/>
        </a:p>
      </dgm:t>
    </dgm:pt>
    <dgm:pt modelId="{E127E2D3-A936-9748-A0D2-DC6F52053C92}" type="parTrans" cxnId="{ED6B5673-A415-9B43-B4EB-07861FFBB090}">
      <dgm:prSet/>
      <dgm:spPr/>
      <dgm:t>
        <a:bodyPr/>
        <a:lstStyle/>
        <a:p>
          <a:pPr latinLnBrk="1"/>
          <a:endParaRPr lang="ko-KR" altLang="en-US"/>
        </a:p>
      </dgm:t>
    </dgm:pt>
    <dgm:pt modelId="{CA8E10A3-16E8-7E4C-85D9-1161CC0D09A3}" type="sibTrans" cxnId="{ED6B5673-A415-9B43-B4EB-07861FFBB090}">
      <dgm:prSet/>
      <dgm:spPr>
        <a:solidFill>
          <a:schemeClr val="accent5">
            <a:alpha val="60000"/>
          </a:schemeClr>
        </a:solidFill>
      </dgm:spPr>
      <dgm:t>
        <a:bodyPr/>
        <a:lstStyle/>
        <a:p>
          <a:pPr latinLnBrk="1"/>
          <a:endParaRPr lang="ko-KR" altLang="en-US"/>
        </a:p>
      </dgm:t>
    </dgm:pt>
    <dgm:pt modelId="{D867AFED-8CC9-964E-8B6D-921429CDE1E3}">
      <dgm:prSet phldrT="[텍스트]"/>
      <dgm:spPr>
        <a:solidFill>
          <a:schemeClr val="accent1">
            <a:alpha val="40000"/>
          </a:schemeClr>
        </a:solidFill>
      </dgm:spPr>
      <dgm:t>
        <a:bodyPr/>
        <a:lstStyle/>
        <a:p>
          <a:pPr latinLnBrk="1"/>
          <a:r>
            <a:rPr lang="en-US" altLang="ko-KR" dirty="0"/>
            <a:t>Mamba</a:t>
          </a:r>
        </a:p>
      </dgm:t>
    </dgm:pt>
    <dgm:pt modelId="{7E35C843-569D-B14D-9A87-5FA33342CDE6}" type="parTrans" cxnId="{46A4C0EE-FCBC-9A47-B1CD-A64326FF2B1B}">
      <dgm:prSet/>
      <dgm:spPr/>
      <dgm:t>
        <a:bodyPr/>
        <a:lstStyle/>
        <a:p>
          <a:pPr latinLnBrk="1"/>
          <a:endParaRPr lang="ko-KR" altLang="en-US"/>
        </a:p>
      </dgm:t>
    </dgm:pt>
    <dgm:pt modelId="{FB98932C-1CEE-0243-AB2C-E10F0CB3EC02}" type="sibTrans" cxnId="{46A4C0EE-FCBC-9A47-B1CD-A64326FF2B1B}">
      <dgm:prSet/>
      <dgm:spPr/>
      <dgm:t>
        <a:bodyPr/>
        <a:lstStyle/>
        <a:p>
          <a:pPr latinLnBrk="1"/>
          <a:endParaRPr lang="ko-KR" altLang="en-US"/>
        </a:p>
      </dgm:t>
    </dgm:pt>
    <dgm:pt modelId="{A537FBC2-857B-CC45-BBA7-7DD8C2EB7B1A}" type="pres">
      <dgm:prSet presAssocID="{01BDEBB3-9E6A-0645-9D29-C5A8B0CAB503}" presName="Name0" presStyleCnt="0">
        <dgm:presLayoutVars>
          <dgm:dir/>
          <dgm:resizeHandles val="exact"/>
        </dgm:presLayoutVars>
      </dgm:prSet>
      <dgm:spPr/>
    </dgm:pt>
    <dgm:pt modelId="{21DC711F-9CD2-B548-9970-FCDF9A80C097}" type="pres">
      <dgm:prSet presAssocID="{EEDAD1C3-483F-D340-9065-15BD04ACFC03}" presName="node" presStyleLbl="node1" presStyleIdx="0" presStyleCnt="6">
        <dgm:presLayoutVars>
          <dgm:bulletEnabled val="1"/>
        </dgm:presLayoutVars>
      </dgm:prSet>
      <dgm:spPr/>
    </dgm:pt>
    <dgm:pt modelId="{6EA2C098-3E29-4B4F-B577-18EE78C909D8}" type="pres">
      <dgm:prSet presAssocID="{CA8E10A3-16E8-7E4C-85D9-1161CC0D09A3}" presName="sibTrans" presStyleLbl="sibTrans2D1" presStyleIdx="0" presStyleCnt="5"/>
      <dgm:spPr/>
    </dgm:pt>
    <dgm:pt modelId="{54A2E0D8-47DD-514A-BFD4-A3AACFDF3704}" type="pres">
      <dgm:prSet presAssocID="{CA8E10A3-16E8-7E4C-85D9-1161CC0D09A3}" presName="connectorText" presStyleLbl="sibTrans2D1" presStyleIdx="0" presStyleCnt="5"/>
      <dgm:spPr/>
    </dgm:pt>
    <dgm:pt modelId="{7DBA929A-23E4-B349-93ED-53776688EBD3}" type="pres">
      <dgm:prSet presAssocID="{BBDBEB35-FCD9-A14F-9825-670ECCBE82B5}" presName="node" presStyleLbl="node1" presStyleIdx="1" presStyleCnt="6">
        <dgm:presLayoutVars>
          <dgm:bulletEnabled val="1"/>
        </dgm:presLayoutVars>
      </dgm:prSet>
      <dgm:spPr/>
    </dgm:pt>
    <dgm:pt modelId="{20D6663A-C745-2446-8F35-DF6DD60005F3}" type="pres">
      <dgm:prSet presAssocID="{39123FF0-A6DE-E44E-A49B-C7E9CED0E8D5}" presName="sibTrans" presStyleLbl="sibTrans2D1" presStyleIdx="1" presStyleCnt="5"/>
      <dgm:spPr/>
    </dgm:pt>
    <dgm:pt modelId="{2BA8B3FC-3E49-8D4E-BBA2-6EDBD318D81F}" type="pres">
      <dgm:prSet presAssocID="{39123FF0-A6DE-E44E-A49B-C7E9CED0E8D5}" presName="connectorText" presStyleLbl="sibTrans2D1" presStyleIdx="1" presStyleCnt="5"/>
      <dgm:spPr/>
    </dgm:pt>
    <dgm:pt modelId="{E39117CF-AC9C-CC4C-B45F-40BA084E415F}" type="pres">
      <dgm:prSet presAssocID="{8D156C94-2C9A-A84E-B3F9-E6D8BD24516A}" presName="node" presStyleLbl="node1" presStyleIdx="2" presStyleCnt="6">
        <dgm:presLayoutVars>
          <dgm:bulletEnabled val="1"/>
        </dgm:presLayoutVars>
      </dgm:prSet>
      <dgm:spPr/>
    </dgm:pt>
    <dgm:pt modelId="{92B825E0-AD5E-B34E-87CC-01FA3716DCB4}" type="pres">
      <dgm:prSet presAssocID="{7EB9D612-5842-7346-8E50-2F89131AC126}" presName="sibTrans" presStyleLbl="sibTrans2D1" presStyleIdx="2" presStyleCnt="5"/>
      <dgm:spPr/>
    </dgm:pt>
    <dgm:pt modelId="{35BC936D-4B7E-484D-A9FB-B615AC2A60D3}" type="pres">
      <dgm:prSet presAssocID="{7EB9D612-5842-7346-8E50-2F89131AC126}" presName="connectorText" presStyleLbl="sibTrans2D1" presStyleIdx="2" presStyleCnt="5"/>
      <dgm:spPr/>
    </dgm:pt>
    <dgm:pt modelId="{E7011696-9A78-E946-A828-4C52C8DAF013}" type="pres">
      <dgm:prSet presAssocID="{62F9CB94-376E-E541-816B-518E9876B330}" presName="node" presStyleLbl="node1" presStyleIdx="3" presStyleCnt="6">
        <dgm:presLayoutVars>
          <dgm:bulletEnabled val="1"/>
        </dgm:presLayoutVars>
      </dgm:prSet>
      <dgm:spPr/>
    </dgm:pt>
    <dgm:pt modelId="{006D8575-34FA-A54F-AA64-86EBCD840F06}" type="pres">
      <dgm:prSet presAssocID="{F5BBB456-CFDB-844B-AA5C-3FCCD81C9856}" presName="sibTrans" presStyleLbl="sibTrans2D1" presStyleIdx="3" presStyleCnt="5"/>
      <dgm:spPr/>
    </dgm:pt>
    <dgm:pt modelId="{008F80BC-5B22-9F45-AAD0-809AF190DB4E}" type="pres">
      <dgm:prSet presAssocID="{F5BBB456-CFDB-844B-AA5C-3FCCD81C9856}" presName="connectorText" presStyleLbl="sibTrans2D1" presStyleIdx="3" presStyleCnt="5"/>
      <dgm:spPr/>
    </dgm:pt>
    <dgm:pt modelId="{38CCD99A-970E-C646-A86B-D1C7DC015FC8}" type="pres">
      <dgm:prSet presAssocID="{DCFCE424-9702-9F40-980B-A807985531A1}" presName="node" presStyleLbl="node1" presStyleIdx="4" presStyleCnt="6">
        <dgm:presLayoutVars>
          <dgm:bulletEnabled val="1"/>
        </dgm:presLayoutVars>
      </dgm:prSet>
      <dgm:spPr/>
    </dgm:pt>
    <dgm:pt modelId="{CD42451B-2DF0-A447-8149-6EA27F7E142D}" type="pres">
      <dgm:prSet presAssocID="{B4C2AED2-B756-CC48-A8B3-73820150B0B2}" presName="sibTrans" presStyleLbl="sibTrans2D1" presStyleIdx="4" presStyleCnt="5"/>
      <dgm:spPr/>
    </dgm:pt>
    <dgm:pt modelId="{84091D46-9A92-DE49-8F8A-601F8C3EA5A4}" type="pres">
      <dgm:prSet presAssocID="{B4C2AED2-B756-CC48-A8B3-73820150B0B2}" presName="connectorText" presStyleLbl="sibTrans2D1" presStyleIdx="4" presStyleCnt="5"/>
      <dgm:spPr/>
    </dgm:pt>
    <dgm:pt modelId="{B0F1ACF3-73B1-8F4B-8C6E-C6E7E26163EC}" type="pres">
      <dgm:prSet presAssocID="{D867AFED-8CC9-964E-8B6D-921429CDE1E3}" presName="node" presStyleLbl="node1" presStyleIdx="5" presStyleCnt="6">
        <dgm:presLayoutVars>
          <dgm:bulletEnabled val="1"/>
        </dgm:presLayoutVars>
      </dgm:prSet>
      <dgm:spPr/>
    </dgm:pt>
  </dgm:ptLst>
  <dgm:cxnLst>
    <dgm:cxn modelId="{53A48C02-B1D6-6744-BC22-29F9D68B8D67}" type="presOf" srcId="{BBDBEB35-FCD9-A14F-9825-670ECCBE82B5}" destId="{7DBA929A-23E4-B349-93ED-53776688EBD3}" srcOrd="0" destOrd="0" presId="urn:microsoft.com/office/officeart/2005/8/layout/process1"/>
    <dgm:cxn modelId="{0664C01F-0B48-294E-832C-B728683F4A80}" srcId="{01BDEBB3-9E6A-0645-9D29-C5A8B0CAB503}" destId="{DCFCE424-9702-9F40-980B-A807985531A1}" srcOrd="4" destOrd="0" parTransId="{C99DF920-6980-C643-9675-9C872061F68F}" sibTransId="{B4C2AED2-B756-CC48-A8B3-73820150B0B2}"/>
    <dgm:cxn modelId="{0EA7E220-7A2D-BF47-A5E5-5407CBDC9748}" type="presOf" srcId="{CA8E10A3-16E8-7E4C-85D9-1161CC0D09A3}" destId="{6EA2C098-3E29-4B4F-B577-18EE78C909D8}" srcOrd="0" destOrd="0" presId="urn:microsoft.com/office/officeart/2005/8/layout/process1"/>
    <dgm:cxn modelId="{0E96F427-E031-694C-86C1-15BEF6F2CC41}" type="presOf" srcId="{B4C2AED2-B756-CC48-A8B3-73820150B0B2}" destId="{84091D46-9A92-DE49-8F8A-601F8C3EA5A4}" srcOrd="1" destOrd="0" presId="urn:microsoft.com/office/officeart/2005/8/layout/process1"/>
    <dgm:cxn modelId="{62A4293E-4ABC-F74E-86A6-EA966F5F63ED}" type="presOf" srcId="{8D156C94-2C9A-A84E-B3F9-E6D8BD24516A}" destId="{E39117CF-AC9C-CC4C-B45F-40BA084E415F}" srcOrd="0" destOrd="0" presId="urn:microsoft.com/office/officeart/2005/8/layout/process1"/>
    <dgm:cxn modelId="{4F154250-CF95-CD4D-9191-B51EEAC285CE}" type="presOf" srcId="{7EB9D612-5842-7346-8E50-2F89131AC126}" destId="{35BC936D-4B7E-484D-A9FB-B615AC2A60D3}" srcOrd="1" destOrd="0" presId="urn:microsoft.com/office/officeart/2005/8/layout/process1"/>
    <dgm:cxn modelId="{4D04845E-8724-244E-A5BC-42213E57328A}" type="presOf" srcId="{39123FF0-A6DE-E44E-A49B-C7E9CED0E8D5}" destId="{20D6663A-C745-2446-8F35-DF6DD60005F3}" srcOrd="0" destOrd="0" presId="urn:microsoft.com/office/officeart/2005/8/layout/process1"/>
    <dgm:cxn modelId="{ED6B5673-A415-9B43-B4EB-07861FFBB090}" srcId="{01BDEBB3-9E6A-0645-9D29-C5A8B0CAB503}" destId="{EEDAD1C3-483F-D340-9065-15BD04ACFC03}" srcOrd="0" destOrd="0" parTransId="{E127E2D3-A936-9748-A0D2-DC6F52053C92}" sibTransId="{CA8E10A3-16E8-7E4C-85D9-1161CC0D09A3}"/>
    <dgm:cxn modelId="{50BC4281-CD93-F944-ABEA-E12715F3EE5A}" srcId="{01BDEBB3-9E6A-0645-9D29-C5A8B0CAB503}" destId="{8D156C94-2C9A-A84E-B3F9-E6D8BD24516A}" srcOrd="2" destOrd="0" parTransId="{6CFF3008-3285-2A44-8A4B-8DDBFDFC0800}" sibTransId="{7EB9D612-5842-7346-8E50-2F89131AC126}"/>
    <dgm:cxn modelId="{0644D38B-966E-8049-A1DB-48328A12EC0C}" type="presOf" srcId="{DCFCE424-9702-9F40-980B-A807985531A1}" destId="{38CCD99A-970E-C646-A86B-D1C7DC015FC8}" srcOrd="0" destOrd="0" presId="urn:microsoft.com/office/officeart/2005/8/layout/process1"/>
    <dgm:cxn modelId="{2F9BA59B-CC82-064C-A882-EC9217E4D555}" srcId="{01BDEBB3-9E6A-0645-9D29-C5A8B0CAB503}" destId="{62F9CB94-376E-E541-816B-518E9876B330}" srcOrd="3" destOrd="0" parTransId="{6AF6F1B4-B693-D44F-84AA-E69DFDF9B8DF}" sibTransId="{F5BBB456-CFDB-844B-AA5C-3FCCD81C9856}"/>
    <dgm:cxn modelId="{9731DDA3-A52C-1E4B-B082-67E1CFE8340C}" type="presOf" srcId="{B4C2AED2-B756-CC48-A8B3-73820150B0B2}" destId="{CD42451B-2DF0-A447-8149-6EA27F7E142D}" srcOrd="0" destOrd="0" presId="urn:microsoft.com/office/officeart/2005/8/layout/process1"/>
    <dgm:cxn modelId="{B20CD0AC-678E-3E48-851B-31AA1CEA6C3A}" type="presOf" srcId="{7EB9D612-5842-7346-8E50-2F89131AC126}" destId="{92B825E0-AD5E-B34E-87CC-01FA3716DCB4}" srcOrd="0" destOrd="0" presId="urn:microsoft.com/office/officeart/2005/8/layout/process1"/>
    <dgm:cxn modelId="{3F5CA6BB-3145-F24A-B81F-B6FB66C2A79C}" type="presOf" srcId="{D867AFED-8CC9-964E-8B6D-921429CDE1E3}" destId="{B0F1ACF3-73B1-8F4B-8C6E-C6E7E26163EC}" srcOrd="0" destOrd="0" presId="urn:microsoft.com/office/officeart/2005/8/layout/process1"/>
    <dgm:cxn modelId="{3804B8BB-2F5B-E748-8296-C8C7A354BB57}" type="presOf" srcId="{EEDAD1C3-483F-D340-9065-15BD04ACFC03}" destId="{21DC711F-9CD2-B548-9970-FCDF9A80C097}" srcOrd="0" destOrd="0" presId="urn:microsoft.com/office/officeart/2005/8/layout/process1"/>
    <dgm:cxn modelId="{6427A0BC-445C-5A42-99FC-F33AFFB1D88B}" type="presOf" srcId="{01BDEBB3-9E6A-0645-9D29-C5A8B0CAB503}" destId="{A537FBC2-857B-CC45-BBA7-7DD8C2EB7B1A}" srcOrd="0" destOrd="0" presId="urn:microsoft.com/office/officeart/2005/8/layout/process1"/>
    <dgm:cxn modelId="{66D5BAC7-58FA-0845-8933-78E6A6318A23}" type="presOf" srcId="{CA8E10A3-16E8-7E4C-85D9-1161CC0D09A3}" destId="{54A2E0D8-47DD-514A-BFD4-A3AACFDF3704}" srcOrd="1" destOrd="0" presId="urn:microsoft.com/office/officeart/2005/8/layout/process1"/>
    <dgm:cxn modelId="{3B549ECC-19EE-FE43-8063-9B26528BB769}" type="presOf" srcId="{62F9CB94-376E-E541-816B-518E9876B330}" destId="{E7011696-9A78-E946-A828-4C52C8DAF013}" srcOrd="0" destOrd="0" presId="urn:microsoft.com/office/officeart/2005/8/layout/process1"/>
    <dgm:cxn modelId="{CCE44AD2-D811-EE4B-88A9-4272689229FC}" srcId="{01BDEBB3-9E6A-0645-9D29-C5A8B0CAB503}" destId="{BBDBEB35-FCD9-A14F-9825-670ECCBE82B5}" srcOrd="1" destOrd="0" parTransId="{9F1EE334-016D-944E-990A-7B428DC2EA04}" sibTransId="{39123FF0-A6DE-E44E-A49B-C7E9CED0E8D5}"/>
    <dgm:cxn modelId="{DE3479D7-6972-E246-9E18-B1F3DD2A079E}" type="presOf" srcId="{F5BBB456-CFDB-844B-AA5C-3FCCD81C9856}" destId="{006D8575-34FA-A54F-AA64-86EBCD840F06}" srcOrd="0" destOrd="0" presId="urn:microsoft.com/office/officeart/2005/8/layout/process1"/>
    <dgm:cxn modelId="{46A4C0EE-FCBC-9A47-B1CD-A64326FF2B1B}" srcId="{01BDEBB3-9E6A-0645-9D29-C5A8B0CAB503}" destId="{D867AFED-8CC9-964E-8B6D-921429CDE1E3}" srcOrd="5" destOrd="0" parTransId="{7E35C843-569D-B14D-9A87-5FA33342CDE6}" sibTransId="{FB98932C-1CEE-0243-AB2C-E10F0CB3EC02}"/>
    <dgm:cxn modelId="{2DDE74F3-7981-714A-8AF0-C40858B8BED9}" type="presOf" srcId="{F5BBB456-CFDB-844B-AA5C-3FCCD81C9856}" destId="{008F80BC-5B22-9F45-AAD0-809AF190DB4E}" srcOrd="1" destOrd="0" presId="urn:microsoft.com/office/officeart/2005/8/layout/process1"/>
    <dgm:cxn modelId="{F07CB5FC-B332-6049-9B69-008E7649C398}" type="presOf" srcId="{39123FF0-A6DE-E44E-A49B-C7E9CED0E8D5}" destId="{2BA8B3FC-3E49-8D4E-BBA2-6EDBD318D81F}" srcOrd="1" destOrd="0" presId="urn:microsoft.com/office/officeart/2005/8/layout/process1"/>
    <dgm:cxn modelId="{D74DFAC8-D005-A743-9D9F-7DFB1CC9F404}" type="presParOf" srcId="{A537FBC2-857B-CC45-BBA7-7DD8C2EB7B1A}" destId="{21DC711F-9CD2-B548-9970-FCDF9A80C097}" srcOrd="0" destOrd="0" presId="urn:microsoft.com/office/officeart/2005/8/layout/process1"/>
    <dgm:cxn modelId="{11C2993E-3123-0448-90CF-5631BC10BA91}" type="presParOf" srcId="{A537FBC2-857B-CC45-BBA7-7DD8C2EB7B1A}" destId="{6EA2C098-3E29-4B4F-B577-18EE78C909D8}" srcOrd="1" destOrd="0" presId="urn:microsoft.com/office/officeart/2005/8/layout/process1"/>
    <dgm:cxn modelId="{5ED3C529-DACD-3346-A244-729FE07FDFC7}" type="presParOf" srcId="{6EA2C098-3E29-4B4F-B577-18EE78C909D8}" destId="{54A2E0D8-47DD-514A-BFD4-A3AACFDF3704}" srcOrd="0" destOrd="0" presId="urn:microsoft.com/office/officeart/2005/8/layout/process1"/>
    <dgm:cxn modelId="{4BDD296E-DE99-C44A-937D-BF26B2854A40}" type="presParOf" srcId="{A537FBC2-857B-CC45-BBA7-7DD8C2EB7B1A}" destId="{7DBA929A-23E4-B349-93ED-53776688EBD3}" srcOrd="2" destOrd="0" presId="urn:microsoft.com/office/officeart/2005/8/layout/process1"/>
    <dgm:cxn modelId="{8B8A1AF5-73E1-BD4B-9868-29EC66F4D1A6}" type="presParOf" srcId="{A537FBC2-857B-CC45-BBA7-7DD8C2EB7B1A}" destId="{20D6663A-C745-2446-8F35-DF6DD60005F3}" srcOrd="3" destOrd="0" presId="urn:microsoft.com/office/officeart/2005/8/layout/process1"/>
    <dgm:cxn modelId="{97468E49-A004-2245-8F42-5D59570C43E8}" type="presParOf" srcId="{20D6663A-C745-2446-8F35-DF6DD60005F3}" destId="{2BA8B3FC-3E49-8D4E-BBA2-6EDBD318D81F}" srcOrd="0" destOrd="0" presId="urn:microsoft.com/office/officeart/2005/8/layout/process1"/>
    <dgm:cxn modelId="{161A633F-857D-E946-B986-0D880E90D71E}" type="presParOf" srcId="{A537FBC2-857B-CC45-BBA7-7DD8C2EB7B1A}" destId="{E39117CF-AC9C-CC4C-B45F-40BA084E415F}" srcOrd="4" destOrd="0" presId="urn:microsoft.com/office/officeart/2005/8/layout/process1"/>
    <dgm:cxn modelId="{B14BE31F-C8DF-3543-9A78-1BF9600196C9}" type="presParOf" srcId="{A537FBC2-857B-CC45-BBA7-7DD8C2EB7B1A}" destId="{92B825E0-AD5E-B34E-87CC-01FA3716DCB4}" srcOrd="5" destOrd="0" presId="urn:microsoft.com/office/officeart/2005/8/layout/process1"/>
    <dgm:cxn modelId="{2D998AFA-8B8B-2643-B858-CF6C72E17FA7}" type="presParOf" srcId="{92B825E0-AD5E-B34E-87CC-01FA3716DCB4}" destId="{35BC936D-4B7E-484D-A9FB-B615AC2A60D3}" srcOrd="0" destOrd="0" presId="urn:microsoft.com/office/officeart/2005/8/layout/process1"/>
    <dgm:cxn modelId="{5601276E-D57B-FE41-9C4A-F9DAD5A2C080}" type="presParOf" srcId="{A537FBC2-857B-CC45-BBA7-7DD8C2EB7B1A}" destId="{E7011696-9A78-E946-A828-4C52C8DAF013}" srcOrd="6" destOrd="0" presId="urn:microsoft.com/office/officeart/2005/8/layout/process1"/>
    <dgm:cxn modelId="{EA51569B-FCD5-E14A-AC4F-01B2F6458ABB}" type="presParOf" srcId="{A537FBC2-857B-CC45-BBA7-7DD8C2EB7B1A}" destId="{006D8575-34FA-A54F-AA64-86EBCD840F06}" srcOrd="7" destOrd="0" presId="urn:microsoft.com/office/officeart/2005/8/layout/process1"/>
    <dgm:cxn modelId="{7AB4CC7A-A5E0-5B49-B304-5B2A0096D813}" type="presParOf" srcId="{006D8575-34FA-A54F-AA64-86EBCD840F06}" destId="{008F80BC-5B22-9F45-AAD0-809AF190DB4E}" srcOrd="0" destOrd="0" presId="urn:microsoft.com/office/officeart/2005/8/layout/process1"/>
    <dgm:cxn modelId="{9045E2D6-6BF6-E545-ACB3-D2742A35F6F6}" type="presParOf" srcId="{A537FBC2-857B-CC45-BBA7-7DD8C2EB7B1A}" destId="{38CCD99A-970E-C646-A86B-D1C7DC015FC8}" srcOrd="8" destOrd="0" presId="urn:microsoft.com/office/officeart/2005/8/layout/process1"/>
    <dgm:cxn modelId="{0BC58AF2-8E8B-F940-8D4E-622474D98467}" type="presParOf" srcId="{A537FBC2-857B-CC45-BBA7-7DD8C2EB7B1A}" destId="{CD42451B-2DF0-A447-8149-6EA27F7E142D}" srcOrd="9" destOrd="0" presId="urn:microsoft.com/office/officeart/2005/8/layout/process1"/>
    <dgm:cxn modelId="{F6FB54C7-B882-5F44-B0CE-374795749F39}" type="presParOf" srcId="{CD42451B-2DF0-A447-8149-6EA27F7E142D}" destId="{84091D46-9A92-DE49-8F8A-601F8C3EA5A4}" srcOrd="0" destOrd="0" presId="urn:microsoft.com/office/officeart/2005/8/layout/process1"/>
    <dgm:cxn modelId="{A6E53308-80A2-DF49-AFA6-C0EAAC1D9DB7}" type="presParOf" srcId="{A537FBC2-857B-CC45-BBA7-7DD8C2EB7B1A}" destId="{B0F1ACF3-73B1-8F4B-8C6E-C6E7E26163EC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1BDEBB3-9E6A-0645-9D29-C5A8B0CAB503}" type="doc">
      <dgm:prSet loTypeId="urn:microsoft.com/office/officeart/2005/8/layout/process1" loCatId="" qsTypeId="urn:microsoft.com/office/officeart/2005/8/quickstyle/simple1" qsCatId="simple" csTypeId="urn:microsoft.com/office/officeart/2005/8/colors/accent5_2" csCatId="accent5" phldr="1"/>
      <dgm:spPr/>
    </dgm:pt>
    <dgm:pt modelId="{BBDBEB35-FCD9-A14F-9825-670ECCBE82B5}">
      <dgm:prSet phldrT="[텍스트]"/>
      <dgm:spPr>
        <a:solidFill>
          <a:srgbClr val="876BDC">
            <a:alpha val="60000"/>
          </a:srgbClr>
        </a:solidFill>
      </dgm:spPr>
      <dgm:t>
        <a:bodyPr/>
        <a:lstStyle/>
        <a:p>
          <a:pPr latinLnBrk="1"/>
          <a:r>
            <a:rPr lang="en-US" altLang="ko-KR" dirty="0"/>
            <a:t>HiPPO</a:t>
          </a:r>
          <a:endParaRPr lang="ko-KR" altLang="en-US" dirty="0"/>
        </a:p>
      </dgm:t>
    </dgm:pt>
    <dgm:pt modelId="{9F1EE334-016D-944E-990A-7B428DC2EA04}" type="parTrans" cxnId="{CCE44AD2-D811-EE4B-88A9-4272689229FC}">
      <dgm:prSet/>
      <dgm:spPr/>
      <dgm:t>
        <a:bodyPr/>
        <a:lstStyle/>
        <a:p>
          <a:pPr latinLnBrk="1"/>
          <a:endParaRPr lang="ko-KR" altLang="en-US"/>
        </a:p>
      </dgm:t>
    </dgm:pt>
    <dgm:pt modelId="{39123FF0-A6DE-E44E-A49B-C7E9CED0E8D5}" type="sibTrans" cxnId="{CCE44AD2-D811-EE4B-88A9-4272689229FC}">
      <dgm:prSet/>
      <dgm:spPr>
        <a:solidFill>
          <a:srgbClr val="876BDC">
            <a:alpha val="60000"/>
          </a:srgbClr>
        </a:solidFill>
      </dgm:spPr>
      <dgm:t>
        <a:bodyPr/>
        <a:lstStyle/>
        <a:p>
          <a:pPr latinLnBrk="1"/>
          <a:endParaRPr lang="ko-KR" altLang="en-US"/>
        </a:p>
      </dgm:t>
    </dgm:pt>
    <dgm:pt modelId="{8D156C94-2C9A-A84E-B3F9-E6D8BD24516A}">
      <dgm:prSet phldrT="[텍스트]"/>
      <dgm:spPr>
        <a:solidFill>
          <a:srgbClr val="B462D3"/>
        </a:solidFill>
      </dgm:spPr>
      <dgm:t>
        <a:bodyPr/>
        <a:lstStyle/>
        <a:p>
          <a:pPr latinLnBrk="1"/>
          <a:r>
            <a:rPr lang="en-US" altLang="ko-KR" dirty="0"/>
            <a:t>LSSL</a:t>
          </a:r>
          <a:endParaRPr lang="ko-KR" altLang="en-US" dirty="0"/>
        </a:p>
      </dgm:t>
    </dgm:pt>
    <dgm:pt modelId="{6CFF3008-3285-2A44-8A4B-8DDBFDFC0800}" type="parTrans" cxnId="{50BC4281-CD93-F944-ABEA-E12715F3EE5A}">
      <dgm:prSet/>
      <dgm:spPr/>
      <dgm:t>
        <a:bodyPr/>
        <a:lstStyle/>
        <a:p>
          <a:pPr latinLnBrk="1"/>
          <a:endParaRPr lang="ko-KR" altLang="en-US"/>
        </a:p>
      </dgm:t>
    </dgm:pt>
    <dgm:pt modelId="{7EB9D612-5842-7346-8E50-2F89131AC126}" type="sibTrans" cxnId="{50BC4281-CD93-F944-ABEA-E12715F3EE5A}">
      <dgm:prSet/>
      <dgm:spPr>
        <a:solidFill>
          <a:srgbClr val="B462D3">
            <a:alpha val="40000"/>
          </a:srgbClr>
        </a:solidFill>
      </dgm:spPr>
      <dgm:t>
        <a:bodyPr/>
        <a:lstStyle/>
        <a:p>
          <a:pPr latinLnBrk="1"/>
          <a:endParaRPr lang="ko-KR" altLang="en-US"/>
        </a:p>
      </dgm:t>
    </dgm:pt>
    <dgm:pt modelId="{62F9CB94-376E-E541-816B-518E9876B330}">
      <dgm:prSet phldrT="[텍스트]"/>
      <dgm:spPr>
        <a:solidFill>
          <a:srgbClr val="D753C5">
            <a:alpha val="40000"/>
          </a:srgbClr>
        </a:solidFill>
      </dgm:spPr>
      <dgm:t>
        <a:bodyPr/>
        <a:lstStyle/>
        <a:p>
          <a:pPr latinLnBrk="1"/>
          <a:r>
            <a:rPr lang="en-US" altLang="ko-KR" dirty="0"/>
            <a:t>S4(D)</a:t>
          </a:r>
        </a:p>
      </dgm:t>
    </dgm:pt>
    <dgm:pt modelId="{6AF6F1B4-B693-D44F-84AA-E69DFDF9B8DF}" type="parTrans" cxnId="{2F9BA59B-CC82-064C-A882-EC9217E4D555}">
      <dgm:prSet/>
      <dgm:spPr/>
      <dgm:t>
        <a:bodyPr/>
        <a:lstStyle/>
        <a:p>
          <a:pPr latinLnBrk="1"/>
          <a:endParaRPr lang="ko-KR" altLang="en-US"/>
        </a:p>
      </dgm:t>
    </dgm:pt>
    <dgm:pt modelId="{F5BBB456-CFDB-844B-AA5C-3FCCD81C9856}" type="sibTrans" cxnId="{2F9BA59B-CC82-064C-A882-EC9217E4D555}">
      <dgm:prSet/>
      <dgm:spPr>
        <a:solidFill>
          <a:srgbClr val="D753C5">
            <a:alpha val="40000"/>
          </a:srgbClr>
        </a:solidFill>
      </dgm:spPr>
      <dgm:t>
        <a:bodyPr/>
        <a:lstStyle/>
        <a:p>
          <a:pPr latinLnBrk="1"/>
          <a:endParaRPr lang="ko-KR" altLang="en-US"/>
        </a:p>
      </dgm:t>
    </dgm:pt>
    <dgm:pt modelId="{DCFCE424-9702-9F40-980B-A807985531A1}">
      <dgm:prSet phldrT="[텍스트]"/>
      <dgm:spPr>
        <a:solidFill>
          <a:srgbClr val="EE3FB3">
            <a:alpha val="40000"/>
          </a:srgbClr>
        </a:solidFill>
      </dgm:spPr>
      <dgm:t>
        <a:bodyPr/>
        <a:lstStyle/>
        <a:p>
          <a:pPr latinLnBrk="1"/>
          <a:r>
            <a:rPr lang="en-US" altLang="ko-KR" dirty="0"/>
            <a:t>H3</a:t>
          </a:r>
        </a:p>
      </dgm:t>
    </dgm:pt>
    <dgm:pt modelId="{C99DF920-6980-C643-9675-9C872061F68F}" type="parTrans" cxnId="{0664C01F-0B48-294E-832C-B728683F4A80}">
      <dgm:prSet/>
      <dgm:spPr/>
      <dgm:t>
        <a:bodyPr/>
        <a:lstStyle/>
        <a:p>
          <a:pPr latinLnBrk="1"/>
          <a:endParaRPr lang="ko-KR" altLang="en-US"/>
        </a:p>
      </dgm:t>
    </dgm:pt>
    <dgm:pt modelId="{B4C2AED2-B756-CC48-A8B3-73820150B0B2}" type="sibTrans" cxnId="{0664C01F-0B48-294E-832C-B728683F4A80}">
      <dgm:prSet/>
      <dgm:spPr>
        <a:solidFill>
          <a:srgbClr val="EE3FB3">
            <a:alpha val="40000"/>
          </a:srgbClr>
        </a:solidFill>
      </dgm:spPr>
      <dgm:t>
        <a:bodyPr/>
        <a:lstStyle/>
        <a:p>
          <a:pPr latinLnBrk="1"/>
          <a:endParaRPr lang="ko-KR" altLang="en-US"/>
        </a:p>
      </dgm:t>
    </dgm:pt>
    <dgm:pt modelId="{EEDAD1C3-483F-D340-9065-15BD04ACFC03}">
      <dgm:prSet phldrT="[텍스트]"/>
      <dgm:spPr>
        <a:solidFill>
          <a:schemeClr val="accent5">
            <a:hueOff val="0"/>
            <a:satOff val="0"/>
            <a:lumOff val="0"/>
            <a:alpha val="60000"/>
          </a:schemeClr>
        </a:solidFill>
      </dgm:spPr>
      <dgm:t>
        <a:bodyPr/>
        <a:lstStyle/>
        <a:p>
          <a:pPr latinLnBrk="1"/>
          <a:r>
            <a:rPr lang="en-US" altLang="ko-KR" dirty="0"/>
            <a:t>SSM</a:t>
          </a:r>
          <a:endParaRPr lang="ko-KR" altLang="en-US" dirty="0"/>
        </a:p>
      </dgm:t>
    </dgm:pt>
    <dgm:pt modelId="{E127E2D3-A936-9748-A0D2-DC6F52053C92}" type="parTrans" cxnId="{ED6B5673-A415-9B43-B4EB-07861FFBB090}">
      <dgm:prSet/>
      <dgm:spPr/>
      <dgm:t>
        <a:bodyPr/>
        <a:lstStyle/>
        <a:p>
          <a:pPr latinLnBrk="1"/>
          <a:endParaRPr lang="ko-KR" altLang="en-US"/>
        </a:p>
      </dgm:t>
    </dgm:pt>
    <dgm:pt modelId="{CA8E10A3-16E8-7E4C-85D9-1161CC0D09A3}" type="sibTrans" cxnId="{ED6B5673-A415-9B43-B4EB-07861FFBB090}">
      <dgm:prSet/>
      <dgm:spPr>
        <a:solidFill>
          <a:schemeClr val="accent5">
            <a:alpha val="60000"/>
          </a:schemeClr>
        </a:solidFill>
      </dgm:spPr>
      <dgm:t>
        <a:bodyPr/>
        <a:lstStyle/>
        <a:p>
          <a:pPr latinLnBrk="1"/>
          <a:endParaRPr lang="ko-KR" altLang="en-US"/>
        </a:p>
      </dgm:t>
    </dgm:pt>
    <dgm:pt modelId="{D867AFED-8CC9-964E-8B6D-921429CDE1E3}">
      <dgm:prSet phldrT="[텍스트]"/>
      <dgm:spPr>
        <a:solidFill>
          <a:schemeClr val="accent1">
            <a:alpha val="40000"/>
          </a:schemeClr>
        </a:solidFill>
      </dgm:spPr>
      <dgm:t>
        <a:bodyPr/>
        <a:lstStyle/>
        <a:p>
          <a:pPr latinLnBrk="1"/>
          <a:r>
            <a:rPr lang="en-US" altLang="ko-KR" dirty="0"/>
            <a:t>Mamba</a:t>
          </a:r>
        </a:p>
      </dgm:t>
    </dgm:pt>
    <dgm:pt modelId="{7E35C843-569D-B14D-9A87-5FA33342CDE6}" type="parTrans" cxnId="{46A4C0EE-FCBC-9A47-B1CD-A64326FF2B1B}">
      <dgm:prSet/>
      <dgm:spPr/>
      <dgm:t>
        <a:bodyPr/>
        <a:lstStyle/>
        <a:p>
          <a:pPr latinLnBrk="1"/>
          <a:endParaRPr lang="ko-KR" altLang="en-US"/>
        </a:p>
      </dgm:t>
    </dgm:pt>
    <dgm:pt modelId="{FB98932C-1CEE-0243-AB2C-E10F0CB3EC02}" type="sibTrans" cxnId="{46A4C0EE-FCBC-9A47-B1CD-A64326FF2B1B}">
      <dgm:prSet/>
      <dgm:spPr/>
      <dgm:t>
        <a:bodyPr/>
        <a:lstStyle/>
        <a:p>
          <a:pPr latinLnBrk="1"/>
          <a:endParaRPr lang="ko-KR" altLang="en-US"/>
        </a:p>
      </dgm:t>
    </dgm:pt>
    <dgm:pt modelId="{A537FBC2-857B-CC45-BBA7-7DD8C2EB7B1A}" type="pres">
      <dgm:prSet presAssocID="{01BDEBB3-9E6A-0645-9D29-C5A8B0CAB503}" presName="Name0" presStyleCnt="0">
        <dgm:presLayoutVars>
          <dgm:dir/>
          <dgm:resizeHandles val="exact"/>
        </dgm:presLayoutVars>
      </dgm:prSet>
      <dgm:spPr/>
    </dgm:pt>
    <dgm:pt modelId="{21DC711F-9CD2-B548-9970-FCDF9A80C097}" type="pres">
      <dgm:prSet presAssocID="{EEDAD1C3-483F-D340-9065-15BD04ACFC03}" presName="node" presStyleLbl="node1" presStyleIdx="0" presStyleCnt="6">
        <dgm:presLayoutVars>
          <dgm:bulletEnabled val="1"/>
        </dgm:presLayoutVars>
      </dgm:prSet>
      <dgm:spPr/>
    </dgm:pt>
    <dgm:pt modelId="{6EA2C098-3E29-4B4F-B577-18EE78C909D8}" type="pres">
      <dgm:prSet presAssocID="{CA8E10A3-16E8-7E4C-85D9-1161CC0D09A3}" presName="sibTrans" presStyleLbl="sibTrans2D1" presStyleIdx="0" presStyleCnt="5"/>
      <dgm:spPr/>
    </dgm:pt>
    <dgm:pt modelId="{54A2E0D8-47DD-514A-BFD4-A3AACFDF3704}" type="pres">
      <dgm:prSet presAssocID="{CA8E10A3-16E8-7E4C-85D9-1161CC0D09A3}" presName="connectorText" presStyleLbl="sibTrans2D1" presStyleIdx="0" presStyleCnt="5"/>
      <dgm:spPr/>
    </dgm:pt>
    <dgm:pt modelId="{7DBA929A-23E4-B349-93ED-53776688EBD3}" type="pres">
      <dgm:prSet presAssocID="{BBDBEB35-FCD9-A14F-9825-670ECCBE82B5}" presName="node" presStyleLbl="node1" presStyleIdx="1" presStyleCnt="6">
        <dgm:presLayoutVars>
          <dgm:bulletEnabled val="1"/>
        </dgm:presLayoutVars>
      </dgm:prSet>
      <dgm:spPr/>
    </dgm:pt>
    <dgm:pt modelId="{20D6663A-C745-2446-8F35-DF6DD60005F3}" type="pres">
      <dgm:prSet presAssocID="{39123FF0-A6DE-E44E-A49B-C7E9CED0E8D5}" presName="sibTrans" presStyleLbl="sibTrans2D1" presStyleIdx="1" presStyleCnt="5"/>
      <dgm:spPr/>
    </dgm:pt>
    <dgm:pt modelId="{2BA8B3FC-3E49-8D4E-BBA2-6EDBD318D81F}" type="pres">
      <dgm:prSet presAssocID="{39123FF0-A6DE-E44E-A49B-C7E9CED0E8D5}" presName="connectorText" presStyleLbl="sibTrans2D1" presStyleIdx="1" presStyleCnt="5"/>
      <dgm:spPr/>
    </dgm:pt>
    <dgm:pt modelId="{E39117CF-AC9C-CC4C-B45F-40BA084E415F}" type="pres">
      <dgm:prSet presAssocID="{8D156C94-2C9A-A84E-B3F9-E6D8BD24516A}" presName="node" presStyleLbl="node1" presStyleIdx="2" presStyleCnt="6">
        <dgm:presLayoutVars>
          <dgm:bulletEnabled val="1"/>
        </dgm:presLayoutVars>
      </dgm:prSet>
      <dgm:spPr/>
    </dgm:pt>
    <dgm:pt modelId="{92B825E0-AD5E-B34E-87CC-01FA3716DCB4}" type="pres">
      <dgm:prSet presAssocID="{7EB9D612-5842-7346-8E50-2F89131AC126}" presName="sibTrans" presStyleLbl="sibTrans2D1" presStyleIdx="2" presStyleCnt="5"/>
      <dgm:spPr/>
    </dgm:pt>
    <dgm:pt modelId="{35BC936D-4B7E-484D-A9FB-B615AC2A60D3}" type="pres">
      <dgm:prSet presAssocID="{7EB9D612-5842-7346-8E50-2F89131AC126}" presName="connectorText" presStyleLbl="sibTrans2D1" presStyleIdx="2" presStyleCnt="5"/>
      <dgm:spPr/>
    </dgm:pt>
    <dgm:pt modelId="{E7011696-9A78-E946-A828-4C52C8DAF013}" type="pres">
      <dgm:prSet presAssocID="{62F9CB94-376E-E541-816B-518E9876B330}" presName="node" presStyleLbl="node1" presStyleIdx="3" presStyleCnt="6">
        <dgm:presLayoutVars>
          <dgm:bulletEnabled val="1"/>
        </dgm:presLayoutVars>
      </dgm:prSet>
      <dgm:spPr/>
    </dgm:pt>
    <dgm:pt modelId="{006D8575-34FA-A54F-AA64-86EBCD840F06}" type="pres">
      <dgm:prSet presAssocID="{F5BBB456-CFDB-844B-AA5C-3FCCD81C9856}" presName="sibTrans" presStyleLbl="sibTrans2D1" presStyleIdx="3" presStyleCnt="5"/>
      <dgm:spPr/>
    </dgm:pt>
    <dgm:pt modelId="{008F80BC-5B22-9F45-AAD0-809AF190DB4E}" type="pres">
      <dgm:prSet presAssocID="{F5BBB456-CFDB-844B-AA5C-3FCCD81C9856}" presName="connectorText" presStyleLbl="sibTrans2D1" presStyleIdx="3" presStyleCnt="5"/>
      <dgm:spPr/>
    </dgm:pt>
    <dgm:pt modelId="{38CCD99A-970E-C646-A86B-D1C7DC015FC8}" type="pres">
      <dgm:prSet presAssocID="{DCFCE424-9702-9F40-980B-A807985531A1}" presName="node" presStyleLbl="node1" presStyleIdx="4" presStyleCnt="6">
        <dgm:presLayoutVars>
          <dgm:bulletEnabled val="1"/>
        </dgm:presLayoutVars>
      </dgm:prSet>
      <dgm:spPr/>
    </dgm:pt>
    <dgm:pt modelId="{CD42451B-2DF0-A447-8149-6EA27F7E142D}" type="pres">
      <dgm:prSet presAssocID="{B4C2AED2-B756-CC48-A8B3-73820150B0B2}" presName="sibTrans" presStyleLbl="sibTrans2D1" presStyleIdx="4" presStyleCnt="5"/>
      <dgm:spPr/>
    </dgm:pt>
    <dgm:pt modelId="{84091D46-9A92-DE49-8F8A-601F8C3EA5A4}" type="pres">
      <dgm:prSet presAssocID="{B4C2AED2-B756-CC48-A8B3-73820150B0B2}" presName="connectorText" presStyleLbl="sibTrans2D1" presStyleIdx="4" presStyleCnt="5"/>
      <dgm:spPr/>
    </dgm:pt>
    <dgm:pt modelId="{B0F1ACF3-73B1-8F4B-8C6E-C6E7E26163EC}" type="pres">
      <dgm:prSet presAssocID="{D867AFED-8CC9-964E-8B6D-921429CDE1E3}" presName="node" presStyleLbl="node1" presStyleIdx="5" presStyleCnt="6">
        <dgm:presLayoutVars>
          <dgm:bulletEnabled val="1"/>
        </dgm:presLayoutVars>
      </dgm:prSet>
      <dgm:spPr/>
    </dgm:pt>
  </dgm:ptLst>
  <dgm:cxnLst>
    <dgm:cxn modelId="{53A48C02-B1D6-6744-BC22-29F9D68B8D67}" type="presOf" srcId="{BBDBEB35-FCD9-A14F-9825-670ECCBE82B5}" destId="{7DBA929A-23E4-B349-93ED-53776688EBD3}" srcOrd="0" destOrd="0" presId="urn:microsoft.com/office/officeart/2005/8/layout/process1"/>
    <dgm:cxn modelId="{0664C01F-0B48-294E-832C-B728683F4A80}" srcId="{01BDEBB3-9E6A-0645-9D29-C5A8B0CAB503}" destId="{DCFCE424-9702-9F40-980B-A807985531A1}" srcOrd="4" destOrd="0" parTransId="{C99DF920-6980-C643-9675-9C872061F68F}" sibTransId="{B4C2AED2-B756-CC48-A8B3-73820150B0B2}"/>
    <dgm:cxn modelId="{0EA7E220-7A2D-BF47-A5E5-5407CBDC9748}" type="presOf" srcId="{CA8E10A3-16E8-7E4C-85D9-1161CC0D09A3}" destId="{6EA2C098-3E29-4B4F-B577-18EE78C909D8}" srcOrd="0" destOrd="0" presId="urn:microsoft.com/office/officeart/2005/8/layout/process1"/>
    <dgm:cxn modelId="{0E96F427-E031-694C-86C1-15BEF6F2CC41}" type="presOf" srcId="{B4C2AED2-B756-CC48-A8B3-73820150B0B2}" destId="{84091D46-9A92-DE49-8F8A-601F8C3EA5A4}" srcOrd="1" destOrd="0" presId="urn:microsoft.com/office/officeart/2005/8/layout/process1"/>
    <dgm:cxn modelId="{62A4293E-4ABC-F74E-86A6-EA966F5F63ED}" type="presOf" srcId="{8D156C94-2C9A-A84E-B3F9-E6D8BD24516A}" destId="{E39117CF-AC9C-CC4C-B45F-40BA084E415F}" srcOrd="0" destOrd="0" presId="urn:microsoft.com/office/officeart/2005/8/layout/process1"/>
    <dgm:cxn modelId="{4F154250-CF95-CD4D-9191-B51EEAC285CE}" type="presOf" srcId="{7EB9D612-5842-7346-8E50-2F89131AC126}" destId="{35BC936D-4B7E-484D-A9FB-B615AC2A60D3}" srcOrd="1" destOrd="0" presId="urn:microsoft.com/office/officeart/2005/8/layout/process1"/>
    <dgm:cxn modelId="{4D04845E-8724-244E-A5BC-42213E57328A}" type="presOf" srcId="{39123FF0-A6DE-E44E-A49B-C7E9CED0E8D5}" destId="{20D6663A-C745-2446-8F35-DF6DD60005F3}" srcOrd="0" destOrd="0" presId="urn:microsoft.com/office/officeart/2005/8/layout/process1"/>
    <dgm:cxn modelId="{ED6B5673-A415-9B43-B4EB-07861FFBB090}" srcId="{01BDEBB3-9E6A-0645-9D29-C5A8B0CAB503}" destId="{EEDAD1C3-483F-D340-9065-15BD04ACFC03}" srcOrd="0" destOrd="0" parTransId="{E127E2D3-A936-9748-A0D2-DC6F52053C92}" sibTransId="{CA8E10A3-16E8-7E4C-85D9-1161CC0D09A3}"/>
    <dgm:cxn modelId="{50BC4281-CD93-F944-ABEA-E12715F3EE5A}" srcId="{01BDEBB3-9E6A-0645-9D29-C5A8B0CAB503}" destId="{8D156C94-2C9A-A84E-B3F9-E6D8BD24516A}" srcOrd="2" destOrd="0" parTransId="{6CFF3008-3285-2A44-8A4B-8DDBFDFC0800}" sibTransId="{7EB9D612-5842-7346-8E50-2F89131AC126}"/>
    <dgm:cxn modelId="{0644D38B-966E-8049-A1DB-48328A12EC0C}" type="presOf" srcId="{DCFCE424-9702-9F40-980B-A807985531A1}" destId="{38CCD99A-970E-C646-A86B-D1C7DC015FC8}" srcOrd="0" destOrd="0" presId="urn:microsoft.com/office/officeart/2005/8/layout/process1"/>
    <dgm:cxn modelId="{2F9BA59B-CC82-064C-A882-EC9217E4D555}" srcId="{01BDEBB3-9E6A-0645-9D29-C5A8B0CAB503}" destId="{62F9CB94-376E-E541-816B-518E9876B330}" srcOrd="3" destOrd="0" parTransId="{6AF6F1B4-B693-D44F-84AA-E69DFDF9B8DF}" sibTransId="{F5BBB456-CFDB-844B-AA5C-3FCCD81C9856}"/>
    <dgm:cxn modelId="{9731DDA3-A52C-1E4B-B082-67E1CFE8340C}" type="presOf" srcId="{B4C2AED2-B756-CC48-A8B3-73820150B0B2}" destId="{CD42451B-2DF0-A447-8149-6EA27F7E142D}" srcOrd="0" destOrd="0" presId="urn:microsoft.com/office/officeart/2005/8/layout/process1"/>
    <dgm:cxn modelId="{B20CD0AC-678E-3E48-851B-31AA1CEA6C3A}" type="presOf" srcId="{7EB9D612-5842-7346-8E50-2F89131AC126}" destId="{92B825E0-AD5E-B34E-87CC-01FA3716DCB4}" srcOrd="0" destOrd="0" presId="urn:microsoft.com/office/officeart/2005/8/layout/process1"/>
    <dgm:cxn modelId="{3F5CA6BB-3145-F24A-B81F-B6FB66C2A79C}" type="presOf" srcId="{D867AFED-8CC9-964E-8B6D-921429CDE1E3}" destId="{B0F1ACF3-73B1-8F4B-8C6E-C6E7E26163EC}" srcOrd="0" destOrd="0" presId="urn:microsoft.com/office/officeart/2005/8/layout/process1"/>
    <dgm:cxn modelId="{3804B8BB-2F5B-E748-8296-C8C7A354BB57}" type="presOf" srcId="{EEDAD1C3-483F-D340-9065-15BD04ACFC03}" destId="{21DC711F-9CD2-B548-9970-FCDF9A80C097}" srcOrd="0" destOrd="0" presId="urn:microsoft.com/office/officeart/2005/8/layout/process1"/>
    <dgm:cxn modelId="{6427A0BC-445C-5A42-99FC-F33AFFB1D88B}" type="presOf" srcId="{01BDEBB3-9E6A-0645-9D29-C5A8B0CAB503}" destId="{A537FBC2-857B-CC45-BBA7-7DD8C2EB7B1A}" srcOrd="0" destOrd="0" presId="urn:microsoft.com/office/officeart/2005/8/layout/process1"/>
    <dgm:cxn modelId="{66D5BAC7-58FA-0845-8933-78E6A6318A23}" type="presOf" srcId="{CA8E10A3-16E8-7E4C-85D9-1161CC0D09A3}" destId="{54A2E0D8-47DD-514A-BFD4-A3AACFDF3704}" srcOrd="1" destOrd="0" presId="urn:microsoft.com/office/officeart/2005/8/layout/process1"/>
    <dgm:cxn modelId="{3B549ECC-19EE-FE43-8063-9B26528BB769}" type="presOf" srcId="{62F9CB94-376E-E541-816B-518E9876B330}" destId="{E7011696-9A78-E946-A828-4C52C8DAF013}" srcOrd="0" destOrd="0" presId="urn:microsoft.com/office/officeart/2005/8/layout/process1"/>
    <dgm:cxn modelId="{CCE44AD2-D811-EE4B-88A9-4272689229FC}" srcId="{01BDEBB3-9E6A-0645-9D29-C5A8B0CAB503}" destId="{BBDBEB35-FCD9-A14F-9825-670ECCBE82B5}" srcOrd="1" destOrd="0" parTransId="{9F1EE334-016D-944E-990A-7B428DC2EA04}" sibTransId="{39123FF0-A6DE-E44E-A49B-C7E9CED0E8D5}"/>
    <dgm:cxn modelId="{DE3479D7-6972-E246-9E18-B1F3DD2A079E}" type="presOf" srcId="{F5BBB456-CFDB-844B-AA5C-3FCCD81C9856}" destId="{006D8575-34FA-A54F-AA64-86EBCD840F06}" srcOrd="0" destOrd="0" presId="urn:microsoft.com/office/officeart/2005/8/layout/process1"/>
    <dgm:cxn modelId="{46A4C0EE-FCBC-9A47-B1CD-A64326FF2B1B}" srcId="{01BDEBB3-9E6A-0645-9D29-C5A8B0CAB503}" destId="{D867AFED-8CC9-964E-8B6D-921429CDE1E3}" srcOrd="5" destOrd="0" parTransId="{7E35C843-569D-B14D-9A87-5FA33342CDE6}" sibTransId="{FB98932C-1CEE-0243-AB2C-E10F0CB3EC02}"/>
    <dgm:cxn modelId="{2DDE74F3-7981-714A-8AF0-C40858B8BED9}" type="presOf" srcId="{F5BBB456-CFDB-844B-AA5C-3FCCD81C9856}" destId="{008F80BC-5B22-9F45-AAD0-809AF190DB4E}" srcOrd="1" destOrd="0" presId="urn:microsoft.com/office/officeart/2005/8/layout/process1"/>
    <dgm:cxn modelId="{F07CB5FC-B332-6049-9B69-008E7649C398}" type="presOf" srcId="{39123FF0-A6DE-E44E-A49B-C7E9CED0E8D5}" destId="{2BA8B3FC-3E49-8D4E-BBA2-6EDBD318D81F}" srcOrd="1" destOrd="0" presId="urn:microsoft.com/office/officeart/2005/8/layout/process1"/>
    <dgm:cxn modelId="{D74DFAC8-D005-A743-9D9F-7DFB1CC9F404}" type="presParOf" srcId="{A537FBC2-857B-CC45-BBA7-7DD8C2EB7B1A}" destId="{21DC711F-9CD2-B548-9970-FCDF9A80C097}" srcOrd="0" destOrd="0" presId="urn:microsoft.com/office/officeart/2005/8/layout/process1"/>
    <dgm:cxn modelId="{11C2993E-3123-0448-90CF-5631BC10BA91}" type="presParOf" srcId="{A537FBC2-857B-CC45-BBA7-7DD8C2EB7B1A}" destId="{6EA2C098-3E29-4B4F-B577-18EE78C909D8}" srcOrd="1" destOrd="0" presId="urn:microsoft.com/office/officeart/2005/8/layout/process1"/>
    <dgm:cxn modelId="{5ED3C529-DACD-3346-A244-729FE07FDFC7}" type="presParOf" srcId="{6EA2C098-3E29-4B4F-B577-18EE78C909D8}" destId="{54A2E0D8-47DD-514A-BFD4-A3AACFDF3704}" srcOrd="0" destOrd="0" presId="urn:microsoft.com/office/officeart/2005/8/layout/process1"/>
    <dgm:cxn modelId="{4BDD296E-DE99-C44A-937D-BF26B2854A40}" type="presParOf" srcId="{A537FBC2-857B-CC45-BBA7-7DD8C2EB7B1A}" destId="{7DBA929A-23E4-B349-93ED-53776688EBD3}" srcOrd="2" destOrd="0" presId="urn:microsoft.com/office/officeart/2005/8/layout/process1"/>
    <dgm:cxn modelId="{8B8A1AF5-73E1-BD4B-9868-29EC66F4D1A6}" type="presParOf" srcId="{A537FBC2-857B-CC45-BBA7-7DD8C2EB7B1A}" destId="{20D6663A-C745-2446-8F35-DF6DD60005F3}" srcOrd="3" destOrd="0" presId="urn:microsoft.com/office/officeart/2005/8/layout/process1"/>
    <dgm:cxn modelId="{97468E49-A004-2245-8F42-5D59570C43E8}" type="presParOf" srcId="{20D6663A-C745-2446-8F35-DF6DD60005F3}" destId="{2BA8B3FC-3E49-8D4E-BBA2-6EDBD318D81F}" srcOrd="0" destOrd="0" presId="urn:microsoft.com/office/officeart/2005/8/layout/process1"/>
    <dgm:cxn modelId="{161A633F-857D-E946-B986-0D880E90D71E}" type="presParOf" srcId="{A537FBC2-857B-CC45-BBA7-7DD8C2EB7B1A}" destId="{E39117CF-AC9C-CC4C-B45F-40BA084E415F}" srcOrd="4" destOrd="0" presId="urn:microsoft.com/office/officeart/2005/8/layout/process1"/>
    <dgm:cxn modelId="{B14BE31F-C8DF-3543-9A78-1BF9600196C9}" type="presParOf" srcId="{A537FBC2-857B-CC45-BBA7-7DD8C2EB7B1A}" destId="{92B825E0-AD5E-B34E-87CC-01FA3716DCB4}" srcOrd="5" destOrd="0" presId="urn:microsoft.com/office/officeart/2005/8/layout/process1"/>
    <dgm:cxn modelId="{2D998AFA-8B8B-2643-B858-CF6C72E17FA7}" type="presParOf" srcId="{92B825E0-AD5E-B34E-87CC-01FA3716DCB4}" destId="{35BC936D-4B7E-484D-A9FB-B615AC2A60D3}" srcOrd="0" destOrd="0" presId="urn:microsoft.com/office/officeart/2005/8/layout/process1"/>
    <dgm:cxn modelId="{5601276E-D57B-FE41-9C4A-F9DAD5A2C080}" type="presParOf" srcId="{A537FBC2-857B-CC45-BBA7-7DD8C2EB7B1A}" destId="{E7011696-9A78-E946-A828-4C52C8DAF013}" srcOrd="6" destOrd="0" presId="urn:microsoft.com/office/officeart/2005/8/layout/process1"/>
    <dgm:cxn modelId="{EA51569B-FCD5-E14A-AC4F-01B2F6458ABB}" type="presParOf" srcId="{A537FBC2-857B-CC45-BBA7-7DD8C2EB7B1A}" destId="{006D8575-34FA-A54F-AA64-86EBCD840F06}" srcOrd="7" destOrd="0" presId="urn:microsoft.com/office/officeart/2005/8/layout/process1"/>
    <dgm:cxn modelId="{7AB4CC7A-A5E0-5B49-B304-5B2A0096D813}" type="presParOf" srcId="{006D8575-34FA-A54F-AA64-86EBCD840F06}" destId="{008F80BC-5B22-9F45-AAD0-809AF190DB4E}" srcOrd="0" destOrd="0" presId="urn:microsoft.com/office/officeart/2005/8/layout/process1"/>
    <dgm:cxn modelId="{9045E2D6-6BF6-E545-ACB3-D2742A35F6F6}" type="presParOf" srcId="{A537FBC2-857B-CC45-BBA7-7DD8C2EB7B1A}" destId="{38CCD99A-970E-C646-A86B-D1C7DC015FC8}" srcOrd="8" destOrd="0" presId="urn:microsoft.com/office/officeart/2005/8/layout/process1"/>
    <dgm:cxn modelId="{0BC58AF2-8E8B-F940-8D4E-622474D98467}" type="presParOf" srcId="{A537FBC2-857B-CC45-BBA7-7DD8C2EB7B1A}" destId="{CD42451B-2DF0-A447-8149-6EA27F7E142D}" srcOrd="9" destOrd="0" presId="urn:microsoft.com/office/officeart/2005/8/layout/process1"/>
    <dgm:cxn modelId="{F6FB54C7-B882-5F44-B0CE-374795749F39}" type="presParOf" srcId="{CD42451B-2DF0-A447-8149-6EA27F7E142D}" destId="{84091D46-9A92-DE49-8F8A-601F8C3EA5A4}" srcOrd="0" destOrd="0" presId="urn:microsoft.com/office/officeart/2005/8/layout/process1"/>
    <dgm:cxn modelId="{A6E53308-80A2-DF49-AFA6-C0EAAC1D9DB7}" type="presParOf" srcId="{A537FBC2-857B-CC45-BBA7-7DD8C2EB7B1A}" destId="{B0F1ACF3-73B1-8F4B-8C6E-C6E7E26163EC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5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1BDEBB3-9E6A-0645-9D29-C5A8B0CAB503}" type="doc">
      <dgm:prSet loTypeId="urn:microsoft.com/office/officeart/2005/8/layout/process1" loCatId="" qsTypeId="urn:microsoft.com/office/officeart/2005/8/quickstyle/simple1" qsCatId="simple" csTypeId="urn:microsoft.com/office/officeart/2005/8/colors/accent5_2" csCatId="accent5" phldr="1"/>
      <dgm:spPr/>
    </dgm:pt>
    <dgm:pt modelId="{BBDBEB35-FCD9-A14F-9825-670ECCBE82B5}">
      <dgm:prSet phldrT="[텍스트]"/>
      <dgm:spPr>
        <a:solidFill>
          <a:srgbClr val="876BDC">
            <a:alpha val="60000"/>
          </a:srgbClr>
        </a:solidFill>
      </dgm:spPr>
      <dgm:t>
        <a:bodyPr/>
        <a:lstStyle/>
        <a:p>
          <a:pPr latinLnBrk="1"/>
          <a:r>
            <a:rPr lang="en-US" altLang="ko-KR" dirty="0"/>
            <a:t>HiPPO</a:t>
          </a:r>
          <a:endParaRPr lang="ko-KR" altLang="en-US" dirty="0"/>
        </a:p>
      </dgm:t>
    </dgm:pt>
    <dgm:pt modelId="{9F1EE334-016D-944E-990A-7B428DC2EA04}" type="parTrans" cxnId="{CCE44AD2-D811-EE4B-88A9-4272689229FC}">
      <dgm:prSet/>
      <dgm:spPr/>
      <dgm:t>
        <a:bodyPr/>
        <a:lstStyle/>
        <a:p>
          <a:pPr latinLnBrk="1"/>
          <a:endParaRPr lang="ko-KR" altLang="en-US"/>
        </a:p>
      </dgm:t>
    </dgm:pt>
    <dgm:pt modelId="{39123FF0-A6DE-E44E-A49B-C7E9CED0E8D5}" type="sibTrans" cxnId="{CCE44AD2-D811-EE4B-88A9-4272689229FC}">
      <dgm:prSet/>
      <dgm:spPr>
        <a:solidFill>
          <a:srgbClr val="876BDC">
            <a:alpha val="60000"/>
          </a:srgbClr>
        </a:solidFill>
      </dgm:spPr>
      <dgm:t>
        <a:bodyPr/>
        <a:lstStyle/>
        <a:p>
          <a:pPr latinLnBrk="1"/>
          <a:endParaRPr lang="ko-KR" altLang="en-US"/>
        </a:p>
      </dgm:t>
    </dgm:pt>
    <dgm:pt modelId="{8D156C94-2C9A-A84E-B3F9-E6D8BD24516A}">
      <dgm:prSet phldrT="[텍스트]"/>
      <dgm:spPr>
        <a:solidFill>
          <a:srgbClr val="B462D3"/>
        </a:solidFill>
      </dgm:spPr>
      <dgm:t>
        <a:bodyPr/>
        <a:lstStyle/>
        <a:p>
          <a:pPr latinLnBrk="1"/>
          <a:r>
            <a:rPr lang="en-US" altLang="ko-KR" dirty="0"/>
            <a:t>LSSL</a:t>
          </a:r>
          <a:endParaRPr lang="ko-KR" altLang="en-US" dirty="0"/>
        </a:p>
      </dgm:t>
    </dgm:pt>
    <dgm:pt modelId="{6CFF3008-3285-2A44-8A4B-8DDBFDFC0800}" type="parTrans" cxnId="{50BC4281-CD93-F944-ABEA-E12715F3EE5A}">
      <dgm:prSet/>
      <dgm:spPr/>
      <dgm:t>
        <a:bodyPr/>
        <a:lstStyle/>
        <a:p>
          <a:pPr latinLnBrk="1"/>
          <a:endParaRPr lang="ko-KR" altLang="en-US"/>
        </a:p>
      </dgm:t>
    </dgm:pt>
    <dgm:pt modelId="{7EB9D612-5842-7346-8E50-2F89131AC126}" type="sibTrans" cxnId="{50BC4281-CD93-F944-ABEA-E12715F3EE5A}">
      <dgm:prSet/>
      <dgm:spPr>
        <a:solidFill>
          <a:srgbClr val="B462D3">
            <a:alpha val="40000"/>
          </a:srgbClr>
        </a:solidFill>
      </dgm:spPr>
      <dgm:t>
        <a:bodyPr/>
        <a:lstStyle/>
        <a:p>
          <a:pPr latinLnBrk="1"/>
          <a:endParaRPr lang="ko-KR" altLang="en-US"/>
        </a:p>
      </dgm:t>
    </dgm:pt>
    <dgm:pt modelId="{62F9CB94-376E-E541-816B-518E9876B330}">
      <dgm:prSet phldrT="[텍스트]"/>
      <dgm:spPr>
        <a:solidFill>
          <a:srgbClr val="D753C5">
            <a:alpha val="40000"/>
          </a:srgbClr>
        </a:solidFill>
      </dgm:spPr>
      <dgm:t>
        <a:bodyPr/>
        <a:lstStyle/>
        <a:p>
          <a:pPr latinLnBrk="1"/>
          <a:r>
            <a:rPr lang="en-US" altLang="ko-KR" dirty="0"/>
            <a:t>S4(D)</a:t>
          </a:r>
        </a:p>
      </dgm:t>
    </dgm:pt>
    <dgm:pt modelId="{6AF6F1B4-B693-D44F-84AA-E69DFDF9B8DF}" type="parTrans" cxnId="{2F9BA59B-CC82-064C-A882-EC9217E4D555}">
      <dgm:prSet/>
      <dgm:spPr/>
      <dgm:t>
        <a:bodyPr/>
        <a:lstStyle/>
        <a:p>
          <a:pPr latinLnBrk="1"/>
          <a:endParaRPr lang="ko-KR" altLang="en-US"/>
        </a:p>
      </dgm:t>
    </dgm:pt>
    <dgm:pt modelId="{F5BBB456-CFDB-844B-AA5C-3FCCD81C9856}" type="sibTrans" cxnId="{2F9BA59B-CC82-064C-A882-EC9217E4D555}">
      <dgm:prSet/>
      <dgm:spPr>
        <a:solidFill>
          <a:srgbClr val="D753C5">
            <a:alpha val="40000"/>
          </a:srgbClr>
        </a:solidFill>
      </dgm:spPr>
      <dgm:t>
        <a:bodyPr/>
        <a:lstStyle/>
        <a:p>
          <a:pPr latinLnBrk="1"/>
          <a:endParaRPr lang="ko-KR" altLang="en-US"/>
        </a:p>
      </dgm:t>
    </dgm:pt>
    <dgm:pt modelId="{DCFCE424-9702-9F40-980B-A807985531A1}">
      <dgm:prSet phldrT="[텍스트]"/>
      <dgm:spPr>
        <a:solidFill>
          <a:srgbClr val="EE3FB3">
            <a:alpha val="40000"/>
          </a:srgbClr>
        </a:solidFill>
      </dgm:spPr>
      <dgm:t>
        <a:bodyPr/>
        <a:lstStyle/>
        <a:p>
          <a:pPr latinLnBrk="1"/>
          <a:r>
            <a:rPr lang="en-US" altLang="ko-KR" dirty="0"/>
            <a:t>H3</a:t>
          </a:r>
        </a:p>
      </dgm:t>
    </dgm:pt>
    <dgm:pt modelId="{C99DF920-6980-C643-9675-9C872061F68F}" type="parTrans" cxnId="{0664C01F-0B48-294E-832C-B728683F4A80}">
      <dgm:prSet/>
      <dgm:spPr/>
      <dgm:t>
        <a:bodyPr/>
        <a:lstStyle/>
        <a:p>
          <a:pPr latinLnBrk="1"/>
          <a:endParaRPr lang="ko-KR" altLang="en-US"/>
        </a:p>
      </dgm:t>
    </dgm:pt>
    <dgm:pt modelId="{B4C2AED2-B756-CC48-A8B3-73820150B0B2}" type="sibTrans" cxnId="{0664C01F-0B48-294E-832C-B728683F4A80}">
      <dgm:prSet/>
      <dgm:spPr>
        <a:solidFill>
          <a:srgbClr val="EE3FB3">
            <a:alpha val="40000"/>
          </a:srgbClr>
        </a:solidFill>
      </dgm:spPr>
      <dgm:t>
        <a:bodyPr/>
        <a:lstStyle/>
        <a:p>
          <a:pPr latinLnBrk="1"/>
          <a:endParaRPr lang="ko-KR" altLang="en-US"/>
        </a:p>
      </dgm:t>
    </dgm:pt>
    <dgm:pt modelId="{EEDAD1C3-483F-D340-9065-15BD04ACFC03}">
      <dgm:prSet phldrT="[텍스트]"/>
      <dgm:spPr>
        <a:solidFill>
          <a:schemeClr val="accent5">
            <a:hueOff val="0"/>
            <a:satOff val="0"/>
            <a:lumOff val="0"/>
            <a:alpha val="60000"/>
          </a:schemeClr>
        </a:solidFill>
      </dgm:spPr>
      <dgm:t>
        <a:bodyPr/>
        <a:lstStyle/>
        <a:p>
          <a:pPr latinLnBrk="1"/>
          <a:r>
            <a:rPr lang="en-US" altLang="ko-KR" dirty="0"/>
            <a:t>SSM</a:t>
          </a:r>
          <a:endParaRPr lang="ko-KR" altLang="en-US" dirty="0"/>
        </a:p>
      </dgm:t>
    </dgm:pt>
    <dgm:pt modelId="{E127E2D3-A936-9748-A0D2-DC6F52053C92}" type="parTrans" cxnId="{ED6B5673-A415-9B43-B4EB-07861FFBB090}">
      <dgm:prSet/>
      <dgm:spPr/>
      <dgm:t>
        <a:bodyPr/>
        <a:lstStyle/>
        <a:p>
          <a:pPr latinLnBrk="1"/>
          <a:endParaRPr lang="ko-KR" altLang="en-US"/>
        </a:p>
      </dgm:t>
    </dgm:pt>
    <dgm:pt modelId="{CA8E10A3-16E8-7E4C-85D9-1161CC0D09A3}" type="sibTrans" cxnId="{ED6B5673-A415-9B43-B4EB-07861FFBB090}">
      <dgm:prSet/>
      <dgm:spPr>
        <a:solidFill>
          <a:schemeClr val="accent5">
            <a:alpha val="60000"/>
          </a:schemeClr>
        </a:solidFill>
      </dgm:spPr>
      <dgm:t>
        <a:bodyPr/>
        <a:lstStyle/>
        <a:p>
          <a:pPr latinLnBrk="1"/>
          <a:endParaRPr lang="ko-KR" altLang="en-US"/>
        </a:p>
      </dgm:t>
    </dgm:pt>
    <dgm:pt modelId="{D867AFED-8CC9-964E-8B6D-921429CDE1E3}">
      <dgm:prSet phldrT="[텍스트]"/>
      <dgm:spPr>
        <a:solidFill>
          <a:schemeClr val="accent1">
            <a:alpha val="40000"/>
          </a:schemeClr>
        </a:solidFill>
      </dgm:spPr>
      <dgm:t>
        <a:bodyPr/>
        <a:lstStyle/>
        <a:p>
          <a:pPr latinLnBrk="1"/>
          <a:r>
            <a:rPr lang="en-US" altLang="ko-KR" dirty="0"/>
            <a:t>Mamba</a:t>
          </a:r>
        </a:p>
      </dgm:t>
    </dgm:pt>
    <dgm:pt modelId="{7E35C843-569D-B14D-9A87-5FA33342CDE6}" type="parTrans" cxnId="{46A4C0EE-FCBC-9A47-B1CD-A64326FF2B1B}">
      <dgm:prSet/>
      <dgm:spPr/>
      <dgm:t>
        <a:bodyPr/>
        <a:lstStyle/>
        <a:p>
          <a:pPr latinLnBrk="1"/>
          <a:endParaRPr lang="ko-KR" altLang="en-US"/>
        </a:p>
      </dgm:t>
    </dgm:pt>
    <dgm:pt modelId="{FB98932C-1CEE-0243-AB2C-E10F0CB3EC02}" type="sibTrans" cxnId="{46A4C0EE-FCBC-9A47-B1CD-A64326FF2B1B}">
      <dgm:prSet/>
      <dgm:spPr/>
      <dgm:t>
        <a:bodyPr/>
        <a:lstStyle/>
        <a:p>
          <a:pPr latinLnBrk="1"/>
          <a:endParaRPr lang="ko-KR" altLang="en-US"/>
        </a:p>
      </dgm:t>
    </dgm:pt>
    <dgm:pt modelId="{A537FBC2-857B-CC45-BBA7-7DD8C2EB7B1A}" type="pres">
      <dgm:prSet presAssocID="{01BDEBB3-9E6A-0645-9D29-C5A8B0CAB503}" presName="Name0" presStyleCnt="0">
        <dgm:presLayoutVars>
          <dgm:dir/>
          <dgm:resizeHandles val="exact"/>
        </dgm:presLayoutVars>
      </dgm:prSet>
      <dgm:spPr/>
    </dgm:pt>
    <dgm:pt modelId="{21DC711F-9CD2-B548-9970-FCDF9A80C097}" type="pres">
      <dgm:prSet presAssocID="{EEDAD1C3-483F-D340-9065-15BD04ACFC03}" presName="node" presStyleLbl="node1" presStyleIdx="0" presStyleCnt="6">
        <dgm:presLayoutVars>
          <dgm:bulletEnabled val="1"/>
        </dgm:presLayoutVars>
      </dgm:prSet>
      <dgm:spPr/>
    </dgm:pt>
    <dgm:pt modelId="{6EA2C098-3E29-4B4F-B577-18EE78C909D8}" type="pres">
      <dgm:prSet presAssocID="{CA8E10A3-16E8-7E4C-85D9-1161CC0D09A3}" presName="sibTrans" presStyleLbl="sibTrans2D1" presStyleIdx="0" presStyleCnt="5"/>
      <dgm:spPr/>
    </dgm:pt>
    <dgm:pt modelId="{54A2E0D8-47DD-514A-BFD4-A3AACFDF3704}" type="pres">
      <dgm:prSet presAssocID="{CA8E10A3-16E8-7E4C-85D9-1161CC0D09A3}" presName="connectorText" presStyleLbl="sibTrans2D1" presStyleIdx="0" presStyleCnt="5"/>
      <dgm:spPr/>
    </dgm:pt>
    <dgm:pt modelId="{7DBA929A-23E4-B349-93ED-53776688EBD3}" type="pres">
      <dgm:prSet presAssocID="{BBDBEB35-FCD9-A14F-9825-670ECCBE82B5}" presName="node" presStyleLbl="node1" presStyleIdx="1" presStyleCnt="6">
        <dgm:presLayoutVars>
          <dgm:bulletEnabled val="1"/>
        </dgm:presLayoutVars>
      </dgm:prSet>
      <dgm:spPr/>
    </dgm:pt>
    <dgm:pt modelId="{20D6663A-C745-2446-8F35-DF6DD60005F3}" type="pres">
      <dgm:prSet presAssocID="{39123FF0-A6DE-E44E-A49B-C7E9CED0E8D5}" presName="sibTrans" presStyleLbl="sibTrans2D1" presStyleIdx="1" presStyleCnt="5"/>
      <dgm:spPr/>
    </dgm:pt>
    <dgm:pt modelId="{2BA8B3FC-3E49-8D4E-BBA2-6EDBD318D81F}" type="pres">
      <dgm:prSet presAssocID="{39123FF0-A6DE-E44E-A49B-C7E9CED0E8D5}" presName="connectorText" presStyleLbl="sibTrans2D1" presStyleIdx="1" presStyleCnt="5"/>
      <dgm:spPr/>
    </dgm:pt>
    <dgm:pt modelId="{E39117CF-AC9C-CC4C-B45F-40BA084E415F}" type="pres">
      <dgm:prSet presAssocID="{8D156C94-2C9A-A84E-B3F9-E6D8BD24516A}" presName="node" presStyleLbl="node1" presStyleIdx="2" presStyleCnt="6">
        <dgm:presLayoutVars>
          <dgm:bulletEnabled val="1"/>
        </dgm:presLayoutVars>
      </dgm:prSet>
      <dgm:spPr/>
    </dgm:pt>
    <dgm:pt modelId="{92B825E0-AD5E-B34E-87CC-01FA3716DCB4}" type="pres">
      <dgm:prSet presAssocID="{7EB9D612-5842-7346-8E50-2F89131AC126}" presName="sibTrans" presStyleLbl="sibTrans2D1" presStyleIdx="2" presStyleCnt="5"/>
      <dgm:spPr/>
    </dgm:pt>
    <dgm:pt modelId="{35BC936D-4B7E-484D-A9FB-B615AC2A60D3}" type="pres">
      <dgm:prSet presAssocID="{7EB9D612-5842-7346-8E50-2F89131AC126}" presName="connectorText" presStyleLbl="sibTrans2D1" presStyleIdx="2" presStyleCnt="5"/>
      <dgm:spPr/>
    </dgm:pt>
    <dgm:pt modelId="{E7011696-9A78-E946-A828-4C52C8DAF013}" type="pres">
      <dgm:prSet presAssocID="{62F9CB94-376E-E541-816B-518E9876B330}" presName="node" presStyleLbl="node1" presStyleIdx="3" presStyleCnt="6">
        <dgm:presLayoutVars>
          <dgm:bulletEnabled val="1"/>
        </dgm:presLayoutVars>
      </dgm:prSet>
      <dgm:spPr/>
    </dgm:pt>
    <dgm:pt modelId="{006D8575-34FA-A54F-AA64-86EBCD840F06}" type="pres">
      <dgm:prSet presAssocID="{F5BBB456-CFDB-844B-AA5C-3FCCD81C9856}" presName="sibTrans" presStyleLbl="sibTrans2D1" presStyleIdx="3" presStyleCnt="5"/>
      <dgm:spPr/>
    </dgm:pt>
    <dgm:pt modelId="{008F80BC-5B22-9F45-AAD0-809AF190DB4E}" type="pres">
      <dgm:prSet presAssocID="{F5BBB456-CFDB-844B-AA5C-3FCCD81C9856}" presName="connectorText" presStyleLbl="sibTrans2D1" presStyleIdx="3" presStyleCnt="5"/>
      <dgm:spPr/>
    </dgm:pt>
    <dgm:pt modelId="{38CCD99A-970E-C646-A86B-D1C7DC015FC8}" type="pres">
      <dgm:prSet presAssocID="{DCFCE424-9702-9F40-980B-A807985531A1}" presName="node" presStyleLbl="node1" presStyleIdx="4" presStyleCnt="6">
        <dgm:presLayoutVars>
          <dgm:bulletEnabled val="1"/>
        </dgm:presLayoutVars>
      </dgm:prSet>
      <dgm:spPr/>
    </dgm:pt>
    <dgm:pt modelId="{CD42451B-2DF0-A447-8149-6EA27F7E142D}" type="pres">
      <dgm:prSet presAssocID="{B4C2AED2-B756-CC48-A8B3-73820150B0B2}" presName="sibTrans" presStyleLbl="sibTrans2D1" presStyleIdx="4" presStyleCnt="5"/>
      <dgm:spPr/>
    </dgm:pt>
    <dgm:pt modelId="{84091D46-9A92-DE49-8F8A-601F8C3EA5A4}" type="pres">
      <dgm:prSet presAssocID="{B4C2AED2-B756-CC48-A8B3-73820150B0B2}" presName="connectorText" presStyleLbl="sibTrans2D1" presStyleIdx="4" presStyleCnt="5"/>
      <dgm:spPr/>
    </dgm:pt>
    <dgm:pt modelId="{B0F1ACF3-73B1-8F4B-8C6E-C6E7E26163EC}" type="pres">
      <dgm:prSet presAssocID="{D867AFED-8CC9-964E-8B6D-921429CDE1E3}" presName="node" presStyleLbl="node1" presStyleIdx="5" presStyleCnt="6">
        <dgm:presLayoutVars>
          <dgm:bulletEnabled val="1"/>
        </dgm:presLayoutVars>
      </dgm:prSet>
      <dgm:spPr/>
    </dgm:pt>
  </dgm:ptLst>
  <dgm:cxnLst>
    <dgm:cxn modelId="{53A48C02-B1D6-6744-BC22-29F9D68B8D67}" type="presOf" srcId="{BBDBEB35-FCD9-A14F-9825-670ECCBE82B5}" destId="{7DBA929A-23E4-B349-93ED-53776688EBD3}" srcOrd="0" destOrd="0" presId="urn:microsoft.com/office/officeart/2005/8/layout/process1"/>
    <dgm:cxn modelId="{0664C01F-0B48-294E-832C-B728683F4A80}" srcId="{01BDEBB3-9E6A-0645-9D29-C5A8B0CAB503}" destId="{DCFCE424-9702-9F40-980B-A807985531A1}" srcOrd="4" destOrd="0" parTransId="{C99DF920-6980-C643-9675-9C872061F68F}" sibTransId="{B4C2AED2-B756-CC48-A8B3-73820150B0B2}"/>
    <dgm:cxn modelId="{0EA7E220-7A2D-BF47-A5E5-5407CBDC9748}" type="presOf" srcId="{CA8E10A3-16E8-7E4C-85D9-1161CC0D09A3}" destId="{6EA2C098-3E29-4B4F-B577-18EE78C909D8}" srcOrd="0" destOrd="0" presId="urn:microsoft.com/office/officeart/2005/8/layout/process1"/>
    <dgm:cxn modelId="{0E96F427-E031-694C-86C1-15BEF6F2CC41}" type="presOf" srcId="{B4C2AED2-B756-CC48-A8B3-73820150B0B2}" destId="{84091D46-9A92-DE49-8F8A-601F8C3EA5A4}" srcOrd="1" destOrd="0" presId="urn:microsoft.com/office/officeart/2005/8/layout/process1"/>
    <dgm:cxn modelId="{62A4293E-4ABC-F74E-86A6-EA966F5F63ED}" type="presOf" srcId="{8D156C94-2C9A-A84E-B3F9-E6D8BD24516A}" destId="{E39117CF-AC9C-CC4C-B45F-40BA084E415F}" srcOrd="0" destOrd="0" presId="urn:microsoft.com/office/officeart/2005/8/layout/process1"/>
    <dgm:cxn modelId="{4F154250-CF95-CD4D-9191-B51EEAC285CE}" type="presOf" srcId="{7EB9D612-5842-7346-8E50-2F89131AC126}" destId="{35BC936D-4B7E-484D-A9FB-B615AC2A60D3}" srcOrd="1" destOrd="0" presId="urn:microsoft.com/office/officeart/2005/8/layout/process1"/>
    <dgm:cxn modelId="{4D04845E-8724-244E-A5BC-42213E57328A}" type="presOf" srcId="{39123FF0-A6DE-E44E-A49B-C7E9CED0E8D5}" destId="{20D6663A-C745-2446-8F35-DF6DD60005F3}" srcOrd="0" destOrd="0" presId="urn:microsoft.com/office/officeart/2005/8/layout/process1"/>
    <dgm:cxn modelId="{ED6B5673-A415-9B43-B4EB-07861FFBB090}" srcId="{01BDEBB3-9E6A-0645-9D29-C5A8B0CAB503}" destId="{EEDAD1C3-483F-D340-9065-15BD04ACFC03}" srcOrd="0" destOrd="0" parTransId="{E127E2D3-A936-9748-A0D2-DC6F52053C92}" sibTransId="{CA8E10A3-16E8-7E4C-85D9-1161CC0D09A3}"/>
    <dgm:cxn modelId="{50BC4281-CD93-F944-ABEA-E12715F3EE5A}" srcId="{01BDEBB3-9E6A-0645-9D29-C5A8B0CAB503}" destId="{8D156C94-2C9A-A84E-B3F9-E6D8BD24516A}" srcOrd="2" destOrd="0" parTransId="{6CFF3008-3285-2A44-8A4B-8DDBFDFC0800}" sibTransId="{7EB9D612-5842-7346-8E50-2F89131AC126}"/>
    <dgm:cxn modelId="{0644D38B-966E-8049-A1DB-48328A12EC0C}" type="presOf" srcId="{DCFCE424-9702-9F40-980B-A807985531A1}" destId="{38CCD99A-970E-C646-A86B-D1C7DC015FC8}" srcOrd="0" destOrd="0" presId="urn:microsoft.com/office/officeart/2005/8/layout/process1"/>
    <dgm:cxn modelId="{2F9BA59B-CC82-064C-A882-EC9217E4D555}" srcId="{01BDEBB3-9E6A-0645-9D29-C5A8B0CAB503}" destId="{62F9CB94-376E-E541-816B-518E9876B330}" srcOrd="3" destOrd="0" parTransId="{6AF6F1B4-B693-D44F-84AA-E69DFDF9B8DF}" sibTransId="{F5BBB456-CFDB-844B-AA5C-3FCCD81C9856}"/>
    <dgm:cxn modelId="{9731DDA3-A52C-1E4B-B082-67E1CFE8340C}" type="presOf" srcId="{B4C2AED2-B756-CC48-A8B3-73820150B0B2}" destId="{CD42451B-2DF0-A447-8149-6EA27F7E142D}" srcOrd="0" destOrd="0" presId="urn:microsoft.com/office/officeart/2005/8/layout/process1"/>
    <dgm:cxn modelId="{B20CD0AC-678E-3E48-851B-31AA1CEA6C3A}" type="presOf" srcId="{7EB9D612-5842-7346-8E50-2F89131AC126}" destId="{92B825E0-AD5E-B34E-87CC-01FA3716DCB4}" srcOrd="0" destOrd="0" presId="urn:microsoft.com/office/officeart/2005/8/layout/process1"/>
    <dgm:cxn modelId="{3F5CA6BB-3145-F24A-B81F-B6FB66C2A79C}" type="presOf" srcId="{D867AFED-8CC9-964E-8B6D-921429CDE1E3}" destId="{B0F1ACF3-73B1-8F4B-8C6E-C6E7E26163EC}" srcOrd="0" destOrd="0" presId="urn:microsoft.com/office/officeart/2005/8/layout/process1"/>
    <dgm:cxn modelId="{3804B8BB-2F5B-E748-8296-C8C7A354BB57}" type="presOf" srcId="{EEDAD1C3-483F-D340-9065-15BD04ACFC03}" destId="{21DC711F-9CD2-B548-9970-FCDF9A80C097}" srcOrd="0" destOrd="0" presId="urn:microsoft.com/office/officeart/2005/8/layout/process1"/>
    <dgm:cxn modelId="{6427A0BC-445C-5A42-99FC-F33AFFB1D88B}" type="presOf" srcId="{01BDEBB3-9E6A-0645-9D29-C5A8B0CAB503}" destId="{A537FBC2-857B-CC45-BBA7-7DD8C2EB7B1A}" srcOrd="0" destOrd="0" presId="urn:microsoft.com/office/officeart/2005/8/layout/process1"/>
    <dgm:cxn modelId="{66D5BAC7-58FA-0845-8933-78E6A6318A23}" type="presOf" srcId="{CA8E10A3-16E8-7E4C-85D9-1161CC0D09A3}" destId="{54A2E0D8-47DD-514A-BFD4-A3AACFDF3704}" srcOrd="1" destOrd="0" presId="urn:microsoft.com/office/officeart/2005/8/layout/process1"/>
    <dgm:cxn modelId="{3B549ECC-19EE-FE43-8063-9B26528BB769}" type="presOf" srcId="{62F9CB94-376E-E541-816B-518E9876B330}" destId="{E7011696-9A78-E946-A828-4C52C8DAF013}" srcOrd="0" destOrd="0" presId="urn:microsoft.com/office/officeart/2005/8/layout/process1"/>
    <dgm:cxn modelId="{CCE44AD2-D811-EE4B-88A9-4272689229FC}" srcId="{01BDEBB3-9E6A-0645-9D29-C5A8B0CAB503}" destId="{BBDBEB35-FCD9-A14F-9825-670ECCBE82B5}" srcOrd="1" destOrd="0" parTransId="{9F1EE334-016D-944E-990A-7B428DC2EA04}" sibTransId="{39123FF0-A6DE-E44E-A49B-C7E9CED0E8D5}"/>
    <dgm:cxn modelId="{DE3479D7-6972-E246-9E18-B1F3DD2A079E}" type="presOf" srcId="{F5BBB456-CFDB-844B-AA5C-3FCCD81C9856}" destId="{006D8575-34FA-A54F-AA64-86EBCD840F06}" srcOrd="0" destOrd="0" presId="urn:microsoft.com/office/officeart/2005/8/layout/process1"/>
    <dgm:cxn modelId="{46A4C0EE-FCBC-9A47-B1CD-A64326FF2B1B}" srcId="{01BDEBB3-9E6A-0645-9D29-C5A8B0CAB503}" destId="{D867AFED-8CC9-964E-8B6D-921429CDE1E3}" srcOrd="5" destOrd="0" parTransId="{7E35C843-569D-B14D-9A87-5FA33342CDE6}" sibTransId="{FB98932C-1CEE-0243-AB2C-E10F0CB3EC02}"/>
    <dgm:cxn modelId="{2DDE74F3-7981-714A-8AF0-C40858B8BED9}" type="presOf" srcId="{F5BBB456-CFDB-844B-AA5C-3FCCD81C9856}" destId="{008F80BC-5B22-9F45-AAD0-809AF190DB4E}" srcOrd="1" destOrd="0" presId="urn:microsoft.com/office/officeart/2005/8/layout/process1"/>
    <dgm:cxn modelId="{F07CB5FC-B332-6049-9B69-008E7649C398}" type="presOf" srcId="{39123FF0-A6DE-E44E-A49B-C7E9CED0E8D5}" destId="{2BA8B3FC-3E49-8D4E-BBA2-6EDBD318D81F}" srcOrd="1" destOrd="0" presId="urn:microsoft.com/office/officeart/2005/8/layout/process1"/>
    <dgm:cxn modelId="{D74DFAC8-D005-A743-9D9F-7DFB1CC9F404}" type="presParOf" srcId="{A537FBC2-857B-CC45-BBA7-7DD8C2EB7B1A}" destId="{21DC711F-9CD2-B548-9970-FCDF9A80C097}" srcOrd="0" destOrd="0" presId="urn:microsoft.com/office/officeart/2005/8/layout/process1"/>
    <dgm:cxn modelId="{11C2993E-3123-0448-90CF-5631BC10BA91}" type="presParOf" srcId="{A537FBC2-857B-CC45-BBA7-7DD8C2EB7B1A}" destId="{6EA2C098-3E29-4B4F-B577-18EE78C909D8}" srcOrd="1" destOrd="0" presId="urn:microsoft.com/office/officeart/2005/8/layout/process1"/>
    <dgm:cxn modelId="{5ED3C529-DACD-3346-A244-729FE07FDFC7}" type="presParOf" srcId="{6EA2C098-3E29-4B4F-B577-18EE78C909D8}" destId="{54A2E0D8-47DD-514A-BFD4-A3AACFDF3704}" srcOrd="0" destOrd="0" presId="urn:microsoft.com/office/officeart/2005/8/layout/process1"/>
    <dgm:cxn modelId="{4BDD296E-DE99-C44A-937D-BF26B2854A40}" type="presParOf" srcId="{A537FBC2-857B-CC45-BBA7-7DD8C2EB7B1A}" destId="{7DBA929A-23E4-B349-93ED-53776688EBD3}" srcOrd="2" destOrd="0" presId="urn:microsoft.com/office/officeart/2005/8/layout/process1"/>
    <dgm:cxn modelId="{8B8A1AF5-73E1-BD4B-9868-29EC66F4D1A6}" type="presParOf" srcId="{A537FBC2-857B-CC45-BBA7-7DD8C2EB7B1A}" destId="{20D6663A-C745-2446-8F35-DF6DD60005F3}" srcOrd="3" destOrd="0" presId="urn:microsoft.com/office/officeart/2005/8/layout/process1"/>
    <dgm:cxn modelId="{97468E49-A004-2245-8F42-5D59570C43E8}" type="presParOf" srcId="{20D6663A-C745-2446-8F35-DF6DD60005F3}" destId="{2BA8B3FC-3E49-8D4E-BBA2-6EDBD318D81F}" srcOrd="0" destOrd="0" presId="urn:microsoft.com/office/officeart/2005/8/layout/process1"/>
    <dgm:cxn modelId="{161A633F-857D-E946-B986-0D880E90D71E}" type="presParOf" srcId="{A537FBC2-857B-CC45-BBA7-7DD8C2EB7B1A}" destId="{E39117CF-AC9C-CC4C-B45F-40BA084E415F}" srcOrd="4" destOrd="0" presId="urn:microsoft.com/office/officeart/2005/8/layout/process1"/>
    <dgm:cxn modelId="{B14BE31F-C8DF-3543-9A78-1BF9600196C9}" type="presParOf" srcId="{A537FBC2-857B-CC45-BBA7-7DD8C2EB7B1A}" destId="{92B825E0-AD5E-B34E-87CC-01FA3716DCB4}" srcOrd="5" destOrd="0" presId="urn:microsoft.com/office/officeart/2005/8/layout/process1"/>
    <dgm:cxn modelId="{2D998AFA-8B8B-2643-B858-CF6C72E17FA7}" type="presParOf" srcId="{92B825E0-AD5E-B34E-87CC-01FA3716DCB4}" destId="{35BC936D-4B7E-484D-A9FB-B615AC2A60D3}" srcOrd="0" destOrd="0" presId="urn:microsoft.com/office/officeart/2005/8/layout/process1"/>
    <dgm:cxn modelId="{5601276E-D57B-FE41-9C4A-F9DAD5A2C080}" type="presParOf" srcId="{A537FBC2-857B-CC45-BBA7-7DD8C2EB7B1A}" destId="{E7011696-9A78-E946-A828-4C52C8DAF013}" srcOrd="6" destOrd="0" presId="urn:microsoft.com/office/officeart/2005/8/layout/process1"/>
    <dgm:cxn modelId="{EA51569B-FCD5-E14A-AC4F-01B2F6458ABB}" type="presParOf" srcId="{A537FBC2-857B-CC45-BBA7-7DD8C2EB7B1A}" destId="{006D8575-34FA-A54F-AA64-86EBCD840F06}" srcOrd="7" destOrd="0" presId="urn:microsoft.com/office/officeart/2005/8/layout/process1"/>
    <dgm:cxn modelId="{7AB4CC7A-A5E0-5B49-B304-5B2A0096D813}" type="presParOf" srcId="{006D8575-34FA-A54F-AA64-86EBCD840F06}" destId="{008F80BC-5B22-9F45-AAD0-809AF190DB4E}" srcOrd="0" destOrd="0" presId="urn:microsoft.com/office/officeart/2005/8/layout/process1"/>
    <dgm:cxn modelId="{9045E2D6-6BF6-E545-ACB3-D2742A35F6F6}" type="presParOf" srcId="{A537FBC2-857B-CC45-BBA7-7DD8C2EB7B1A}" destId="{38CCD99A-970E-C646-A86B-D1C7DC015FC8}" srcOrd="8" destOrd="0" presId="urn:microsoft.com/office/officeart/2005/8/layout/process1"/>
    <dgm:cxn modelId="{0BC58AF2-8E8B-F940-8D4E-622474D98467}" type="presParOf" srcId="{A537FBC2-857B-CC45-BBA7-7DD8C2EB7B1A}" destId="{CD42451B-2DF0-A447-8149-6EA27F7E142D}" srcOrd="9" destOrd="0" presId="urn:microsoft.com/office/officeart/2005/8/layout/process1"/>
    <dgm:cxn modelId="{F6FB54C7-B882-5F44-B0CE-374795749F39}" type="presParOf" srcId="{CD42451B-2DF0-A447-8149-6EA27F7E142D}" destId="{84091D46-9A92-DE49-8F8A-601F8C3EA5A4}" srcOrd="0" destOrd="0" presId="urn:microsoft.com/office/officeart/2005/8/layout/process1"/>
    <dgm:cxn modelId="{A6E53308-80A2-DF49-AFA6-C0EAAC1D9DB7}" type="presParOf" srcId="{A537FBC2-857B-CC45-BBA7-7DD8C2EB7B1A}" destId="{B0F1ACF3-73B1-8F4B-8C6E-C6E7E26163EC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1BDEBB3-9E6A-0645-9D29-C5A8B0CAB503}" type="doc">
      <dgm:prSet loTypeId="urn:microsoft.com/office/officeart/2005/8/layout/process1" loCatId="" qsTypeId="urn:microsoft.com/office/officeart/2005/8/quickstyle/simple1" qsCatId="simple" csTypeId="urn:microsoft.com/office/officeart/2005/8/colors/accent5_2" csCatId="accent5" phldr="1"/>
      <dgm:spPr/>
    </dgm:pt>
    <dgm:pt modelId="{BBDBEB35-FCD9-A14F-9825-670ECCBE82B5}">
      <dgm:prSet phldrT="[텍스트]"/>
      <dgm:spPr>
        <a:solidFill>
          <a:srgbClr val="876BDC">
            <a:alpha val="60000"/>
          </a:srgbClr>
        </a:solidFill>
      </dgm:spPr>
      <dgm:t>
        <a:bodyPr/>
        <a:lstStyle/>
        <a:p>
          <a:pPr latinLnBrk="1"/>
          <a:r>
            <a:rPr lang="en-US" altLang="ko-KR" dirty="0"/>
            <a:t>HiPPO</a:t>
          </a:r>
          <a:endParaRPr lang="ko-KR" altLang="en-US" dirty="0"/>
        </a:p>
      </dgm:t>
    </dgm:pt>
    <dgm:pt modelId="{9F1EE334-016D-944E-990A-7B428DC2EA04}" type="parTrans" cxnId="{CCE44AD2-D811-EE4B-88A9-4272689229FC}">
      <dgm:prSet/>
      <dgm:spPr/>
      <dgm:t>
        <a:bodyPr/>
        <a:lstStyle/>
        <a:p>
          <a:pPr latinLnBrk="1"/>
          <a:endParaRPr lang="ko-KR" altLang="en-US"/>
        </a:p>
      </dgm:t>
    </dgm:pt>
    <dgm:pt modelId="{39123FF0-A6DE-E44E-A49B-C7E9CED0E8D5}" type="sibTrans" cxnId="{CCE44AD2-D811-EE4B-88A9-4272689229FC}">
      <dgm:prSet/>
      <dgm:spPr>
        <a:solidFill>
          <a:srgbClr val="876BDC">
            <a:alpha val="60000"/>
          </a:srgbClr>
        </a:solidFill>
      </dgm:spPr>
      <dgm:t>
        <a:bodyPr/>
        <a:lstStyle/>
        <a:p>
          <a:pPr latinLnBrk="1"/>
          <a:endParaRPr lang="ko-KR" altLang="en-US"/>
        </a:p>
      </dgm:t>
    </dgm:pt>
    <dgm:pt modelId="{8D156C94-2C9A-A84E-B3F9-E6D8BD24516A}">
      <dgm:prSet phldrT="[텍스트]"/>
      <dgm:spPr>
        <a:solidFill>
          <a:srgbClr val="B462D3">
            <a:alpha val="60000"/>
          </a:srgbClr>
        </a:solidFill>
      </dgm:spPr>
      <dgm:t>
        <a:bodyPr/>
        <a:lstStyle/>
        <a:p>
          <a:pPr latinLnBrk="1"/>
          <a:r>
            <a:rPr lang="en-US" altLang="ko-KR" dirty="0"/>
            <a:t>LSSL</a:t>
          </a:r>
          <a:endParaRPr lang="ko-KR" altLang="en-US" dirty="0"/>
        </a:p>
      </dgm:t>
    </dgm:pt>
    <dgm:pt modelId="{6CFF3008-3285-2A44-8A4B-8DDBFDFC0800}" type="parTrans" cxnId="{50BC4281-CD93-F944-ABEA-E12715F3EE5A}">
      <dgm:prSet/>
      <dgm:spPr/>
      <dgm:t>
        <a:bodyPr/>
        <a:lstStyle/>
        <a:p>
          <a:pPr latinLnBrk="1"/>
          <a:endParaRPr lang="ko-KR" altLang="en-US"/>
        </a:p>
      </dgm:t>
    </dgm:pt>
    <dgm:pt modelId="{7EB9D612-5842-7346-8E50-2F89131AC126}" type="sibTrans" cxnId="{50BC4281-CD93-F944-ABEA-E12715F3EE5A}">
      <dgm:prSet/>
      <dgm:spPr>
        <a:solidFill>
          <a:srgbClr val="B462D3">
            <a:alpha val="60000"/>
          </a:srgbClr>
        </a:solidFill>
      </dgm:spPr>
      <dgm:t>
        <a:bodyPr/>
        <a:lstStyle/>
        <a:p>
          <a:pPr latinLnBrk="1"/>
          <a:endParaRPr lang="ko-KR" altLang="en-US"/>
        </a:p>
      </dgm:t>
    </dgm:pt>
    <dgm:pt modelId="{62F9CB94-376E-E541-816B-518E9876B330}">
      <dgm:prSet phldrT="[텍스트]"/>
      <dgm:spPr>
        <a:solidFill>
          <a:srgbClr val="D753C5"/>
        </a:solidFill>
      </dgm:spPr>
      <dgm:t>
        <a:bodyPr/>
        <a:lstStyle/>
        <a:p>
          <a:pPr latinLnBrk="1"/>
          <a:r>
            <a:rPr lang="en-US" altLang="ko-KR" dirty="0"/>
            <a:t>S4(D)</a:t>
          </a:r>
        </a:p>
      </dgm:t>
    </dgm:pt>
    <dgm:pt modelId="{6AF6F1B4-B693-D44F-84AA-E69DFDF9B8DF}" type="parTrans" cxnId="{2F9BA59B-CC82-064C-A882-EC9217E4D555}">
      <dgm:prSet/>
      <dgm:spPr/>
      <dgm:t>
        <a:bodyPr/>
        <a:lstStyle/>
        <a:p>
          <a:pPr latinLnBrk="1"/>
          <a:endParaRPr lang="ko-KR" altLang="en-US"/>
        </a:p>
      </dgm:t>
    </dgm:pt>
    <dgm:pt modelId="{F5BBB456-CFDB-844B-AA5C-3FCCD81C9856}" type="sibTrans" cxnId="{2F9BA59B-CC82-064C-A882-EC9217E4D555}">
      <dgm:prSet/>
      <dgm:spPr>
        <a:solidFill>
          <a:srgbClr val="D753C5">
            <a:alpha val="40000"/>
          </a:srgbClr>
        </a:solidFill>
      </dgm:spPr>
      <dgm:t>
        <a:bodyPr/>
        <a:lstStyle/>
        <a:p>
          <a:pPr latinLnBrk="1"/>
          <a:endParaRPr lang="ko-KR" altLang="en-US"/>
        </a:p>
      </dgm:t>
    </dgm:pt>
    <dgm:pt modelId="{DCFCE424-9702-9F40-980B-A807985531A1}">
      <dgm:prSet phldrT="[텍스트]"/>
      <dgm:spPr>
        <a:solidFill>
          <a:srgbClr val="EE3FB3">
            <a:alpha val="40000"/>
          </a:srgbClr>
        </a:solidFill>
      </dgm:spPr>
      <dgm:t>
        <a:bodyPr/>
        <a:lstStyle/>
        <a:p>
          <a:pPr latinLnBrk="1"/>
          <a:r>
            <a:rPr lang="en-US" altLang="ko-KR" dirty="0"/>
            <a:t>H3</a:t>
          </a:r>
        </a:p>
      </dgm:t>
    </dgm:pt>
    <dgm:pt modelId="{C99DF920-6980-C643-9675-9C872061F68F}" type="parTrans" cxnId="{0664C01F-0B48-294E-832C-B728683F4A80}">
      <dgm:prSet/>
      <dgm:spPr/>
      <dgm:t>
        <a:bodyPr/>
        <a:lstStyle/>
        <a:p>
          <a:pPr latinLnBrk="1"/>
          <a:endParaRPr lang="ko-KR" altLang="en-US"/>
        </a:p>
      </dgm:t>
    </dgm:pt>
    <dgm:pt modelId="{B4C2AED2-B756-CC48-A8B3-73820150B0B2}" type="sibTrans" cxnId="{0664C01F-0B48-294E-832C-B728683F4A80}">
      <dgm:prSet/>
      <dgm:spPr>
        <a:solidFill>
          <a:srgbClr val="EE3FB3">
            <a:alpha val="40000"/>
          </a:srgbClr>
        </a:solidFill>
      </dgm:spPr>
      <dgm:t>
        <a:bodyPr/>
        <a:lstStyle/>
        <a:p>
          <a:pPr latinLnBrk="1"/>
          <a:endParaRPr lang="ko-KR" altLang="en-US"/>
        </a:p>
      </dgm:t>
    </dgm:pt>
    <dgm:pt modelId="{EEDAD1C3-483F-D340-9065-15BD04ACFC03}">
      <dgm:prSet phldrT="[텍스트]"/>
      <dgm:spPr>
        <a:solidFill>
          <a:schemeClr val="accent5">
            <a:hueOff val="0"/>
            <a:satOff val="0"/>
            <a:lumOff val="0"/>
            <a:alpha val="60000"/>
          </a:schemeClr>
        </a:solidFill>
      </dgm:spPr>
      <dgm:t>
        <a:bodyPr/>
        <a:lstStyle/>
        <a:p>
          <a:pPr latinLnBrk="1"/>
          <a:r>
            <a:rPr lang="en-US" altLang="ko-KR" dirty="0"/>
            <a:t>SSM</a:t>
          </a:r>
          <a:endParaRPr lang="ko-KR" altLang="en-US" dirty="0"/>
        </a:p>
      </dgm:t>
    </dgm:pt>
    <dgm:pt modelId="{E127E2D3-A936-9748-A0D2-DC6F52053C92}" type="parTrans" cxnId="{ED6B5673-A415-9B43-B4EB-07861FFBB090}">
      <dgm:prSet/>
      <dgm:spPr/>
      <dgm:t>
        <a:bodyPr/>
        <a:lstStyle/>
        <a:p>
          <a:pPr latinLnBrk="1"/>
          <a:endParaRPr lang="ko-KR" altLang="en-US"/>
        </a:p>
      </dgm:t>
    </dgm:pt>
    <dgm:pt modelId="{CA8E10A3-16E8-7E4C-85D9-1161CC0D09A3}" type="sibTrans" cxnId="{ED6B5673-A415-9B43-B4EB-07861FFBB090}">
      <dgm:prSet/>
      <dgm:spPr>
        <a:solidFill>
          <a:schemeClr val="accent5">
            <a:alpha val="60000"/>
          </a:schemeClr>
        </a:solidFill>
      </dgm:spPr>
      <dgm:t>
        <a:bodyPr/>
        <a:lstStyle/>
        <a:p>
          <a:pPr latinLnBrk="1"/>
          <a:endParaRPr lang="ko-KR" altLang="en-US"/>
        </a:p>
      </dgm:t>
    </dgm:pt>
    <dgm:pt modelId="{D867AFED-8CC9-964E-8B6D-921429CDE1E3}">
      <dgm:prSet phldrT="[텍스트]"/>
      <dgm:spPr>
        <a:solidFill>
          <a:schemeClr val="accent1">
            <a:alpha val="40000"/>
          </a:schemeClr>
        </a:solidFill>
      </dgm:spPr>
      <dgm:t>
        <a:bodyPr/>
        <a:lstStyle/>
        <a:p>
          <a:pPr latinLnBrk="1"/>
          <a:r>
            <a:rPr lang="en-US" altLang="ko-KR" dirty="0"/>
            <a:t>Mamba</a:t>
          </a:r>
        </a:p>
      </dgm:t>
    </dgm:pt>
    <dgm:pt modelId="{7E35C843-569D-B14D-9A87-5FA33342CDE6}" type="parTrans" cxnId="{46A4C0EE-FCBC-9A47-B1CD-A64326FF2B1B}">
      <dgm:prSet/>
      <dgm:spPr/>
      <dgm:t>
        <a:bodyPr/>
        <a:lstStyle/>
        <a:p>
          <a:pPr latinLnBrk="1"/>
          <a:endParaRPr lang="ko-KR" altLang="en-US"/>
        </a:p>
      </dgm:t>
    </dgm:pt>
    <dgm:pt modelId="{FB98932C-1CEE-0243-AB2C-E10F0CB3EC02}" type="sibTrans" cxnId="{46A4C0EE-FCBC-9A47-B1CD-A64326FF2B1B}">
      <dgm:prSet/>
      <dgm:spPr/>
      <dgm:t>
        <a:bodyPr/>
        <a:lstStyle/>
        <a:p>
          <a:pPr latinLnBrk="1"/>
          <a:endParaRPr lang="ko-KR" altLang="en-US"/>
        </a:p>
      </dgm:t>
    </dgm:pt>
    <dgm:pt modelId="{A537FBC2-857B-CC45-BBA7-7DD8C2EB7B1A}" type="pres">
      <dgm:prSet presAssocID="{01BDEBB3-9E6A-0645-9D29-C5A8B0CAB503}" presName="Name0" presStyleCnt="0">
        <dgm:presLayoutVars>
          <dgm:dir/>
          <dgm:resizeHandles val="exact"/>
        </dgm:presLayoutVars>
      </dgm:prSet>
      <dgm:spPr/>
    </dgm:pt>
    <dgm:pt modelId="{21DC711F-9CD2-B548-9970-FCDF9A80C097}" type="pres">
      <dgm:prSet presAssocID="{EEDAD1C3-483F-D340-9065-15BD04ACFC03}" presName="node" presStyleLbl="node1" presStyleIdx="0" presStyleCnt="6">
        <dgm:presLayoutVars>
          <dgm:bulletEnabled val="1"/>
        </dgm:presLayoutVars>
      </dgm:prSet>
      <dgm:spPr/>
    </dgm:pt>
    <dgm:pt modelId="{6EA2C098-3E29-4B4F-B577-18EE78C909D8}" type="pres">
      <dgm:prSet presAssocID="{CA8E10A3-16E8-7E4C-85D9-1161CC0D09A3}" presName="sibTrans" presStyleLbl="sibTrans2D1" presStyleIdx="0" presStyleCnt="5"/>
      <dgm:spPr/>
    </dgm:pt>
    <dgm:pt modelId="{54A2E0D8-47DD-514A-BFD4-A3AACFDF3704}" type="pres">
      <dgm:prSet presAssocID="{CA8E10A3-16E8-7E4C-85D9-1161CC0D09A3}" presName="connectorText" presStyleLbl="sibTrans2D1" presStyleIdx="0" presStyleCnt="5"/>
      <dgm:spPr/>
    </dgm:pt>
    <dgm:pt modelId="{7DBA929A-23E4-B349-93ED-53776688EBD3}" type="pres">
      <dgm:prSet presAssocID="{BBDBEB35-FCD9-A14F-9825-670ECCBE82B5}" presName="node" presStyleLbl="node1" presStyleIdx="1" presStyleCnt="6">
        <dgm:presLayoutVars>
          <dgm:bulletEnabled val="1"/>
        </dgm:presLayoutVars>
      </dgm:prSet>
      <dgm:spPr/>
    </dgm:pt>
    <dgm:pt modelId="{20D6663A-C745-2446-8F35-DF6DD60005F3}" type="pres">
      <dgm:prSet presAssocID="{39123FF0-A6DE-E44E-A49B-C7E9CED0E8D5}" presName="sibTrans" presStyleLbl="sibTrans2D1" presStyleIdx="1" presStyleCnt="5"/>
      <dgm:spPr/>
    </dgm:pt>
    <dgm:pt modelId="{2BA8B3FC-3E49-8D4E-BBA2-6EDBD318D81F}" type="pres">
      <dgm:prSet presAssocID="{39123FF0-A6DE-E44E-A49B-C7E9CED0E8D5}" presName="connectorText" presStyleLbl="sibTrans2D1" presStyleIdx="1" presStyleCnt="5"/>
      <dgm:spPr/>
    </dgm:pt>
    <dgm:pt modelId="{E39117CF-AC9C-CC4C-B45F-40BA084E415F}" type="pres">
      <dgm:prSet presAssocID="{8D156C94-2C9A-A84E-B3F9-E6D8BD24516A}" presName="node" presStyleLbl="node1" presStyleIdx="2" presStyleCnt="6">
        <dgm:presLayoutVars>
          <dgm:bulletEnabled val="1"/>
        </dgm:presLayoutVars>
      </dgm:prSet>
      <dgm:spPr/>
    </dgm:pt>
    <dgm:pt modelId="{92B825E0-AD5E-B34E-87CC-01FA3716DCB4}" type="pres">
      <dgm:prSet presAssocID="{7EB9D612-5842-7346-8E50-2F89131AC126}" presName="sibTrans" presStyleLbl="sibTrans2D1" presStyleIdx="2" presStyleCnt="5"/>
      <dgm:spPr/>
    </dgm:pt>
    <dgm:pt modelId="{35BC936D-4B7E-484D-A9FB-B615AC2A60D3}" type="pres">
      <dgm:prSet presAssocID="{7EB9D612-5842-7346-8E50-2F89131AC126}" presName="connectorText" presStyleLbl="sibTrans2D1" presStyleIdx="2" presStyleCnt="5"/>
      <dgm:spPr/>
    </dgm:pt>
    <dgm:pt modelId="{E7011696-9A78-E946-A828-4C52C8DAF013}" type="pres">
      <dgm:prSet presAssocID="{62F9CB94-376E-E541-816B-518E9876B330}" presName="node" presStyleLbl="node1" presStyleIdx="3" presStyleCnt="6">
        <dgm:presLayoutVars>
          <dgm:bulletEnabled val="1"/>
        </dgm:presLayoutVars>
      </dgm:prSet>
      <dgm:spPr/>
    </dgm:pt>
    <dgm:pt modelId="{006D8575-34FA-A54F-AA64-86EBCD840F06}" type="pres">
      <dgm:prSet presAssocID="{F5BBB456-CFDB-844B-AA5C-3FCCD81C9856}" presName="sibTrans" presStyleLbl="sibTrans2D1" presStyleIdx="3" presStyleCnt="5"/>
      <dgm:spPr/>
    </dgm:pt>
    <dgm:pt modelId="{008F80BC-5B22-9F45-AAD0-809AF190DB4E}" type="pres">
      <dgm:prSet presAssocID="{F5BBB456-CFDB-844B-AA5C-3FCCD81C9856}" presName="connectorText" presStyleLbl="sibTrans2D1" presStyleIdx="3" presStyleCnt="5"/>
      <dgm:spPr/>
    </dgm:pt>
    <dgm:pt modelId="{38CCD99A-970E-C646-A86B-D1C7DC015FC8}" type="pres">
      <dgm:prSet presAssocID="{DCFCE424-9702-9F40-980B-A807985531A1}" presName="node" presStyleLbl="node1" presStyleIdx="4" presStyleCnt="6">
        <dgm:presLayoutVars>
          <dgm:bulletEnabled val="1"/>
        </dgm:presLayoutVars>
      </dgm:prSet>
      <dgm:spPr/>
    </dgm:pt>
    <dgm:pt modelId="{CD42451B-2DF0-A447-8149-6EA27F7E142D}" type="pres">
      <dgm:prSet presAssocID="{B4C2AED2-B756-CC48-A8B3-73820150B0B2}" presName="sibTrans" presStyleLbl="sibTrans2D1" presStyleIdx="4" presStyleCnt="5"/>
      <dgm:spPr/>
    </dgm:pt>
    <dgm:pt modelId="{84091D46-9A92-DE49-8F8A-601F8C3EA5A4}" type="pres">
      <dgm:prSet presAssocID="{B4C2AED2-B756-CC48-A8B3-73820150B0B2}" presName="connectorText" presStyleLbl="sibTrans2D1" presStyleIdx="4" presStyleCnt="5"/>
      <dgm:spPr/>
    </dgm:pt>
    <dgm:pt modelId="{B0F1ACF3-73B1-8F4B-8C6E-C6E7E26163EC}" type="pres">
      <dgm:prSet presAssocID="{D867AFED-8CC9-964E-8B6D-921429CDE1E3}" presName="node" presStyleLbl="node1" presStyleIdx="5" presStyleCnt="6">
        <dgm:presLayoutVars>
          <dgm:bulletEnabled val="1"/>
        </dgm:presLayoutVars>
      </dgm:prSet>
      <dgm:spPr/>
    </dgm:pt>
  </dgm:ptLst>
  <dgm:cxnLst>
    <dgm:cxn modelId="{53A48C02-B1D6-6744-BC22-29F9D68B8D67}" type="presOf" srcId="{BBDBEB35-FCD9-A14F-9825-670ECCBE82B5}" destId="{7DBA929A-23E4-B349-93ED-53776688EBD3}" srcOrd="0" destOrd="0" presId="urn:microsoft.com/office/officeart/2005/8/layout/process1"/>
    <dgm:cxn modelId="{0664C01F-0B48-294E-832C-B728683F4A80}" srcId="{01BDEBB3-9E6A-0645-9D29-C5A8B0CAB503}" destId="{DCFCE424-9702-9F40-980B-A807985531A1}" srcOrd="4" destOrd="0" parTransId="{C99DF920-6980-C643-9675-9C872061F68F}" sibTransId="{B4C2AED2-B756-CC48-A8B3-73820150B0B2}"/>
    <dgm:cxn modelId="{0EA7E220-7A2D-BF47-A5E5-5407CBDC9748}" type="presOf" srcId="{CA8E10A3-16E8-7E4C-85D9-1161CC0D09A3}" destId="{6EA2C098-3E29-4B4F-B577-18EE78C909D8}" srcOrd="0" destOrd="0" presId="urn:microsoft.com/office/officeart/2005/8/layout/process1"/>
    <dgm:cxn modelId="{0E96F427-E031-694C-86C1-15BEF6F2CC41}" type="presOf" srcId="{B4C2AED2-B756-CC48-A8B3-73820150B0B2}" destId="{84091D46-9A92-DE49-8F8A-601F8C3EA5A4}" srcOrd="1" destOrd="0" presId="urn:microsoft.com/office/officeart/2005/8/layout/process1"/>
    <dgm:cxn modelId="{62A4293E-4ABC-F74E-86A6-EA966F5F63ED}" type="presOf" srcId="{8D156C94-2C9A-A84E-B3F9-E6D8BD24516A}" destId="{E39117CF-AC9C-CC4C-B45F-40BA084E415F}" srcOrd="0" destOrd="0" presId="urn:microsoft.com/office/officeart/2005/8/layout/process1"/>
    <dgm:cxn modelId="{4F154250-CF95-CD4D-9191-B51EEAC285CE}" type="presOf" srcId="{7EB9D612-5842-7346-8E50-2F89131AC126}" destId="{35BC936D-4B7E-484D-A9FB-B615AC2A60D3}" srcOrd="1" destOrd="0" presId="urn:microsoft.com/office/officeart/2005/8/layout/process1"/>
    <dgm:cxn modelId="{4D04845E-8724-244E-A5BC-42213E57328A}" type="presOf" srcId="{39123FF0-A6DE-E44E-A49B-C7E9CED0E8D5}" destId="{20D6663A-C745-2446-8F35-DF6DD60005F3}" srcOrd="0" destOrd="0" presId="urn:microsoft.com/office/officeart/2005/8/layout/process1"/>
    <dgm:cxn modelId="{ED6B5673-A415-9B43-B4EB-07861FFBB090}" srcId="{01BDEBB3-9E6A-0645-9D29-C5A8B0CAB503}" destId="{EEDAD1C3-483F-D340-9065-15BD04ACFC03}" srcOrd="0" destOrd="0" parTransId="{E127E2D3-A936-9748-A0D2-DC6F52053C92}" sibTransId="{CA8E10A3-16E8-7E4C-85D9-1161CC0D09A3}"/>
    <dgm:cxn modelId="{50BC4281-CD93-F944-ABEA-E12715F3EE5A}" srcId="{01BDEBB3-9E6A-0645-9D29-C5A8B0CAB503}" destId="{8D156C94-2C9A-A84E-B3F9-E6D8BD24516A}" srcOrd="2" destOrd="0" parTransId="{6CFF3008-3285-2A44-8A4B-8DDBFDFC0800}" sibTransId="{7EB9D612-5842-7346-8E50-2F89131AC126}"/>
    <dgm:cxn modelId="{0644D38B-966E-8049-A1DB-48328A12EC0C}" type="presOf" srcId="{DCFCE424-9702-9F40-980B-A807985531A1}" destId="{38CCD99A-970E-C646-A86B-D1C7DC015FC8}" srcOrd="0" destOrd="0" presId="urn:microsoft.com/office/officeart/2005/8/layout/process1"/>
    <dgm:cxn modelId="{2F9BA59B-CC82-064C-A882-EC9217E4D555}" srcId="{01BDEBB3-9E6A-0645-9D29-C5A8B0CAB503}" destId="{62F9CB94-376E-E541-816B-518E9876B330}" srcOrd="3" destOrd="0" parTransId="{6AF6F1B4-B693-D44F-84AA-E69DFDF9B8DF}" sibTransId="{F5BBB456-CFDB-844B-AA5C-3FCCD81C9856}"/>
    <dgm:cxn modelId="{9731DDA3-A52C-1E4B-B082-67E1CFE8340C}" type="presOf" srcId="{B4C2AED2-B756-CC48-A8B3-73820150B0B2}" destId="{CD42451B-2DF0-A447-8149-6EA27F7E142D}" srcOrd="0" destOrd="0" presId="urn:microsoft.com/office/officeart/2005/8/layout/process1"/>
    <dgm:cxn modelId="{B20CD0AC-678E-3E48-851B-31AA1CEA6C3A}" type="presOf" srcId="{7EB9D612-5842-7346-8E50-2F89131AC126}" destId="{92B825E0-AD5E-B34E-87CC-01FA3716DCB4}" srcOrd="0" destOrd="0" presId="urn:microsoft.com/office/officeart/2005/8/layout/process1"/>
    <dgm:cxn modelId="{3F5CA6BB-3145-F24A-B81F-B6FB66C2A79C}" type="presOf" srcId="{D867AFED-8CC9-964E-8B6D-921429CDE1E3}" destId="{B0F1ACF3-73B1-8F4B-8C6E-C6E7E26163EC}" srcOrd="0" destOrd="0" presId="urn:microsoft.com/office/officeart/2005/8/layout/process1"/>
    <dgm:cxn modelId="{3804B8BB-2F5B-E748-8296-C8C7A354BB57}" type="presOf" srcId="{EEDAD1C3-483F-D340-9065-15BD04ACFC03}" destId="{21DC711F-9CD2-B548-9970-FCDF9A80C097}" srcOrd="0" destOrd="0" presId="urn:microsoft.com/office/officeart/2005/8/layout/process1"/>
    <dgm:cxn modelId="{6427A0BC-445C-5A42-99FC-F33AFFB1D88B}" type="presOf" srcId="{01BDEBB3-9E6A-0645-9D29-C5A8B0CAB503}" destId="{A537FBC2-857B-CC45-BBA7-7DD8C2EB7B1A}" srcOrd="0" destOrd="0" presId="urn:microsoft.com/office/officeart/2005/8/layout/process1"/>
    <dgm:cxn modelId="{66D5BAC7-58FA-0845-8933-78E6A6318A23}" type="presOf" srcId="{CA8E10A3-16E8-7E4C-85D9-1161CC0D09A3}" destId="{54A2E0D8-47DD-514A-BFD4-A3AACFDF3704}" srcOrd="1" destOrd="0" presId="urn:microsoft.com/office/officeart/2005/8/layout/process1"/>
    <dgm:cxn modelId="{3B549ECC-19EE-FE43-8063-9B26528BB769}" type="presOf" srcId="{62F9CB94-376E-E541-816B-518E9876B330}" destId="{E7011696-9A78-E946-A828-4C52C8DAF013}" srcOrd="0" destOrd="0" presId="urn:microsoft.com/office/officeart/2005/8/layout/process1"/>
    <dgm:cxn modelId="{CCE44AD2-D811-EE4B-88A9-4272689229FC}" srcId="{01BDEBB3-9E6A-0645-9D29-C5A8B0CAB503}" destId="{BBDBEB35-FCD9-A14F-9825-670ECCBE82B5}" srcOrd="1" destOrd="0" parTransId="{9F1EE334-016D-944E-990A-7B428DC2EA04}" sibTransId="{39123FF0-A6DE-E44E-A49B-C7E9CED0E8D5}"/>
    <dgm:cxn modelId="{DE3479D7-6972-E246-9E18-B1F3DD2A079E}" type="presOf" srcId="{F5BBB456-CFDB-844B-AA5C-3FCCD81C9856}" destId="{006D8575-34FA-A54F-AA64-86EBCD840F06}" srcOrd="0" destOrd="0" presId="urn:microsoft.com/office/officeart/2005/8/layout/process1"/>
    <dgm:cxn modelId="{46A4C0EE-FCBC-9A47-B1CD-A64326FF2B1B}" srcId="{01BDEBB3-9E6A-0645-9D29-C5A8B0CAB503}" destId="{D867AFED-8CC9-964E-8B6D-921429CDE1E3}" srcOrd="5" destOrd="0" parTransId="{7E35C843-569D-B14D-9A87-5FA33342CDE6}" sibTransId="{FB98932C-1CEE-0243-AB2C-E10F0CB3EC02}"/>
    <dgm:cxn modelId="{2DDE74F3-7981-714A-8AF0-C40858B8BED9}" type="presOf" srcId="{F5BBB456-CFDB-844B-AA5C-3FCCD81C9856}" destId="{008F80BC-5B22-9F45-AAD0-809AF190DB4E}" srcOrd="1" destOrd="0" presId="urn:microsoft.com/office/officeart/2005/8/layout/process1"/>
    <dgm:cxn modelId="{F07CB5FC-B332-6049-9B69-008E7649C398}" type="presOf" srcId="{39123FF0-A6DE-E44E-A49B-C7E9CED0E8D5}" destId="{2BA8B3FC-3E49-8D4E-BBA2-6EDBD318D81F}" srcOrd="1" destOrd="0" presId="urn:microsoft.com/office/officeart/2005/8/layout/process1"/>
    <dgm:cxn modelId="{D74DFAC8-D005-A743-9D9F-7DFB1CC9F404}" type="presParOf" srcId="{A537FBC2-857B-CC45-BBA7-7DD8C2EB7B1A}" destId="{21DC711F-9CD2-B548-9970-FCDF9A80C097}" srcOrd="0" destOrd="0" presId="urn:microsoft.com/office/officeart/2005/8/layout/process1"/>
    <dgm:cxn modelId="{11C2993E-3123-0448-90CF-5631BC10BA91}" type="presParOf" srcId="{A537FBC2-857B-CC45-BBA7-7DD8C2EB7B1A}" destId="{6EA2C098-3E29-4B4F-B577-18EE78C909D8}" srcOrd="1" destOrd="0" presId="urn:microsoft.com/office/officeart/2005/8/layout/process1"/>
    <dgm:cxn modelId="{5ED3C529-DACD-3346-A244-729FE07FDFC7}" type="presParOf" srcId="{6EA2C098-3E29-4B4F-B577-18EE78C909D8}" destId="{54A2E0D8-47DD-514A-BFD4-A3AACFDF3704}" srcOrd="0" destOrd="0" presId="urn:microsoft.com/office/officeart/2005/8/layout/process1"/>
    <dgm:cxn modelId="{4BDD296E-DE99-C44A-937D-BF26B2854A40}" type="presParOf" srcId="{A537FBC2-857B-CC45-BBA7-7DD8C2EB7B1A}" destId="{7DBA929A-23E4-B349-93ED-53776688EBD3}" srcOrd="2" destOrd="0" presId="urn:microsoft.com/office/officeart/2005/8/layout/process1"/>
    <dgm:cxn modelId="{8B8A1AF5-73E1-BD4B-9868-29EC66F4D1A6}" type="presParOf" srcId="{A537FBC2-857B-CC45-BBA7-7DD8C2EB7B1A}" destId="{20D6663A-C745-2446-8F35-DF6DD60005F3}" srcOrd="3" destOrd="0" presId="urn:microsoft.com/office/officeart/2005/8/layout/process1"/>
    <dgm:cxn modelId="{97468E49-A004-2245-8F42-5D59570C43E8}" type="presParOf" srcId="{20D6663A-C745-2446-8F35-DF6DD60005F3}" destId="{2BA8B3FC-3E49-8D4E-BBA2-6EDBD318D81F}" srcOrd="0" destOrd="0" presId="urn:microsoft.com/office/officeart/2005/8/layout/process1"/>
    <dgm:cxn modelId="{161A633F-857D-E946-B986-0D880E90D71E}" type="presParOf" srcId="{A537FBC2-857B-CC45-BBA7-7DD8C2EB7B1A}" destId="{E39117CF-AC9C-CC4C-B45F-40BA084E415F}" srcOrd="4" destOrd="0" presId="urn:microsoft.com/office/officeart/2005/8/layout/process1"/>
    <dgm:cxn modelId="{B14BE31F-C8DF-3543-9A78-1BF9600196C9}" type="presParOf" srcId="{A537FBC2-857B-CC45-BBA7-7DD8C2EB7B1A}" destId="{92B825E0-AD5E-B34E-87CC-01FA3716DCB4}" srcOrd="5" destOrd="0" presId="urn:microsoft.com/office/officeart/2005/8/layout/process1"/>
    <dgm:cxn modelId="{2D998AFA-8B8B-2643-B858-CF6C72E17FA7}" type="presParOf" srcId="{92B825E0-AD5E-B34E-87CC-01FA3716DCB4}" destId="{35BC936D-4B7E-484D-A9FB-B615AC2A60D3}" srcOrd="0" destOrd="0" presId="urn:microsoft.com/office/officeart/2005/8/layout/process1"/>
    <dgm:cxn modelId="{5601276E-D57B-FE41-9C4A-F9DAD5A2C080}" type="presParOf" srcId="{A537FBC2-857B-CC45-BBA7-7DD8C2EB7B1A}" destId="{E7011696-9A78-E946-A828-4C52C8DAF013}" srcOrd="6" destOrd="0" presId="urn:microsoft.com/office/officeart/2005/8/layout/process1"/>
    <dgm:cxn modelId="{EA51569B-FCD5-E14A-AC4F-01B2F6458ABB}" type="presParOf" srcId="{A537FBC2-857B-CC45-BBA7-7DD8C2EB7B1A}" destId="{006D8575-34FA-A54F-AA64-86EBCD840F06}" srcOrd="7" destOrd="0" presId="urn:microsoft.com/office/officeart/2005/8/layout/process1"/>
    <dgm:cxn modelId="{7AB4CC7A-A5E0-5B49-B304-5B2A0096D813}" type="presParOf" srcId="{006D8575-34FA-A54F-AA64-86EBCD840F06}" destId="{008F80BC-5B22-9F45-AAD0-809AF190DB4E}" srcOrd="0" destOrd="0" presId="urn:microsoft.com/office/officeart/2005/8/layout/process1"/>
    <dgm:cxn modelId="{9045E2D6-6BF6-E545-ACB3-D2742A35F6F6}" type="presParOf" srcId="{A537FBC2-857B-CC45-BBA7-7DD8C2EB7B1A}" destId="{38CCD99A-970E-C646-A86B-D1C7DC015FC8}" srcOrd="8" destOrd="0" presId="urn:microsoft.com/office/officeart/2005/8/layout/process1"/>
    <dgm:cxn modelId="{0BC58AF2-8E8B-F940-8D4E-622474D98467}" type="presParOf" srcId="{A537FBC2-857B-CC45-BBA7-7DD8C2EB7B1A}" destId="{CD42451B-2DF0-A447-8149-6EA27F7E142D}" srcOrd="9" destOrd="0" presId="urn:microsoft.com/office/officeart/2005/8/layout/process1"/>
    <dgm:cxn modelId="{F6FB54C7-B882-5F44-B0CE-374795749F39}" type="presParOf" srcId="{CD42451B-2DF0-A447-8149-6EA27F7E142D}" destId="{84091D46-9A92-DE49-8F8A-601F8C3EA5A4}" srcOrd="0" destOrd="0" presId="urn:microsoft.com/office/officeart/2005/8/layout/process1"/>
    <dgm:cxn modelId="{A6E53308-80A2-DF49-AFA6-C0EAAC1D9DB7}" type="presParOf" srcId="{A537FBC2-857B-CC45-BBA7-7DD8C2EB7B1A}" destId="{B0F1ACF3-73B1-8F4B-8C6E-C6E7E26163EC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1BDEBB3-9E6A-0645-9D29-C5A8B0CAB503}" type="doc">
      <dgm:prSet loTypeId="urn:microsoft.com/office/officeart/2005/8/layout/process1" loCatId="" qsTypeId="urn:microsoft.com/office/officeart/2005/8/quickstyle/simple1" qsCatId="simple" csTypeId="urn:microsoft.com/office/officeart/2005/8/colors/accent5_2" csCatId="accent5" phldr="1"/>
      <dgm:spPr/>
    </dgm:pt>
    <dgm:pt modelId="{BBDBEB35-FCD9-A14F-9825-670ECCBE82B5}">
      <dgm:prSet phldrT="[텍스트]"/>
      <dgm:spPr>
        <a:solidFill>
          <a:srgbClr val="876BDC">
            <a:alpha val="60000"/>
          </a:srgbClr>
        </a:solidFill>
      </dgm:spPr>
      <dgm:t>
        <a:bodyPr/>
        <a:lstStyle/>
        <a:p>
          <a:pPr latinLnBrk="1"/>
          <a:r>
            <a:rPr lang="en-US" altLang="ko-KR" dirty="0"/>
            <a:t>HiPPO</a:t>
          </a:r>
          <a:endParaRPr lang="ko-KR" altLang="en-US" dirty="0"/>
        </a:p>
      </dgm:t>
    </dgm:pt>
    <dgm:pt modelId="{9F1EE334-016D-944E-990A-7B428DC2EA04}" type="parTrans" cxnId="{CCE44AD2-D811-EE4B-88A9-4272689229FC}">
      <dgm:prSet/>
      <dgm:spPr/>
      <dgm:t>
        <a:bodyPr/>
        <a:lstStyle/>
        <a:p>
          <a:pPr latinLnBrk="1"/>
          <a:endParaRPr lang="ko-KR" altLang="en-US"/>
        </a:p>
      </dgm:t>
    </dgm:pt>
    <dgm:pt modelId="{39123FF0-A6DE-E44E-A49B-C7E9CED0E8D5}" type="sibTrans" cxnId="{CCE44AD2-D811-EE4B-88A9-4272689229FC}">
      <dgm:prSet/>
      <dgm:spPr>
        <a:solidFill>
          <a:srgbClr val="876BDC">
            <a:alpha val="60000"/>
          </a:srgbClr>
        </a:solidFill>
      </dgm:spPr>
      <dgm:t>
        <a:bodyPr/>
        <a:lstStyle/>
        <a:p>
          <a:pPr latinLnBrk="1"/>
          <a:endParaRPr lang="ko-KR" altLang="en-US"/>
        </a:p>
      </dgm:t>
    </dgm:pt>
    <dgm:pt modelId="{8D156C94-2C9A-A84E-B3F9-E6D8BD24516A}">
      <dgm:prSet phldrT="[텍스트]"/>
      <dgm:spPr>
        <a:solidFill>
          <a:srgbClr val="B462D3">
            <a:alpha val="60000"/>
          </a:srgbClr>
        </a:solidFill>
      </dgm:spPr>
      <dgm:t>
        <a:bodyPr/>
        <a:lstStyle/>
        <a:p>
          <a:pPr latinLnBrk="1"/>
          <a:r>
            <a:rPr lang="en-US" altLang="ko-KR" dirty="0"/>
            <a:t>LSSL</a:t>
          </a:r>
          <a:endParaRPr lang="ko-KR" altLang="en-US" dirty="0"/>
        </a:p>
      </dgm:t>
    </dgm:pt>
    <dgm:pt modelId="{6CFF3008-3285-2A44-8A4B-8DDBFDFC0800}" type="parTrans" cxnId="{50BC4281-CD93-F944-ABEA-E12715F3EE5A}">
      <dgm:prSet/>
      <dgm:spPr/>
      <dgm:t>
        <a:bodyPr/>
        <a:lstStyle/>
        <a:p>
          <a:pPr latinLnBrk="1"/>
          <a:endParaRPr lang="ko-KR" altLang="en-US"/>
        </a:p>
      </dgm:t>
    </dgm:pt>
    <dgm:pt modelId="{7EB9D612-5842-7346-8E50-2F89131AC126}" type="sibTrans" cxnId="{50BC4281-CD93-F944-ABEA-E12715F3EE5A}">
      <dgm:prSet/>
      <dgm:spPr>
        <a:solidFill>
          <a:srgbClr val="B462D3">
            <a:alpha val="60000"/>
          </a:srgbClr>
        </a:solidFill>
      </dgm:spPr>
      <dgm:t>
        <a:bodyPr/>
        <a:lstStyle/>
        <a:p>
          <a:pPr latinLnBrk="1"/>
          <a:endParaRPr lang="ko-KR" altLang="en-US"/>
        </a:p>
      </dgm:t>
    </dgm:pt>
    <dgm:pt modelId="{62F9CB94-376E-E541-816B-518E9876B330}">
      <dgm:prSet phldrT="[텍스트]"/>
      <dgm:spPr>
        <a:solidFill>
          <a:srgbClr val="D753C5">
            <a:alpha val="60000"/>
          </a:srgbClr>
        </a:solidFill>
      </dgm:spPr>
      <dgm:t>
        <a:bodyPr/>
        <a:lstStyle/>
        <a:p>
          <a:pPr latinLnBrk="1"/>
          <a:r>
            <a:rPr lang="en-US" altLang="ko-KR" dirty="0"/>
            <a:t>S4(D)</a:t>
          </a:r>
        </a:p>
      </dgm:t>
    </dgm:pt>
    <dgm:pt modelId="{6AF6F1B4-B693-D44F-84AA-E69DFDF9B8DF}" type="parTrans" cxnId="{2F9BA59B-CC82-064C-A882-EC9217E4D555}">
      <dgm:prSet/>
      <dgm:spPr/>
      <dgm:t>
        <a:bodyPr/>
        <a:lstStyle/>
        <a:p>
          <a:pPr latinLnBrk="1"/>
          <a:endParaRPr lang="ko-KR" altLang="en-US"/>
        </a:p>
      </dgm:t>
    </dgm:pt>
    <dgm:pt modelId="{F5BBB456-CFDB-844B-AA5C-3FCCD81C9856}" type="sibTrans" cxnId="{2F9BA59B-CC82-064C-A882-EC9217E4D555}">
      <dgm:prSet/>
      <dgm:spPr>
        <a:solidFill>
          <a:srgbClr val="D753C5">
            <a:alpha val="60000"/>
          </a:srgbClr>
        </a:solidFill>
      </dgm:spPr>
      <dgm:t>
        <a:bodyPr/>
        <a:lstStyle/>
        <a:p>
          <a:pPr latinLnBrk="1"/>
          <a:endParaRPr lang="ko-KR" altLang="en-US"/>
        </a:p>
      </dgm:t>
    </dgm:pt>
    <dgm:pt modelId="{DCFCE424-9702-9F40-980B-A807985531A1}">
      <dgm:prSet phldrT="[텍스트]"/>
      <dgm:spPr>
        <a:solidFill>
          <a:srgbClr val="EE3FB3"/>
        </a:solidFill>
      </dgm:spPr>
      <dgm:t>
        <a:bodyPr/>
        <a:lstStyle/>
        <a:p>
          <a:pPr latinLnBrk="1"/>
          <a:r>
            <a:rPr lang="en-US" altLang="ko-KR" dirty="0"/>
            <a:t>H3</a:t>
          </a:r>
        </a:p>
      </dgm:t>
    </dgm:pt>
    <dgm:pt modelId="{C99DF920-6980-C643-9675-9C872061F68F}" type="parTrans" cxnId="{0664C01F-0B48-294E-832C-B728683F4A80}">
      <dgm:prSet/>
      <dgm:spPr/>
      <dgm:t>
        <a:bodyPr/>
        <a:lstStyle/>
        <a:p>
          <a:pPr latinLnBrk="1"/>
          <a:endParaRPr lang="ko-KR" altLang="en-US"/>
        </a:p>
      </dgm:t>
    </dgm:pt>
    <dgm:pt modelId="{B4C2AED2-B756-CC48-A8B3-73820150B0B2}" type="sibTrans" cxnId="{0664C01F-0B48-294E-832C-B728683F4A80}">
      <dgm:prSet/>
      <dgm:spPr>
        <a:solidFill>
          <a:srgbClr val="EE3FB3">
            <a:alpha val="40000"/>
          </a:srgbClr>
        </a:solidFill>
      </dgm:spPr>
      <dgm:t>
        <a:bodyPr/>
        <a:lstStyle/>
        <a:p>
          <a:pPr latinLnBrk="1"/>
          <a:endParaRPr lang="ko-KR" altLang="en-US"/>
        </a:p>
      </dgm:t>
    </dgm:pt>
    <dgm:pt modelId="{EEDAD1C3-483F-D340-9065-15BD04ACFC03}">
      <dgm:prSet phldrT="[텍스트]"/>
      <dgm:spPr>
        <a:solidFill>
          <a:schemeClr val="accent5">
            <a:hueOff val="0"/>
            <a:satOff val="0"/>
            <a:lumOff val="0"/>
            <a:alpha val="60000"/>
          </a:schemeClr>
        </a:solidFill>
      </dgm:spPr>
      <dgm:t>
        <a:bodyPr/>
        <a:lstStyle/>
        <a:p>
          <a:pPr latinLnBrk="1"/>
          <a:r>
            <a:rPr lang="en-US" altLang="ko-KR" dirty="0"/>
            <a:t>SSM</a:t>
          </a:r>
          <a:endParaRPr lang="ko-KR" altLang="en-US" dirty="0"/>
        </a:p>
      </dgm:t>
    </dgm:pt>
    <dgm:pt modelId="{E127E2D3-A936-9748-A0D2-DC6F52053C92}" type="parTrans" cxnId="{ED6B5673-A415-9B43-B4EB-07861FFBB090}">
      <dgm:prSet/>
      <dgm:spPr/>
      <dgm:t>
        <a:bodyPr/>
        <a:lstStyle/>
        <a:p>
          <a:pPr latinLnBrk="1"/>
          <a:endParaRPr lang="ko-KR" altLang="en-US"/>
        </a:p>
      </dgm:t>
    </dgm:pt>
    <dgm:pt modelId="{CA8E10A3-16E8-7E4C-85D9-1161CC0D09A3}" type="sibTrans" cxnId="{ED6B5673-A415-9B43-B4EB-07861FFBB090}">
      <dgm:prSet/>
      <dgm:spPr>
        <a:solidFill>
          <a:schemeClr val="accent5">
            <a:alpha val="60000"/>
          </a:schemeClr>
        </a:solidFill>
      </dgm:spPr>
      <dgm:t>
        <a:bodyPr/>
        <a:lstStyle/>
        <a:p>
          <a:pPr latinLnBrk="1"/>
          <a:endParaRPr lang="ko-KR" altLang="en-US"/>
        </a:p>
      </dgm:t>
    </dgm:pt>
    <dgm:pt modelId="{D867AFED-8CC9-964E-8B6D-921429CDE1E3}">
      <dgm:prSet phldrT="[텍스트]"/>
      <dgm:spPr>
        <a:solidFill>
          <a:schemeClr val="accent1">
            <a:alpha val="40000"/>
          </a:schemeClr>
        </a:solidFill>
      </dgm:spPr>
      <dgm:t>
        <a:bodyPr/>
        <a:lstStyle/>
        <a:p>
          <a:pPr latinLnBrk="1"/>
          <a:r>
            <a:rPr lang="en-US" altLang="ko-KR" dirty="0"/>
            <a:t>Mamba</a:t>
          </a:r>
        </a:p>
      </dgm:t>
    </dgm:pt>
    <dgm:pt modelId="{7E35C843-569D-B14D-9A87-5FA33342CDE6}" type="parTrans" cxnId="{46A4C0EE-FCBC-9A47-B1CD-A64326FF2B1B}">
      <dgm:prSet/>
      <dgm:spPr/>
      <dgm:t>
        <a:bodyPr/>
        <a:lstStyle/>
        <a:p>
          <a:pPr latinLnBrk="1"/>
          <a:endParaRPr lang="ko-KR" altLang="en-US"/>
        </a:p>
      </dgm:t>
    </dgm:pt>
    <dgm:pt modelId="{FB98932C-1CEE-0243-AB2C-E10F0CB3EC02}" type="sibTrans" cxnId="{46A4C0EE-FCBC-9A47-B1CD-A64326FF2B1B}">
      <dgm:prSet/>
      <dgm:spPr/>
      <dgm:t>
        <a:bodyPr/>
        <a:lstStyle/>
        <a:p>
          <a:pPr latinLnBrk="1"/>
          <a:endParaRPr lang="ko-KR" altLang="en-US"/>
        </a:p>
      </dgm:t>
    </dgm:pt>
    <dgm:pt modelId="{A537FBC2-857B-CC45-BBA7-7DD8C2EB7B1A}" type="pres">
      <dgm:prSet presAssocID="{01BDEBB3-9E6A-0645-9D29-C5A8B0CAB503}" presName="Name0" presStyleCnt="0">
        <dgm:presLayoutVars>
          <dgm:dir/>
          <dgm:resizeHandles val="exact"/>
        </dgm:presLayoutVars>
      </dgm:prSet>
      <dgm:spPr/>
    </dgm:pt>
    <dgm:pt modelId="{21DC711F-9CD2-B548-9970-FCDF9A80C097}" type="pres">
      <dgm:prSet presAssocID="{EEDAD1C3-483F-D340-9065-15BD04ACFC03}" presName="node" presStyleLbl="node1" presStyleIdx="0" presStyleCnt="6">
        <dgm:presLayoutVars>
          <dgm:bulletEnabled val="1"/>
        </dgm:presLayoutVars>
      </dgm:prSet>
      <dgm:spPr/>
    </dgm:pt>
    <dgm:pt modelId="{6EA2C098-3E29-4B4F-B577-18EE78C909D8}" type="pres">
      <dgm:prSet presAssocID="{CA8E10A3-16E8-7E4C-85D9-1161CC0D09A3}" presName="sibTrans" presStyleLbl="sibTrans2D1" presStyleIdx="0" presStyleCnt="5"/>
      <dgm:spPr/>
    </dgm:pt>
    <dgm:pt modelId="{54A2E0D8-47DD-514A-BFD4-A3AACFDF3704}" type="pres">
      <dgm:prSet presAssocID="{CA8E10A3-16E8-7E4C-85D9-1161CC0D09A3}" presName="connectorText" presStyleLbl="sibTrans2D1" presStyleIdx="0" presStyleCnt="5"/>
      <dgm:spPr/>
    </dgm:pt>
    <dgm:pt modelId="{7DBA929A-23E4-B349-93ED-53776688EBD3}" type="pres">
      <dgm:prSet presAssocID="{BBDBEB35-FCD9-A14F-9825-670ECCBE82B5}" presName="node" presStyleLbl="node1" presStyleIdx="1" presStyleCnt="6">
        <dgm:presLayoutVars>
          <dgm:bulletEnabled val="1"/>
        </dgm:presLayoutVars>
      </dgm:prSet>
      <dgm:spPr/>
    </dgm:pt>
    <dgm:pt modelId="{20D6663A-C745-2446-8F35-DF6DD60005F3}" type="pres">
      <dgm:prSet presAssocID="{39123FF0-A6DE-E44E-A49B-C7E9CED0E8D5}" presName="sibTrans" presStyleLbl="sibTrans2D1" presStyleIdx="1" presStyleCnt="5"/>
      <dgm:spPr/>
    </dgm:pt>
    <dgm:pt modelId="{2BA8B3FC-3E49-8D4E-BBA2-6EDBD318D81F}" type="pres">
      <dgm:prSet presAssocID="{39123FF0-A6DE-E44E-A49B-C7E9CED0E8D5}" presName="connectorText" presStyleLbl="sibTrans2D1" presStyleIdx="1" presStyleCnt="5"/>
      <dgm:spPr/>
    </dgm:pt>
    <dgm:pt modelId="{E39117CF-AC9C-CC4C-B45F-40BA084E415F}" type="pres">
      <dgm:prSet presAssocID="{8D156C94-2C9A-A84E-B3F9-E6D8BD24516A}" presName="node" presStyleLbl="node1" presStyleIdx="2" presStyleCnt="6">
        <dgm:presLayoutVars>
          <dgm:bulletEnabled val="1"/>
        </dgm:presLayoutVars>
      </dgm:prSet>
      <dgm:spPr/>
    </dgm:pt>
    <dgm:pt modelId="{92B825E0-AD5E-B34E-87CC-01FA3716DCB4}" type="pres">
      <dgm:prSet presAssocID="{7EB9D612-5842-7346-8E50-2F89131AC126}" presName="sibTrans" presStyleLbl="sibTrans2D1" presStyleIdx="2" presStyleCnt="5"/>
      <dgm:spPr/>
    </dgm:pt>
    <dgm:pt modelId="{35BC936D-4B7E-484D-A9FB-B615AC2A60D3}" type="pres">
      <dgm:prSet presAssocID="{7EB9D612-5842-7346-8E50-2F89131AC126}" presName="connectorText" presStyleLbl="sibTrans2D1" presStyleIdx="2" presStyleCnt="5"/>
      <dgm:spPr/>
    </dgm:pt>
    <dgm:pt modelId="{E7011696-9A78-E946-A828-4C52C8DAF013}" type="pres">
      <dgm:prSet presAssocID="{62F9CB94-376E-E541-816B-518E9876B330}" presName="node" presStyleLbl="node1" presStyleIdx="3" presStyleCnt="6" custLinFactNeighborX="-3526" custLinFactNeighborY="-46521">
        <dgm:presLayoutVars>
          <dgm:bulletEnabled val="1"/>
        </dgm:presLayoutVars>
      </dgm:prSet>
      <dgm:spPr/>
    </dgm:pt>
    <dgm:pt modelId="{006D8575-34FA-A54F-AA64-86EBCD840F06}" type="pres">
      <dgm:prSet presAssocID="{F5BBB456-CFDB-844B-AA5C-3FCCD81C9856}" presName="sibTrans" presStyleLbl="sibTrans2D1" presStyleIdx="3" presStyleCnt="5"/>
      <dgm:spPr/>
    </dgm:pt>
    <dgm:pt modelId="{008F80BC-5B22-9F45-AAD0-809AF190DB4E}" type="pres">
      <dgm:prSet presAssocID="{F5BBB456-CFDB-844B-AA5C-3FCCD81C9856}" presName="connectorText" presStyleLbl="sibTrans2D1" presStyleIdx="3" presStyleCnt="5"/>
      <dgm:spPr/>
    </dgm:pt>
    <dgm:pt modelId="{38CCD99A-970E-C646-A86B-D1C7DC015FC8}" type="pres">
      <dgm:prSet presAssocID="{DCFCE424-9702-9F40-980B-A807985531A1}" presName="node" presStyleLbl="node1" presStyleIdx="4" presStyleCnt="6">
        <dgm:presLayoutVars>
          <dgm:bulletEnabled val="1"/>
        </dgm:presLayoutVars>
      </dgm:prSet>
      <dgm:spPr/>
    </dgm:pt>
    <dgm:pt modelId="{CD42451B-2DF0-A447-8149-6EA27F7E142D}" type="pres">
      <dgm:prSet presAssocID="{B4C2AED2-B756-CC48-A8B3-73820150B0B2}" presName="sibTrans" presStyleLbl="sibTrans2D1" presStyleIdx="4" presStyleCnt="5"/>
      <dgm:spPr/>
    </dgm:pt>
    <dgm:pt modelId="{84091D46-9A92-DE49-8F8A-601F8C3EA5A4}" type="pres">
      <dgm:prSet presAssocID="{B4C2AED2-B756-CC48-A8B3-73820150B0B2}" presName="connectorText" presStyleLbl="sibTrans2D1" presStyleIdx="4" presStyleCnt="5"/>
      <dgm:spPr/>
    </dgm:pt>
    <dgm:pt modelId="{B0F1ACF3-73B1-8F4B-8C6E-C6E7E26163EC}" type="pres">
      <dgm:prSet presAssocID="{D867AFED-8CC9-964E-8B6D-921429CDE1E3}" presName="node" presStyleLbl="node1" presStyleIdx="5" presStyleCnt="6">
        <dgm:presLayoutVars>
          <dgm:bulletEnabled val="1"/>
        </dgm:presLayoutVars>
      </dgm:prSet>
      <dgm:spPr/>
    </dgm:pt>
  </dgm:ptLst>
  <dgm:cxnLst>
    <dgm:cxn modelId="{53A48C02-B1D6-6744-BC22-29F9D68B8D67}" type="presOf" srcId="{BBDBEB35-FCD9-A14F-9825-670ECCBE82B5}" destId="{7DBA929A-23E4-B349-93ED-53776688EBD3}" srcOrd="0" destOrd="0" presId="urn:microsoft.com/office/officeart/2005/8/layout/process1"/>
    <dgm:cxn modelId="{0664C01F-0B48-294E-832C-B728683F4A80}" srcId="{01BDEBB3-9E6A-0645-9D29-C5A8B0CAB503}" destId="{DCFCE424-9702-9F40-980B-A807985531A1}" srcOrd="4" destOrd="0" parTransId="{C99DF920-6980-C643-9675-9C872061F68F}" sibTransId="{B4C2AED2-B756-CC48-A8B3-73820150B0B2}"/>
    <dgm:cxn modelId="{0EA7E220-7A2D-BF47-A5E5-5407CBDC9748}" type="presOf" srcId="{CA8E10A3-16E8-7E4C-85D9-1161CC0D09A3}" destId="{6EA2C098-3E29-4B4F-B577-18EE78C909D8}" srcOrd="0" destOrd="0" presId="urn:microsoft.com/office/officeart/2005/8/layout/process1"/>
    <dgm:cxn modelId="{0E96F427-E031-694C-86C1-15BEF6F2CC41}" type="presOf" srcId="{B4C2AED2-B756-CC48-A8B3-73820150B0B2}" destId="{84091D46-9A92-DE49-8F8A-601F8C3EA5A4}" srcOrd="1" destOrd="0" presId="urn:microsoft.com/office/officeart/2005/8/layout/process1"/>
    <dgm:cxn modelId="{62A4293E-4ABC-F74E-86A6-EA966F5F63ED}" type="presOf" srcId="{8D156C94-2C9A-A84E-B3F9-E6D8BD24516A}" destId="{E39117CF-AC9C-CC4C-B45F-40BA084E415F}" srcOrd="0" destOrd="0" presId="urn:microsoft.com/office/officeart/2005/8/layout/process1"/>
    <dgm:cxn modelId="{4F154250-CF95-CD4D-9191-B51EEAC285CE}" type="presOf" srcId="{7EB9D612-5842-7346-8E50-2F89131AC126}" destId="{35BC936D-4B7E-484D-A9FB-B615AC2A60D3}" srcOrd="1" destOrd="0" presId="urn:microsoft.com/office/officeart/2005/8/layout/process1"/>
    <dgm:cxn modelId="{4D04845E-8724-244E-A5BC-42213E57328A}" type="presOf" srcId="{39123FF0-A6DE-E44E-A49B-C7E9CED0E8D5}" destId="{20D6663A-C745-2446-8F35-DF6DD60005F3}" srcOrd="0" destOrd="0" presId="urn:microsoft.com/office/officeart/2005/8/layout/process1"/>
    <dgm:cxn modelId="{ED6B5673-A415-9B43-B4EB-07861FFBB090}" srcId="{01BDEBB3-9E6A-0645-9D29-C5A8B0CAB503}" destId="{EEDAD1C3-483F-D340-9065-15BD04ACFC03}" srcOrd="0" destOrd="0" parTransId="{E127E2D3-A936-9748-A0D2-DC6F52053C92}" sibTransId="{CA8E10A3-16E8-7E4C-85D9-1161CC0D09A3}"/>
    <dgm:cxn modelId="{50BC4281-CD93-F944-ABEA-E12715F3EE5A}" srcId="{01BDEBB3-9E6A-0645-9D29-C5A8B0CAB503}" destId="{8D156C94-2C9A-A84E-B3F9-E6D8BD24516A}" srcOrd="2" destOrd="0" parTransId="{6CFF3008-3285-2A44-8A4B-8DDBFDFC0800}" sibTransId="{7EB9D612-5842-7346-8E50-2F89131AC126}"/>
    <dgm:cxn modelId="{0644D38B-966E-8049-A1DB-48328A12EC0C}" type="presOf" srcId="{DCFCE424-9702-9F40-980B-A807985531A1}" destId="{38CCD99A-970E-C646-A86B-D1C7DC015FC8}" srcOrd="0" destOrd="0" presId="urn:microsoft.com/office/officeart/2005/8/layout/process1"/>
    <dgm:cxn modelId="{2F9BA59B-CC82-064C-A882-EC9217E4D555}" srcId="{01BDEBB3-9E6A-0645-9D29-C5A8B0CAB503}" destId="{62F9CB94-376E-E541-816B-518E9876B330}" srcOrd="3" destOrd="0" parTransId="{6AF6F1B4-B693-D44F-84AA-E69DFDF9B8DF}" sibTransId="{F5BBB456-CFDB-844B-AA5C-3FCCD81C9856}"/>
    <dgm:cxn modelId="{9731DDA3-A52C-1E4B-B082-67E1CFE8340C}" type="presOf" srcId="{B4C2AED2-B756-CC48-A8B3-73820150B0B2}" destId="{CD42451B-2DF0-A447-8149-6EA27F7E142D}" srcOrd="0" destOrd="0" presId="urn:microsoft.com/office/officeart/2005/8/layout/process1"/>
    <dgm:cxn modelId="{B20CD0AC-678E-3E48-851B-31AA1CEA6C3A}" type="presOf" srcId="{7EB9D612-5842-7346-8E50-2F89131AC126}" destId="{92B825E0-AD5E-B34E-87CC-01FA3716DCB4}" srcOrd="0" destOrd="0" presId="urn:microsoft.com/office/officeart/2005/8/layout/process1"/>
    <dgm:cxn modelId="{3F5CA6BB-3145-F24A-B81F-B6FB66C2A79C}" type="presOf" srcId="{D867AFED-8CC9-964E-8B6D-921429CDE1E3}" destId="{B0F1ACF3-73B1-8F4B-8C6E-C6E7E26163EC}" srcOrd="0" destOrd="0" presId="urn:microsoft.com/office/officeart/2005/8/layout/process1"/>
    <dgm:cxn modelId="{3804B8BB-2F5B-E748-8296-C8C7A354BB57}" type="presOf" srcId="{EEDAD1C3-483F-D340-9065-15BD04ACFC03}" destId="{21DC711F-9CD2-B548-9970-FCDF9A80C097}" srcOrd="0" destOrd="0" presId="urn:microsoft.com/office/officeart/2005/8/layout/process1"/>
    <dgm:cxn modelId="{6427A0BC-445C-5A42-99FC-F33AFFB1D88B}" type="presOf" srcId="{01BDEBB3-9E6A-0645-9D29-C5A8B0CAB503}" destId="{A537FBC2-857B-CC45-BBA7-7DD8C2EB7B1A}" srcOrd="0" destOrd="0" presId="urn:microsoft.com/office/officeart/2005/8/layout/process1"/>
    <dgm:cxn modelId="{66D5BAC7-58FA-0845-8933-78E6A6318A23}" type="presOf" srcId="{CA8E10A3-16E8-7E4C-85D9-1161CC0D09A3}" destId="{54A2E0D8-47DD-514A-BFD4-A3AACFDF3704}" srcOrd="1" destOrd="0" presId="urn:microsoft.com/office/officeart/2005/8/layout/process1"/>
    <dgm:cxn modelId="{3B549ECC-19EE-FE43-8063-9B26528BB769}" type="presOf" srcId="{62F9CB94-376E-E541-816B-518E9876B330}" destId="{E7011696-9A78-E946-A828-4C52C8DAF013}" srcOrd="0" destOrd="0" presId="urn:microsoft.com/office/officeart/2005/8/layout/process1"/>
    <dgm:cxn modelId="{CCE44AD2-D811-EE4B-88A9-4272689229FC}" srcId="{01BDEBB3-9E6A-0645-9D29-C5A8B0CAB503}" destId="{BBDBEB35-FCD9-A14F-9825-670ECCBE82B5}" srcOrd="1" destOrd="0" parTransId="{9F1EE334-016D-944E-990A-7B428DC2EA04}" sibTransId="{39123FF0-A6DE-E44E-A49B-C7E9CED0E8D5}"/>
    <dgm:cxn modelId="{DE3479D7-6972-E246-9E18-B1F3DD2A079E}" type="presOf" srcId="{F5BBB456-CFDB-844B-AA5C-3FCCD81C9856}" destId="{006D8575-34FA-A54F-AA64-86EBCD840F06}" srcOrd="0" destOrd="0" presId="urn:microsoft.com/office/officeart/2005/8/layout/process1"/>
    <dgm:cxn modelId="{46A4C0EE-FCBC-9A47-B1CD-A64326FF2B1B}" srcId="{01BDEBB3-9E6A-0645-9D29-C5A8B0CAB503}" destId="{D867AFED-8CC9-964E-8B6D-921429CDE1E3}" srcOrd="5" destOrd="0" parTransId="{7E35C843-569D-B14D-9A87-5FA33342CDE6}" sibTransId="{FB98932C-1CEE-0243-AB2C-E10F0CB3EC02}"/>
    <dgm:cxn modelId="{2DDE74F3-7981-714A-8AF0-C40858B8BED9}" type="presOf" srcId="{F5BBB456-CFDB-844B-AA5C-3FCCD81C9856}" destId="{008F80BC-5B22-9F45-AAD0-809AF190DB4E}" srcOrd="1" destOrd="0" presId="urn:microsoft.com/office/officeart/2005/8/layout/process1"/>
    <dgm:cxn modelId="{F07CB5FC-B332-6049-9B69-008E7649C398}" type="presOf" srcId="{39123FF0-A6DE-E44E-A49B-C7E9CED0E8D5}" destId="{2BA8B3FC-3E49-8D4E-BBA2-6EDBD318D81F}" srcOrd="1" destOrd="0" presId="urn:microsoft.com/office/officeart/2005/8/layout/process1"/>
    <dgm:cxn modelId="{D74DFAC8-D005-A743-9D9F-7DFB1CC9F404}" type="presParOf" srcId="{A537FBC2-857B-CC45-BBA7-7DD8C2EB7B1A}" destId="{21DC711F-9CD2-B548-9970-FCDF9A80C097}" srcOrd="0" destOrd="0" presId="urn:microsoft.com/office/officeart/2005/8/layout/process1"/>
    <dgm:cxn modelId="{11C2993E-3123-0448-90CF-5631BC10BA91}" type="presParOf" srcId="{A537FBC2-857B-CC45-BBA7-7DD8C2EB7B1A}" destId="{6EA2C098-3E29-4B4F-B577-18EE78C909D8}" srcOrd="1" destOrd="0" presId="urn:microsoft.com/office/officeart/2005/8/layout/process1"/>
    <dgm:cxn modelId="{5ED3C529-DACD-3346-A244-729FE07FDFC7}" type="presParOf" srcId="{6EA2C098-3E29-4B4F-B577-18EE78C909D8}" destId="{54A2E0D8-47DD-514A-BFD4-A3AACFDF3704}" srcOrd="0" destOrd="0" presId="urn:microsoft.com/office/officeart/2005/8/layout/process1"/>
    <dgm:cxn modelId="{4BDD296E-DE99-C44A-937D-BF26B2854A40}" type="presParOf" srcId="{A537FBC2-857B-CC45-BBA7-7DD8C2EB7B1A}" destId="{7DBA929A-23E4-B349-93ED-53776688EBD3}" srcOrd="2" destOrd="0" presId="urn:microsoft.com/office/officeart/2005/8/layout/process1"/>
    <dgm:cxn modelId="{8B8A1AF5-73E1-BD4B-9868-29EC66F4D1A6}" type="presParOf" srcId="{A537FBC2-857B-CC45-BBA7-7DD8C2EB7B1A}" destId="{20D6663A-C745-2446-8F35-DF6DD60005F3}" srcOrd="3" destOrd="0" presId="urn:microsoft.com/office/officeart/2005/8/layout/process1"/>
    <dgm:cxn modelId="{97468E49-A004-2245-8F42-5D59570C43E8}" type="presParOf" srcId="{20D6663A-C745-2446-8F35-DF6DD60005F3}" destId="{2BA8B3FC-3E49-8D4E-BBA2-6EDBD318D81F}" srcOrd="0" destOrd="0" presId="urn:microsoft.com/office/officeart/2005/8/layout/process1"/>
    <dgm:cxn modelId="{161A633F-857D-E946-B986-0D880E90D71E}" type="presParOf" srcId="{A537FBC2-857B-CC45-BBA7-7DD8C2EB7B1A}" destId="{E39117CF-AC9C-CC4C-B45F-40BA084E415F}" srcOrd="4" destOrd="0" presId="urn:microsoft.com/office/officeart/2005/8/layout/process1"/>
    <dgm:cxn modelId="{B14BE31F-C8DF-3543-9A78-1BF9600196C9}" type="presParOf" srcId="{A537FBC2-857B-CC45-BBA7-7DD8C2EB7B1A}" destId="{92B825E0-AD5E-B34E-87CC-01FA3716DCB4}" srcOrd="5" destOrd="0" presId="urn:microsoft.com/office/officeart/2005/8/layout/process1"/>
    <dgm:cxn modelId="{2D998AFA-8B8B-2643-B858-CF6C72E17FA7}" type="presParOf" srcId="{92B825E0-AD5E-B34E-87CC-01FA3716DCB4}" destId="{35BC936D-4B7E-484D-A9FB-B615AC2A60D3}" srcOrd="0" destOrd="0" presId="urn:microsoft.com/office/officeart/2005/8/layout/process1"/>
    <dgm:cxn modelId="{5601276E-D57B-FE41-9C4A-F9DAD5A2C080}" type="presParOf" srcId="{A537FBC2-857B-CC45-BBA7-7DD8C2EB7B1A}" destId="{E7011696-9A78-E946-A828-4C52C8DAF013}" srcOrd="6" destOrd="0" presId="urn:microsoft.com/office/officeart/2005/8/layout/process1"/>
    <dgm:cxn modelId="{EA51569B-FCD5-E14A-AC4F-01B2F6458ABB}" type="presParOf" srcId="{A537FBC2-857B-CC45-BBA7-7DD8C2EB7B1A}" destId="{006D8575-34FA-A54F-AA64-86EBCD840F06}" srcOrd="7" destOrd="0" presId="urn:microsoft.com/office/officeart/2005/8/layout/process1"/>
    <dgm:cxn modelId="{7AB4CC7A-A5E0-5B49-B304-5B2A0096D813}" type="presParOf" srcId="{006D8575-34FA-A54F-AA64-86EBCD840F06}" destId="{008F80BC-5B22-9F45-AAD0-809AF190DB4E}" srcOrd="0" destOrd="0" presId="urn:microsoft.com/office/officeart/2005/8/layout/process1"/>
    <dgm:cxn modelId="{9045E2D6-6BF6-E545-ACB3-D2742A35F6F6}" type="presParOf" srcId="{A537FBC2-857B-CC45-BBA7-7DD8C2EB7B1A}" destId="{38CCD99A-970E-C646-A86B-D1C7DC015FC8}" srcOrd="8" destOrd="0" presId="urn:microsoft.com/office/officeart/2005/8/layout/process1"/>
    <dgm:cxn modelId="{0BC58AF2-8E8B-F940-8D4E-622474D98467}" type="presParOf" srcId="{A537FBC2-857B-CC45-BBA7-7DD8C2EB7B1A}" destId="{CD42451B-2DF0-A447-8149-6EA27F7E142D}" srcOrd="9" destOrd="0" presId="urn:microsoft.com/office/officeart/2005/8/layout/process1"/>
    <dgm:cxn modelId="{F6FB54C7-B882-5F44-B0CE-374795749F39}" type="presParOf" srcId="{CD42451B-2DF0-A447-8149-6EA27F7E142D}" destId="{84091D46-9A92-DE49-8F8A-601F8C3EA5A4}" srcOrd="0" destOrd="0" presId="urn:microsoft.com/office/officeart/2005/8/layout/process1"/>
    <dgm:cxn modelId="{A6E53308-80A2-DF49-AFA6-C0EAAC1D9DB7}" type="presParOf" srcId="{A537FBC2-857B-CC45-BBA7-7DD8C2EB7B1A}" destId="{B0F1ACF3-73B1-8F4B-8C6E-C6E7E26163EC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C20D84A-A421-D049-BA9A-5DF32577A798}" type="doc">
      <dgm:prSet loTypeId="urn:microsoft.com/office/officeart/2024/layout/BulletTimeline" loCatId="" qsTypeId="urn:microsoft.com/office/officeart/2005/8/quickstyle/simple1" qsCatId="simple" csTypeId="urn:microsoft.com/office/officeart/2005/8/colors/accent5_1" csCatId="accent5" phldr="1"/>
      <dgm:spPr/>
    </dgm:pt>
    <dgm:pt modelId="{B37621DB-3A98-3941-AB19-03602EA785D8}">
      <dgm:prSet phldrT="[텍스트]"/>
      <dgm:spPr/>
      <dgm:t>
        <a:bodyPr/>
        <a:lstStyle/>
        <a:p>
          <a:pPr>
            <a:defRPr b="1"/>
          </a:pPr>
          <a:r>
            <a:rPr lang="en-US" altLang="ko-KR" dirty="0"/>
            <a:t>1. SSM</a:t>
          </a:r>
          <a:endParaRPr lang="ko-KR" altLang="en-US" dirty="0"/>
        </a:p>
      </dgm:t>
    </dgm:pt>
    <dgm:pt modelId="{DE2326C3-D866-2741-9717-A02FF699F077}" type="parTrans" cxnId="{3938E779-3B7D-8C4F-B0B4-FD09D0C6B45C}">
      <dgm:prSet/>
      <dgm:spPr/>
      <dgm:t>
        <a:bodyPr/>
        <a:lstStyle/>
        <a:p>
          <a:pPr latinLnBrk="1"/>
          <a:endParaRPr lang="ko-KR" altLang="en-US"/>
        </a:p>
      </dgm:t>
    </dgm:pt>
    <dgm:pt modelId="{1DB2CFDB-796C-DF46-901A-6C9A16CA1D2C}" type="sibTrans" cxnId="{3938E779-3B7D-8C4F-B0B4-FD09D0C6B45C}">
      <dgm:prSet phldrT="1" phldr="0"/>
      <dgm:spPr/>
      <dgm:t>
        <a:bodyPr/>
        <a:lstStyle/>
        <a:p>
          <a:pPr latinLnBrk="1"/>
          <a:endParaRPr lang="ko-KR" altLang="en-US"/>
        </a:p>
      </dgm:t>
    </dgm:pt>
    <dgm:pt modelId="{13836BCE-9FA5-A742-B08A-2CFE0F25CD3C}">
      <dgm:prSet phldrT="[텍스트]"/>
      <dgm:spPr/>
      <dgm:t>
        <a:bodyPr/>
        <a:lstStyle/>
        <a:p>
          <a:pPr>
            <a:defRPr b="1"/>
          </a:pPr>
          <a:r>
            <a:rPr lang="en-US" altLang="ko-KR" dirty="0"/>
            <a:t>2. HiPPO</a:t>
          </a:r>
          <a:endParaRPr lang="ko-KR" altLang="en-US" dirty="0"/>
        </a:p>
      </dgm:t>
    </dgm:pt>
    <dgm:pt modelId="{2478DC99-EE27-AC41-B55E-BBF36D629354}" type="parTrans" cxnId="{7722DB5F-255F-2445-9144-2B36ADBF0DC6}">
      <dgm:prSet/>
      <dgm:spPr/>
      <dgm:t>
        <a:bodyPr/>
        <a:lstStyle/>
        <a:p>
          <a:pPr latinLnBrk="1"/>
          <a:endParaRPr lang="ko-KR" altLang="en-US"/>
        </a:p>
      </dgm:t>
    </dgm:pt>
    <dgm:pt modelId="{0C247C31-D9F7-2D49-84AD-19C85F08B5EB}" type="sibTrans" cxnId="{7722DB5F-255F-2445-9144-2B36ADBF0DC6}">
      <dgm:prSet phldrT="2" phldr="0"/>
      <dgm:spPr/>
      <dgm:t>
        <a:bodyPr/>
        <a:lstStyle/>
        <a:p>
          <a:pPr latinLnBrk="1"/>
          <a:endParaRPr lang="ko-KR" altLang="en-US"/>
        </a:p>
      </dgm:t>
    </dgm:pt>
    <dgm:pt modelId="{AB5D26F9-B694-064A-AF13-B737B6BF8857}">
      <dgm:prSet phldrT="[텍스트]"/>
      <dgm:spPr/>
      <dgm:t>
        <a:bodyPr/>
        <a:lstStyle/>
        <a:p>
          <a:pPr>
            <a:defRPr b="1"/>
          </a:pPr>
          <a:r>
            <a:rPr lang="en-US" altLang="ko-KR" dirty="0"/>
            <a:t>3. LSSL</a:t>
          </a:r>
          <a:endParaRPr lang="ko-KR" altLang="en-US" dirty="0"/>
        </a:p>
      </dgm:t>
    </dgm:pt>
    <dgm:pt modelId="{A096B9B6-BF66-EE41-9D9B-7AB7F2B72826}" type="parTrans" cxnId="{C25C47BE-5075-684F-BCE3-63C5948C1DFB}">
      <dgm:prSet/>
      <dgm:spPr/>
      <dgm:t>
        <a:bodyPr/>
        <a:lstStyle/>
        <a:p>
          <a:pPr latinLnBrk="1"/>
          <a:endParaRPr lang="ko-KR" altLang="en-US"/>
        </a:p>
      </dgm:t>
    </dgm:pt>
    <dgm:pt modelId="{44CA97BF-157D-5344-A95D-3F99A9934C76}" type="sibTrans" cxnId="{C25C47BE-5075-684F-BCE3-63C5948C1DFB}">
      <dgm:prSet phldrT="3" phldr="0"/>
      <dgm:spPr/>
      <dgm:t>
        <a:bodyPr/>
        <a:lstStyle/>
        <a:p>
          <a:pPr latinLnBrk="1"/>
          <a:endParaRPr lang="ko-KR" altLang="en-US"/>
        </a:p>
      </dgm:t>
    </dgm:pt>
    <dgm:pt modelId="{85EB2281-2111-414D-BBBD-4CFAFB09F223}">
      <dgm:prSet phldrT="[텍스트]"/>
      <dgm:spPr/>
      <dgm:t>
        <a:bodyPr/>
        <a:lstStyle/>
        <a:p>
          <a:pPr>
            <a:defRPr b="1"/>
          </a:pPr>
          <a:r>
            <a:rPr lang="en-US" altLang="ko-KR" dirty="0"/>
            <a:t>4. S4(D)</a:t>
          </a:r>
          <a:endParaRPr lang="ko-KR" altLang="en-US" dirty="0"/>
        </a:p>
      </dgm:t>
    </dgm:pt>
    <dgm:pt modelId="{FD8D9C76-83DC-014C-B171-FBDEC790527D}" type="parTrans" cxnId="{32FCA7C2-F3AB-D549-B467-FED9C93BEDDA}">
      <dgm:prSet/>
      <dgm:spPr/>
      <dgm:t>
        <a:bodyPr/>
        <a:lstStyle/>
        <a:p>
          <a:pPr latinLnBrk="1"/>
          <a:endParaRPr lang="ko-KR" altLang="en-US"/>
        </a:p>
      </dgm:t>
    </dgm:pt>
    <dgm:pt modelId="{C5B9D913-8A23-8749-9A2D-F65E32F97661}" type="sibTrans" cxnId="{32FCA7C2-F3AB-D549-B467-FED9C93BEDDA}">
      <dgm:prSet phldrT="4" phldr="0"/>
      <dgm:spPr/>
      <dgm:t>
        <a:bodyPr/>
        <a:lstStyle/>
        <a:p>
          <a:pPr latinLnBrk="1"/>
          <a:endParaRPr lang="ko-KR" altLang="en-US"/>
        </a:p>
      </dgm:t>
    </dgm:pt>
    <dgm:pt modelId="{34C6F6FE-12E6-C641-8963-927FBCC59742}">
      <dgm:prSet phldrT="[텍스트]"/>
      <dgm:spPr/>
      <dgm:t>
        <a:bodyPr/>
        <a:lstStyle/>
        <a:p>
          <a:pPr>
            <a:defRPr b="1"/>
          </a:pPr>
          <a:r>
            <a:rPr lang="en-US" altLang="ko-KR" dirty="0"/>
            <a:t>5. H3</a:t>
          </a:r>
          <a:endParaRPr lang="ko-KR" altLang="en-US" dirty="0"/>
        </a:p>
      </dgm:t>
    </dgm:pt>
    <dgm:pt modelId="{EDA4BD36-AC45-244C-8BB5-0F9269703B27}" type="parTrans" cxnId="{EF99F6F7-4604-4649-873B-C6A055EBE9BD}">
      <dgm:prSet/>
      <dgm:spPr/>
      <dgm:t>
        <a:bodyPr/>
        <a:lstStyle/>
        <a:p>
          <a:pPr latinLnBrk="1"/>
          <a:endParaRPr lang="ko-KR" altLang="en-US"/>
        </a:p>
      </dgm:t>
    </dgm:pt>
    <dgm:pt modelId="{DFFF56F4-0A24-E74A-B079-4B1098C12A7E}" type="sibTrans" cxnId="{EF99F6F7-4604-4649-873B-C6A055EBE9BD}">
      <dgm:prSet phldrT="5" phldr="0"/>
      <dgm:spPr/>
      <dgm:t>
        <a:bodyPr/>
        <a:lstStyle/>
        <a:p>
          <a:pPr latinLnBrk="1"/>
          <a:endParaRPr lang="ko-KR" altLang="en-US"/>
        </a:p>
      </dgm:t>
    </dgm:pt>
    <dgm:pt modelId="{63EFFF04-7256-B149-87E7-15C16D7FACB4}">
      <dgm:prSet phldrT="[텍스트]"/>
      <dgm:spPr/>
      <dgm:t>
        <a:bodyPr/>
        <a:lstStyle/>
        <a:p>
          <a:pPr>
            <a:defRPr b="1"/>
          </a:pPr>
          <a:r>
            <a:rPr lang="en-US" altLang="ko-KR" dirty="0"/>
            <a:t>6. Mamba</a:t>
          </a:r>
          <a:endParaRPr lang="ko-KR" altLang="en-US" dirty="0"/>
        </a:p>
      </dgm:t>
    </dgm:pt>
    <dgm:pt modelId="{4BC69B11-00BF-6044-B7FB-A2563B5E655A}" type="parTrans" cxnId="{553A1792-51BB-AF45-83B6-3C054A7D4FC3}">
      <dgm:prSet/>
      <dgm:spPr/>
      <dgm:t>
        <a:bodyPr/>
        <a:lstStyle/>
        <a:p>
          <a:pPr latinLnBrk="1"/>
          <a:endParaRPr lang="ko-KR" altLang="en-US"/>
        </a:p>
      </dgm:t>
    </dgm:pt>
    <dgm:pt modelId="{B55C00CB-992E-ED49-BB56-5222A0DD53B2}" type="sibTrans" cxnId="{553A1792-51BB-AF45-83B6-3C054A7D4FC3}">
      <dgm:prSet phldrT="6" phldr="0"/>
      <dgm:spPr/>
      <dgm:t>
        <a:bodyPr/>
        <a:lstStyle/>
        <a:p>
          <a:pPr latinLnBrk="1"/>
          <a:endParaRPr lang="ko-KR" altLang="en-US"/>
        </a:p>
      </dgm:t>
    </dgm:pt>
    <dgm:pt modelId="{CC592DD7-38CC-384B-8A3D-55AAB7442EA5}">
      <dgm:prSet phldrT="Write a description of the significance of this event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 altLang="ko-KR" dirty="0"/>
            <a:t>SSM equation</a:t>
          </a:r>
          <a:endParaRPr lang="ko-KR" altLang="en-US" dirty="0"/>
        </a:p>
      </dgm:t>
    </dgm:pt>
    <dgm:pt modelId="{A7FD1110-8BD5-7141-A9FB-2DECE056AEDB}" type="parTrans" cxnId="{6EB21635-2B42-DB44-8E9C-A1B7AFAF20FB}">
      <dgm:prSet/>
      <dgm:spPr/>
      <dgm:t>
        <a:bodyPr/>
        <a:lstStyle/>
        <a:p>
          <a:pPr latinLnBrk="1"/>
          <a:endParaRPr lang="ko-KR" altLang="en-US"/>
        </a:p>
      </dgm:t>
    </dgm:pt>
    <dgm:pt modelId="{2FE63776-5A07-7745-A712-198653F1A381}" type="sibTrans" cxnId="{6EB21635-2B42-DB44-8E9C-A1B7AFAF20FB}">
      <dgm:prSet/>
      <dgm:spPr/>
      <dgm:t>
        <a:bodyPr/>
        <a:lstStyle/>
        <a:p>
          <a:pPr latinLnBrk="1"/>
          <a:endParaRPr lang="ko-KR" altLang="en-US"/>
        </a:p>
      </dgm:t>
    </dgm:pt>
    <dgm:pt modelId="{699250D3-C221-094B-B21A-27DBD1938878}">
      <dgm:prSet phldrT="Write a description of the significance of this event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 altLang="ko-KR" dirty="0"/>
            <a:t>LTI &amp; channel</a:t>
          </a:r>
          <a:r>
            <a:rPr lang="ko-KR" altLang="en-US" dirty="0"/>
            <a:t> </a:t>
          </a:r>
          <a:r>
            <a:rPr lang="en-US" altLang="ko-KR" dirty="0"/>
            <a:t>independent</a:t>
          </a:r>
          <a:endParaRPr lang="ko-KR" altLang="en-US" dirty="0"/>
        </a:p>
      </dgm:t>
    </dgm:pt>
    <dgm:pt modelId="{2F9300C6-5A0E-9843-A079-3BFF36A1B921}" type="parTrans" cxnId="{E413D9A6-8046-1E4C-8F44-EBEAC81F5549}">
      <dgm:prSet/>
      <dgm:spPr/>
      <dgm:t>
        <a:bodyPr/>
        <a:lstStyle/>
        <a:p>
          <a:pPr latinLnBrk="1"/>
          <a:endParaRPr lang="ko-KR" altLang="en-US"/>
        </a:p>
      </dgm:t>
    </dgm:pt>
    <dgm:pt modelId="{56DBE837-AD55-0048-8968-5337ACF7EB3B}" type="sibTrans" cxnId="{E413D9A6-8046-1E4C-8F44-EBEAC81F5549}">
      <dgm:prSet/>
      <dgm:spPr/>
      <dgm:t>
        <a:bodyPr/>
        <a:lstStyle/>
        <a:p>
          <a:pPr latinLnBrk="1"/>
          <a:endParaRPr lang="ko-KR" altLang="en-US"/>
        </a:p>
      </dgm:t>
    </dgm:pt>
    <dgm:pt modelId="{467A3203-DE28-1242-8FDE-FFA71C9111B1}">
      <dgm:prSet phldrT="[텍스트]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 altLang="ko-KR" dirty="0"/>
            <a:t>fixed A</a:t>
          </a:r>
          <a:endParaRPr lang="ko-KR" altLang="en-US" dirty="0"/>
        </a:p>
      </dgm:t>
    </dgm:pt>
    <dgm:pt modelId="{B8B8DDC7-99EF-E046-A365-F7662DE42556}" type="parTrans" cxnId="{2C5891A6-9EDA-5E49-9C83-53A505B93226}">
      <dgm:prSet/>
      <dgm:spPr/>
      <dgm:t>
        <a:bodyPr/>
        <a:lstStyle/>
        <a:p>
          <a:pPr latinLnBrk="1"/>
          <a:endParaRPr lang="ko-KR" altLang="en-US"/>
        </a:p>
      </dgm:t>
    </dgm:pt>
    <dgm:pt modelId="{F59F11D4-A3B3-E043-B367-6E90F9BC5D0B}" type="sibTrans" cxnId="{2C5891A6-9EDA-5E49-9C83-53A505B93226}">
      <dgm:prSet/>
      <dgm:spPr/>
      <dgm:t>
        <a:bodyPr/>
        <a:lstStyle/>
        <a:p>
          <a:pPr latinLnBrk="1"/>
          <a:endParaRPr lang="ko-KR" altLang="en-US"/>
        </a:p>
      </dgm:t>
    </dgm:pt>
    <dgm:pt modelId="{47A1B774-D95B-8A4E-8ABB-B3F03A0622D7}">
      <dgm:prSet phldrT="Add an event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 altLang="en-US" dirty="0"/>
            <a:t>parallelizable training</a:t>
          </a:r>
          <a:endParaRPr lang="ko-KR" altLang="en-US" dirty="0"/>
        </a:p>
      </dgm:t>
    </dgm:pt>
    <dgm:pt modelId="{C4FB1668-DF15-E246-9D5E-F4AA8CDAA24A}" type="parTrans" cxnId="{9CACA3AE-316C-7D44-8044-F9A5F4812879}">
      <dgm:prSet/>
      <dgm:spPr/>
      <dgm:t>
        <a:bodyPr/>
        <a:lstStyle/>
        <a:p>
          <a:pPr latinLnBrk="1"/>
          <a:endParaRPr lang="ko-KR" altLang="en-US"/>
        </a:p>
      </dgm:t>
    </dgm:pt>
    <dgm:pt modelId="{CC859AB9-A6E0-6947-BA36-D802E09B1B10}" type="sibTrans" cxnId="{9CACA3AE-316C-7D44-8044-F9A5F4812879}">
      <dgm:prSet/>
      <dgm:spPr/>
      <dgm:t>
        <a:bodyPr/>
        <a:lstStyle/>
        <a:p>
          <a:pPr latinLnBrk="1"/>
          <a:endParaRPr lang="ko-KR" altLang="en-US"/>
        </a:p>
      </dgm:t>
    </dgm:pt>
    <dgm:pt modelId="{3B60E376-58C0-1C4E-AA28-859A8422C16A}">
      <dgm:prSet phldrT="Add an event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 altLang="ko-KR" dirty="0"/>
            <a:t>diagonalized/diagonal A</a:t>
          </a:r>
          <a:endParaRPr lang="ko-KR" altLang="en-US" dirty="0"/>
        </a:p>
      </dgm:t>
    </dgm:pt>
    <dgm:pt modelId="{7A2633A8-3C39-9849-8966-7D2BC4B99AE3}" type="parTrans" cxnId="{78834DE8-2689-4A49-9909-25F257C9220A}">
      <dgm:prSet/>
      <dgm:spPr/>
      <dgm:t>
        <a:bodyPr/>
        <a:lstStyle/>
        <a:p>
          <a:pPr latinLnBrk="1"/>
          <a:endParaRPr lang="ko-KR" altLang="en-US"/>
        </a:p>
      </dgm:t>
    </dgm:pt>
    <dgm:pt modelId="{94282740-C575-1E48-9FCD-EA57ACE4123D}" type="sibTrans" cxnId="{78834DE8-2689-4A49-9909-25F257C9220A}">
      <dgm:prSet/>
      <dgm:spPr/>
      <dgm:t>
        <a:bodyPr/>
        <a:lstStyle/>
        <a:p>
          <a:pPr latinLnBrk="1"/>
          <a:endParaRPr lang="ko-KR" altLang="en-US"/>
        </a:p>
      </dgm:t>
    </dgm:pt>
    <dgm:pt modelId="{289199B1-BED2-094F-904E-188D95BE80DB}">
      <dgm:prSet phldrT="Write a description of the significance of this event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 altLang="ko-KR" dirty="0"/>
            <a:t>SSM with shift</a:t>
          </a:r>
          <a:endParaRPr lang="ko-KR" altLang="en-US" dirty="0"/>
        </a:p>
      </dgm:t>
    </dgm:pt>
    <dgm:pt modelId="{AB526A1D-DFE9-1E46-90DD-8C0671A48E72}" type="parTrans" cxnId="{D5381963-9AAC-1C4B-8CF5-E494537B23C8}">
      <dgm:prSet/>
      <dgm:spPr/>
      <dgm:t>
        <a:bodyPr/>
        <a:lstStyle/>
        <a:p>
          <a:pPr latinLnBrk="1"/>
          <a:endParaRPr lang="ko-KR" altLang="en-US"/>
        </a:p>
      </dgm:t>
    </dgm:pt>
    <dgm:pt modelId="{CDF460FD-F5FC-F34F-AA08-219021C1B2AF}" type="sibTrans" cxnId="{D5381963-9AAC-1C4B-8CF5-E494537B23C8}">
      <dgm:prSet/>
      <dgm:spPr/>
      <dgm:t>
        <a:bodyPr/>
        <a:lstStyle/>
        <a:p>
          <a:pPr latinLnBrk="1"/>
          <a:endParaRPr lang="ko-KR" altLang="en-US"/>
        </a:p>
      </dgm:t>
    </dgm:pt>
    <dgm:pt modelId="{F5382CCB-5FFA-444D-9A51-A05CDA16164E}">
      <dgm:prSet phldrT="Add an event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 altLang="ko-KR" dirty="0"/>
            <a:t>selective mechanism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en-US" altLang="ko-KR" dirty="0"/>
            <a:t>applications</a:t>
          </a:r>
          <a:endParaRPr lang="ko-KR" altLang="en-US" dirty="0"/>
        </a:p>
      </dgm:t>
    </dgm:pt>
    <dgm:pt modelId="{F36000CB-4985-684B-8CB3-DE61F29E6F02}" type="parTrans" cxnId="{0E39D9BE-C1C6-0E42-8E98-B2636DF29CDD}">
      <dgm:prSet/>
      <dgm:spPr/>
      <dgm:t>
        <a:bodyPr/>
        <a:lstStyle/>
        <a:p>
          <a:pPr latinLnBrk="1"/>
          <a:endParaRPr lang="ko-KR" altLang="en-US"/>
        </a:p>
      </dgm:t>
    </dgm:pt>
    <dgm:pt modelId="{0CE55B5D-55E4-E840-B8EF-7128E9A08F01}" type="sibTrans" cxnId="{0E39D9BE-C1C6-0E42-8E98-B2636DF29CDD}">
      <dgm:prSet/>
      <dgm:spPr/>
      <dgm:t>
        <a:bodyPr/>
        <a:lstStyle/>
        <a:p>
          <a:pPr latinLnBrk="1"/>
          <a:endParaRPr lang="ko-KR" altLang="en-US"/>
        </a:p>
      </dgm:t>
    </dgm:pt>
    <dgm:pt modelId="{D979F0B5-4468-C444-B76F-96EBC93CDEF4}" type="pres">
      <dgm:prSet presAssocID="{1C20D84A-A421-D049-BA9A-5DF32577A798}" presName="root" presStyleCnt="0">
        <dgm:presLayoutVars>
          <dgm:dir/>
          <dgm:animLvl val="lvl"/>
        </dgm:presLayoutVars>
      </dgm:prSet>
      <dgm:spPr/>
    </dgm:pt>
    <dgm:pt modelId="{4A9230A5-8AC9-F94E-A498-6B07AD77A464}" type="pres">
      <dgm:prSet presAssocID="{1C20D84A-A421-D049-BA9A-5DF32577A798}" presName="divider" presStyleCnt="0"/>
      <dgm:spPr/>
    </dgm:pt>
    <dgm:pt modelId="{29AC096F-6E63-8A48-A19D-01A529175CBF}" type="pres">
      <dgm:prSet presAssocID="{1C20D84A-A421-D049-BA9A-5DF32577A798}" presName="rectBar" presStyleLbl="dkBgShp" presStyleIdx="0" presStyleCnt="8"/>
      <dgm:spPr>
        <a:gradFill rotWithShape="0">
          <a:gsLst>
            <a:gs pos="0">
              <a:schemeClr val="accent5">
                <a:tint val="76000"/>
              </a:schemeClr>
            </a:gs>
            <a:gs pos="100000">
              <a:schemeClr val="accent5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891A34F8-F8EC-D247-84B3-5427AD26E45F}" type="pres">
      <dgm:prSet presAssocID="{1C20D84A-A421-D049-BA9A-5DF32577A798}" presName="chevronArrow" presStyleLbl="dkBgShp" presStyleIdx="1" presStyleCnt="8"/>
      <dgm:spPr>
        <a:gradFill rotWithShape="0">
          <a:gsLst>
            <a:gs pos="0">
              <a:schemeClr val="accent5">
                <a:tint val="76000"/>
              </a:schemeClr>
            </a:gs>
            <a:gs pos="100000">
              <a:schemeClr val="accent5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A749D887-2406-F64D-907A-25AD850D44C9}" type="pres">
      <dgm:prSet presAssocID="{1C20D84A-A421-D049-BA9A-5DF32577A798}" presName="nodes" presStyleCnt="0">
        <dgm:presLayoutVars>
          <dgm:chMax/>
          <dgm:chPref/>
          <dgm:animLvl val="lvl"/>
        </dgm:presLayoutVars>
      </dgm:prSet>
      <dgm:spPr/>
    </dgm:pt>
    <dgm:pt modelId="{80F5C9A7-A99F-B840-8B25-F4CB9C616B46}" type="pres">
      <dgm:prSet presAssocID="{B37621DB-3A98-3941-AB19-03602EA785D8}" presName="composite" presStyleCnt="0"/>
      <dgm:spPr/>
    </dgm:pt>
    <dgm:pt modelId="{DDF3B935-7D27-7546-A638-9D71D09EBDF5}" type="pres">
      <dgm:prSet presAssocID="{B37621DB-3A98-3941-AB19-03602EA785D8}" presName="DropPinPlaceHolder" presStyleCnt="0"/>
      <dgm:spPr/>
    </dgm:pt>
    <dgm:pt modelId="{98C7C175-ACFE-B64F-9D7D-5BA884A2090E}" type="pres">
      <dgm:prSet presAssocID="{B37621DB-3A98-3941-AB19-03602EA785D8}" presName="DropPin" presStyleLbl="alignNode1" presStyleIdx="0" presStyleCnt="6"/>
      <dgm:spPr/>
    </dgm:pt>
    <dgm:pt modelId="{383A2161-71E0-A443-8451-5E1FCC1CD9FF}" type="pres">
      <dgm:prSet presAssocID="{B37621DB-3A98-3941-AB19-03602EA785D8}" presName="Ellipse" presStyleLbl="fgAcc1" presStyleIdx="0" presStyleCnt="6"/>
      <dgm:spPr/>
    </dgm:pt>
    <dgm:pt modelId="{8B781138-30EC-A941-BA45-82CC8DAAAAD9}" type="pres">
      <dgm:prSet presAssocID="{B37621DB-3A98-3941-AB19-03602EA785D8}" presName="L2TextContainer" presStyleLbl="revTx" presStyleIdx="0" presStyleCnt="12">
        <dgm:presLayoutVars>
          <dgm:bulletEnabled val="1"/>
        </dgm:presLayoutVars>
      </dgm:prSet>
      <dgm:spPr/>
    </dgm:pt>
    <dgm:pt modelId="{0D10A8BB-D7B2-434F-97A8-2CCC547271E3}" type="pres">
      <dgm:prSet presAssocID="{B37621DB-3A98-3941-AB19-03602EA785D8}" presName="L1TextContainer" presStyleLbl="revTx" presStyleIdx="1" presStyleCnt="12">
        <dgm:presLayoutVars>
          <dgm:chMax val="1"/>
          <dgm:chPref val="1"/>
          <dgm:bulletEnabled val="1"/>
        </dgm:presLayoutVars>
      </dgm:prSet>
      <dgm:spPr/>
    </dgm:pt>
    <dgm:pt modelId="{525D6685-390F-9C4E-8234-E319A1436A48}" type="pres">
      <dgm:prSet presAssocID="{B37621DB-3A98-3941-AB19-03602EA785D8}" presName="ConnectLine" presStyleLbl="dkBgShp" presStyleIdx="2" presStyleCnt="8"/>
      <dgm:spPr>
        <a:gradFill rotWithShape="0">
          <a:gsLst>
            <a:gs pos="0">
              <a:schemeClr val="accent5">
                <a:tint val="76000"/>
              </a:schemeClr>
            </a:gs>
            <a:gs pos="100000">
              <a:schemeClr val="accent5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3DB15C5E-9CBB-5848-9B8D-A02A5A1D768E}" type="pres">
      <dgm:prSet presAssocID="{B37621DB-3A98-3941-AB19-03602EA785D8}" presName="ConnectorPoint" presStyleCnt="0"/>
      <dgm:spPr/>
    </dgm:pt>
    <dgm:pt modelId="{FE829E34-DBBA-4749-820C-E41F50ACCFE4}" type="pres">
      <dgm:prSet presAssocID="{B37621DB-3A98-3941-AB19-03602EA785D8}" presName="Bullet" presStyleLbl="node1NoLn" presStyleIdx="0" presStyleCnt="6"/>
      <dgm:spPr>
        <a:solidFill>
          <a:schemeClr val="accent5">
            <a:alpha val="0"/>
          </a:schemeClr>
        </a:solidFill>
      </dgm:spPr>
    </dgm:pt>
    <dgm:pt modelId="{0146EB18-C89F-1E42-A6A2-58A3A2E12F0C}" type="pres">
      <dgm:prSet presAssocID="{B37621DB-3A98-3941-AB19-03602EA785D8}" presName="EmptyPlaceHolder" presStyleCnt="0"/>
      <dgm:spPr/>
    </dgm:pt>
    <dgm:pt modelId="{3ECEC35F-C97A-4D46-888F-CC55BCB635CC}" type="pres">
      <dgm:prSet presAssocID="{1DB2CFDB-796C-DF46-901A-6C9A16CA1D2C}" presName="spaceBetweenRectangles" presStyleCnt="0"/>
      <dgm:spPr/>
    </dgm:pt>
    <dgm:pt modelId="{71CFA7DC-770F-7142-B888-4CFCE9F4EB45}" type="pres">
      <dgm:prSet presAssocID="{13836BCE-9FA5-A742-B08A-2CFE0F25CD3C}" presName="composite" presStyleCnt="0"/>
      <dgm:spPr/>
    </dgm:pt>
    <dgm:pt modelId="{7B3680E4-EDFE-DC4E-99E2-85133577EF02}" type="pres">
      <dgm:prSet presAssocID="{13836BCE-9FA5-A742-B08A-2CFE0F25CD3C}" presName="DropPinPlaceHolder" presStyleCnt="0"/>
      <dgm:spPr/>
    </dgm:pt>
    <dgm:pt modelId="{8326EE56-902D-E246-919C-843087989E8F}" type="pres">
      <dgm:prSet presAssocID="{13836BCE-9FA5-A742-B08A-2CFE0F25CD3C}" presName="DropPin" presStyleLbl="alignNode1" presStyleIdx="1" presStyleCnt="6"/>
      <dgm:spPr/>
    </dgm:pt>
    <dgm:pt modelId="{8E8512B4-D80F-324F-9D74-7A45787230A1}" type="pres">
      <dgm:prSet presAssocID="{13836BCE-9FA5-A742-B08A-2CFE0F25CD3C}" presName="Ellipse" presStyleLbl="fgAcc1" presStyleIdx="1" presStyleCnt="6"/>
      <dgm:spPr/>
    </dgm:pt>
    <dgm:pt modelId="{FFB558DA-471D-E547-A4D4-D8EE62BBE8F1}" type="pres">
      <dgm:prSet presAssocID="{13836BCE-9FA5-A742-B08A-2CFE0F25CD3C}" presName="L2TextContainer" presStyleLbl="revTx" presStyleIdx="2" presStyleCnt="12">
        <dgm:presLayoutVars>
          <dgm:bulletEnabled val="1"/>
        </dgm:presLayoutVars>
      </dgm:prSet>
      <dgm:spPr/>
    </dgm:pt>
    <dgm:pt modelId="{8741A8E1-62EE-5741-A257-DE88C4EAA313}" type="pres">
      <dgm:prSet presAssocID="{13836BCE-9FA5-A742-B08A-2CFE0F25CD3C}" presName="L1TextContainer" presStyleLbl="revTx" presStyleIdx="3" presStyleCnt="12">
        <dgm:presLayoutVars>
          <dgm:chMax val="1"/>
          <dgm:chPref val="1"/>
          <dgm:bulletEnabled val="1"/>
        </dgm:presLayoutVars>
      </dgm:prSet>
      <dgm:spPr/>
    </dgm:pt>
    <dgm:pt modelId="{2CC6E9C5-0566-C74F-92B7-EB4E59C11485}" type="pres">
      <dgm:prSet presAssocID="{13836BCE-9FA5-A742-B08A-2CFE0F25CD3C}" presName="ConnectLine" presStyleLbl="dkBgShp" presStyleIdx="3" presStyleCnt="8"/>
      <dgm:spPr>
        <a:gradFill rotWithShape="0">
          <a:gsLst>
            <a:gs pos="0">
              <a:schemeClr val="accent5">
                <a:tint val="76000"/>
              </a:schemeClr>
            </a:gs>
            <a:gs pos="100000">
              <a:schemeClr val="accent5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2483DA6D-A4AC-8D4F-8509-2C9880F84E0B}" type="pres">
      <dgm:prSet presAssocID="{13836BCE-9FA5-A742-B08A-2CFE0F25CD3C}" presName="ConnectorPoint" presStyleCnt="0"/>
      <dgm:spPr/>
    </dgm:pt>
    <dgm:pt modelId="{29616E44-16DD-9D44-973A-BBF79FAD9BAD}" type="pres">
      <dgm:prSet presAssocID="{13836BCE-9FA5-A742-B08A-2CFE0F25CD3C}" presName="Bullet" presStyleLbl="node1NoLn" presStyleIdx="1" presStyleCnt="6"/>
      <dgm:spPr>
        <a:solidFill>
          <a:schemeClr val="accent5">
            <a:alpha val="20000"/>
          </a:schemeClr>
        </a:solidFill>
      </dgm:spPr>
    </dgm:pt>
    <dgm:pt modelId="{748F6F93-DBCA-EA4B-AD45-17EF833D4E4A}" type="pres">
      <dgm:prSet presAssocID="{13836BCE-9FA5-A742-B08A-2CFE0F25CD3C}" presName="EmptyPlaceHolder" presStyleCnt="0"/>
      <dgm:spPr/>
    </dgm:pt>
    <dgm:pt modelId="{97FE7589-CF65-EB45-BF04-BA951F2D6ACE}" type="pres">
      <dgm:prSet presAssocID="{0C247C31-D9F7-2D49-84AD-19C85F08B5EB}" presName="spaceBetweenRectangles" presStyleCnt="0"/>
      <dgm:spPr/>
    </dgm:pt>
    <dgm:pt modelId="{DC783852-D5DD-1041-839E-3D9A18AF1BD7}" type="pres">
      <dgm:prSet presAssocID="{AB5D26F9-B694-064A-AF13-B737B6BF8857}" presName="composite" presStyleCnt="0"/>
      <dgm:spPr/>
    </dgm:pt>
    <dgm:pt modelId="{474FA60E-652F-224B-B4F3-F4745C66200E}" type="pres">
      <dgm:prSet presAssocID="{AB5D26F9-B694-064A-AF13-B737B6BF8857}" presName="DropPinPlaceHolder" presStyleCnt="0"/>
      <dgm:spPr/>
    </dgm:pt>
    <dgm:pt modelId="{849798D7-09DB-424D-A836-A42F5A2736FF}" type="pres">
      <dgm:prSet presAssocID="{AB5D26F9-B694-064A-AF13-B737B6BF8857}" presName="DropPin" presStyleLbl="alignNode1" presStyleIdx="2" presStyleCnt="6"/>
      <dgm:spPr/>
    </dgm:pt>
    <dgm:pt modelId="{B7359E74-B01F-B241-B907-557A0DF90BB1}" type="pres">
      <dgm:prSet presAssocID="{AB5D26F9-B694-064A-AF13-B737B6BF8857}" presName="Ellipse" presStyleLbl="fgAcc1" presStyleIdx="2" presStyleCnt="6"/>
      <dgm:spPr/>
    </dgm:pt>
    <dgm:pt modelId="{AC01BFA3-211E-A241-A10B-36BE1BC7517F}" type="pres">
      <dgm:prSet presAssocID="{AB5D26F9-B694-064A-AF13-B737B6BF8857}" presName="L2TextContainer" presStyleLbl="revTx" presStyleIdx="4" presStyleCnt="12">
        <dgm:presLayoutVars>
          <dgm:bulletEnabled val="1"/>
        </dgm:presLayoutVars>
      </dgm:prSet>
      <dgm:spPr/>
    </dgm:pt>
    <dgm:pt modelId="{980F9160-C51E-C04F-B23B-0F544F04BCF1}" type="pres">
      <dgm:prSet presAssocID="{AB5D26F9-B694-064A-AF13-B737B6BF8857}" presName="L1TextContainer" presStyleLbl="revTx" presStyleIdx="5" presStyleCnt="12">
        <dgm:presLayoutVars>
          <dgm:chMax val="1"/>
          <dgm:chPref val="1"/>
          <dgm:bulletEnabled val="1"/>
        </dgm:presLayoutVars>
      </dgm:prSet>
      <dgm:spPr/>
    </dgm:pt>
    <dgm:pt modelId="{534D2167-5B18-264F-B56C-342C253808DA}" type="pres">
      <dgm:prSet presAssocID="{AB5D26F9-B694-064A-AF13-B737B6BF8857}" presName="ConnectLine" presStyleLbl="dkBgShp" presStyleIdx="4" presStyleCnt="8"/>
      <dgm:spPr>
        <a:gradFill rotWithShape="0">
          <a:gsLst>
            <a:gs pos="0">
              <a:schemeClr val="accent5">
                <a:tint val="76000"/>
              </a:schemeClr>
            </a:gs>
            <a:gs pos="100000">
              <a:schemeClr val="accent5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1E15982A-5576-AC44-A371-C4243991C20F}" type="pres">
      <dgm:prSet presAssocID="{AB5D26F9-B694-064A-AF13-B737B6BF8857}" presName="ConnectorPoint" presStyleCnt="0"/>
      <dgm:spPr/>
    </dgm:pt>
    <dgm:pt modelId="{C1CA7113-968A-CA41-BB6B-B91124EE2BC0}" type="pres">
      <dgm:prSet presAssocID="{AB5D26F9-B694-064A-AF13-B737B6BF8857}" presName="Bullet" presStyleLbl="node1NoLn" presStyleIdx="2" presStyleCnt="6"/>
      <dgm:spPr>
        <a:solidFill>
          <a:schemeClr val="accent5">
            <a:alpha val="40000"/>
          </a:schemeClr>
        </a:solidFill>
      </dgm:spPr>
    </dgm:pt>
    <dgm:pt modelId="{982F13E6-0D23-8C49-859C-17415B39C48D}" type="pres">
      <dgm:prSet presAssocID="{AB5D26F9-B694-064A-AF13-B737B6BF8857}" presName="EmptyPlaceHolder" presStyleCnt="0"/>
      <dgm:spPr/>
    </dgm:pt>
    <dgm:pt modelId="{494CA2FE-DAEC-0848-B06F-09DA9A6BF534}" type="pres">
      <dgm:prSet presAssocID="{44CA97BF-157D-5344-A95D-3F99A9934C76}" presName="spaceBetweenRectangles" presStyleCnt="0"/>
      <dgm:spPr/>
    </dgm:pt>
    <dgm:pt modelId="{D0E7DD12-73F0-4841-91AE-C0BBD555F226}" type="pres">
      <dgm:prSet presAssocID="{85EB2281-2111-414D-BBBD-4CFAFB09F223}" presName="composite" presStyleCnt="0"/>
      <dgm:spPr/>
    </dgm:pt>
    <dgm:pt modelId="{85609EC1-B4A4-D04A-97C4-CFB07C235341}" type="pres">
      <dgm:prSet presAssocID="{85EB2281-2111-414D-BBBD-4CFAFB09F223}" presName="DropPinPlaceHolder" presStyleCnt="0"/>
      <dgm:spPr/>
    </dgm:pt>
    <dgm:pt modelId="{DE4F16D0-3F05-F749-9642-557EB02B4B76}" type="pres">
      <dgm:prSet presAssocID="{85EB2281-2111-414D-BBBD-4CFAFB09F223}" presName="DropPin" presStyleLbl="alignNode1" presStyleIdx="3" presStyleCnt="6"/>
      <dgm:spPr/>
    </dgm:pt>
    <dgm:pt modelId="{BA159AAB-94BD-9D44-B166-D818BDB09BE0}" type="pres">
      <dgm:prSet presAssocID="{85EB2281-2111-414D-BBBD-4CFAFB09F223}" presName="Ellipse" presStyleLbl="fgAcc1" presStyleIdx="3" presStyleCnt="6"/>
      <dgm:spPr/>
    </dgm:pt>
    <dgm:pt modelId="{AEEDF23A-9514-A149-ADDD-3FCAE9F745F6}" type="pres">
      <dgm:prSet presAssocID="{85EB2281-2111-414D-BBBD-4CFAFB09F223}" presName="L2TextContainer" presStyleLbl="revTx" presStyleIdx="6" presStyleCnt="12">
        <dgm:presLayoutVars>
          <dgm:bulletEnabled val="1"/>
        </dgm:presLayoutVars>
      </dgm:prSet>
      <dgm:spPr/>
    </dgm:pt>
    <dgm:pt modelId="{2F80E69F-9405-FD44-80E3-1E232FAC924C}" type="pres">
      <dgm:prSet presAssocID="{85EB2281-2111-414D-BBBD-4CFAFB09F223}" presName="L1TextContainer" presStyleLbl="revTx" presStyleIdx="7" presStyleCnt="12">
        <dgm:presLayoutVars>
          <dgm:chMax val="1"/>
          <dgm:chPref val="1"/>
          <dgm:bulletEnabled val="1"/>
        </dgm:presLayoutVars>
      </dgm:prSet>
      <dgm:spPr/>
    </dgm:pt>
    <dgm:pt modelId="{A569E208-CB96-BD48-AC8D-09D2BCD31886}" type="pres">
      <dgm:prSet presAssocID="{85EB2281-2111-414D-BBBD-4CFAFB09F223}" presName="ConnectLine" presStyleLbl="dkBgShp" presStyleIdx="5" presStyleCnt="8"/>
      <dgm:spPr>
        <a:gradFill rotWithShape="0">
          <a:gsLst>
            <a:gs pos="0">
              <a:schemeClr val="accent5">
                <a:tint val="76000"/>
              </a:schemeClr>
            </a:gs>
            <a:gs pos="100000">
              <a:schemeClr val="accent5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29F25C24-F58B-D041-83A6-5ABD54E54DBB}" type="pres">
      <dgm:prSet presAssocID="{85EB2281-2111-414D-BBBD-4CFAFB09F223}" presName="ConnectorPoint" presStyleCnt="0"/>
      <dgm:spPr/>
    </dgm:pt>
    <dgm:pt modelId="{49E1439E-70FA-0847-92D8-5C56F401221A}" type="pres">
      <dgm:prSet presAssocID="{85EB2281-2111-414D-BBBD-4CFAFB09F223}" presName="Bullet" presStyleLbl="node1NoLn" presStyleIdx="3" presStyleCnt="6"/>
      <dgm:spPr>
        <a:solidFill>
          <a:schemeClr val="accent5">
            <a:alpha val="60000"/>
          </a:schemeClr>
        </a:solidFill>
      </dgm:spPr>
    </dgm:pt>
    <dgm:pt modelId="{9DFA940B-E65D-FA4F-AD2C-7DE58A9A3017}" type="pres">
      <dgm:prSet presAssocID="{85EB2281-2111-414D-BBBD-4CFAFB09F223}" presName="EmptyPlaceHolder" presStyleCnt="0"/>
      <dgm:spPr/>
    </dgm:pt>
    <dgm:pt modelId="{F399F07E-148E-F44F-BF46-B9B63877B996}" type="pres">
      <dgm:prSet presAssocID="{C5B9D913-8A23-8749-9A2D-F65E32F97661}" presName="spaceBetweenRectangles" presStyleCnt="0"/>
      <dgm:spPr/>
    </dgm:pt>
    <dgm:pt modelId="{AF9C2BEB-AAC9-4542-B133-FFE3C9923F9B}" type="pres">
      <dgm:prSet presAssocID="{34C6F6FE-12E6-C641-8963-927FBCC59742}" presName="composite" presStyleCnt="0"/>
      <dgm:spPr/>
    </dgm:pt>
    <dgm:pt modelId="{BE90AB68-934B-114C-9EE1-3DFCA0A08ADE}" type="pres">
      <dgm:prSet presAssocID="{34C6F6FE-12E6-C641-8963-927FBCC59742}" presName="DropPinPlaceHolder" presStyleCnt="0"/>
      <dgm:spPr/>
    </dgm:pt>
    <dgm:pt modelId="{2B137CF4-5294-CE47-A401-1AB6FC144C79}" type="pres">
      <dgm:prSet presAssocID="{34C6F6FE-12E6-C641-8963-927FBCC59742}" presName="DropPin" presStyleLbl="alignNode1" presStyleIdx="4" presStyleCnt="6"/>
      <dgm:spPr/>
    </dgm:pt>
    <dgm:pt modelId="{EDB25C77-7FB0-504C-8BCA-2F203E799F2A}" type="pres">
      <dgm:prSet presAssocID="{34C6F6FE-12E6-C641-8963-927FBCC59742}" presName="Ellipse" presStyleLbl="fgAcc1" presStyleIdx="4" presStyleCnt="6"/>
      <dgm:spPr/>
    </dgm:pt>
    <dgm:pt modelId="{9C07075A-37B3-3A42-AE71-D8017E8486E5}" type="pres">
      <dgm:prSet presAssocID="{34C6F6FE-12E6-C641-8963-927FBCC59742}" presName="L2TextContainer" presStyleLbl="revTx" presStyleIdx="8" presStyleCnt="12">
        <dgm:presLayoutVars>
          <dgm:bulletEnabled val="1"/>
        </dgm:presLayoutVars>
      </dgm:prSet>
      <dgm:spPr/>
    </dgm:pt>
    <dgm:pt modelId="{89B39541-44F1-8544-AE2B-DDF02EAC3FE9}" type="pres">
      <dgm:prSet presAssocID="{34C6F6FE-12E6-C641-8963-927FBCC59742}" presName="L1TextContainer" presStyleLbl="revTx" presStyleIdx="9" presStyleCnt="12">
        <dgm:presLayoutVars>
          <dgm:chMax val="1"/>
          <dgm:chPref val="1"/>
          <dgm:bulletEnabled val="1"/>
        </dgm:presLayoutVars>
      </dgm:prSet>
      <dgm:spPr/>
    </dgm:pt>
    <dgm:pt modelId="{F452FDC6-6044-954F-B9CE-259B00C12EE8}" type="pres">
      <dgm:prSet presAssocID="{34C6F6FE-12E6-C641-8963-927FBCC59742}" presName="ConnectLine" presStyleLbl="dkBgShp" presStyleIdx="6" presStyleCnt="8"/>
      <dgm:spPr>
        <a:gradFill rotWithShape="0">
          <a:gsLst>
            <a:gs pos="0">
              <a:schemeClr val="accent5">
                <a:tint val="76000"/>
              </a:schemeClr>
            </a:gs>
            <a:gs pos="100000">
              <a:schemeClr val="accent5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406EBC48-A418-7E4D-A5B5-1F461DB0EE66}" type="pres">
      <dgm:prSet presAssocID="{34C6F6FE-12E6-C641-8963-927FBCC59742}" presName="ConnectorPoint" presStyleCnt="0"/>
      <dgm:spPr/>
    </dgm:pt>
    <dgm:pt modelId="{8B936A05-6689-2D4B-842A-A35DEE2FAEA4}" type="pres">
      <dgm:prSet presAssocID="{34C6F6FE-12E6-C641-8963-927FBCC59742}" presName="Bullet" presStyleLbl="node1NoLn" presStyleIdx="4" presStyleCnt="6"/>
      <dgm:spPr>
        <a:solidFill>
          <a:schemeClr val="accent5">
            <a:alpha val="80000"/>
          </a:schemeClr>
        </a:solidFill>
      </dgm:spPr>
    </dgm:pt>
    <dgm:pt modelId="{BB355388-5CF5-D949-A7AD-9E3380038E43}" type="pres">
      <dgm:prSet presAssocID="{34C6F6FE-12E6-C641-8963-927FBCC59742}" presName="EmptyPlaceHolder" presStyleCnt="0"/>
      <dgm:spPr/>
    </dgm:pt>
    <dgm:pt modelId="{2ED7E0EF-DA43-8B4F-AB36-2CE6D52CD40A}" type="pres">
      <dgm:prSet presAssocID="{DFFF56F4-0A24-E74A-B079-4B1098C12A7E}" presName="spaceBetweenRectangles" presStyleCnt="0"/>
      <dgm:spPr/>
    </dgm:pt>
    <dgm:pt modelId="{EE999DA4-6788-3F43-A8FB-5EABA726C93E}" type="pres">
      <dgm:prSet presAssocID="{63EFFF04-7256-B149-87E7-15C16D7FACB4}" presName="composite" presStyleCnt="0"/>
      <dgm:spPr/>
    </dgm:pt>
    <dgm:pt modelId="{8A525F8A-C6E9-9644-BE0D-2841F7BEAD15}" type="pres">
      <dgm:prSet presAssocID="{63EFFF04-7256-B149-87E7-15C16D7FACB4}" presName="DropPinPlaceHolder" presStyleCnt="0"/>
      <dgm:spPr/>
    </dgm:pt>
    <dgm:pt modelId="{BDE0B38C-CFDC-E843-BE66-105F79650FBB}" type="pres">
      <dgm:prSet presAssocID="{63EFFF04-7256-B149-87E7-15C16D7FACB4}" presName="DropPin" presStyleLbl="alignNode1" presStyleIdx="5" presStyleCnt="6"/>
      <dgm:spPr/>
    </dgm:pt>
    <dgm:pt modelId="{5EF586E2-1BFD-6D4D-BFF2-44E27CDA323E}" type="pres">
      <dgm:prSet presAssocID="{63EFFF04-7256-B149-87E7-15C16D7FACB4}" presName="Ellipse" presStyleLbl="fgAcc1" presStyleIdx="5" presStyleCnt="6"/>
      <dgm:spPr/>
    </dgm:pt>
    <dgm:pt modelId="{5B701FD7-3003-CA40-B731-DAA284431088}" type="pres">
      <dgm:prSet presAssocID="{63EFFF04-7256-B149-87E7-15C16D7FACB4}" presName="L2TextContainer" presStyleLbl="revTx" presStyleIdx="10" presStyleCnt="12">
        <dgm:presLayoutVars>
          <dgm:bulletEnabled val="1"/>
        </dgm:presLayoutVars>
      </dgm:prSet>
      <dgm:spPr/>
    </dgm:pt>
    <dgm:pt modelId="{A136ECE6-5E76-D647-9152-7F05EB65342B}" type="pres">
      <dgm:prSet presAssocID="{63EFFF04-7256-B149-87E7-15C16D7FACB4}" presName="L1TextContainer" presStyleLbl="revTx" presStyleIdx="11" presStyleCnt="12">
        <dgm:presLayoutVars>
          <dgm:chMax val="1"/>
          <dgm:chPref val="1"/>
          <dgm:bulletEnabled val="1"/>
        </dgm:presLayoutVars>
      </dgm:prSet>
      <dgm:spPr/>
    </dgm:pt>
    <dgm:pt modelId="{AA10F0B0-038B-764A-B2CC-4D35ED5141A5}" type="pres">
      <dgm:prSet presAssocID="{63EFFF04-7256-B149-87E7-15C16D7FACB4}" presName="ConnectLine" presStyleLbl="dkBgShp" presStyleIdx="7" presStyleCnt="8"/>
      <dgm:spPr>
        <a:gradFill rotWithShape="0">
          <a:gsLst>
            <a:gs pos="0">
              <a:schemeClr val="accent5">
                <a:tint val="76000"/>
              </a:schemeClr>
            </a:gs>
            <a:gs pos="100000">
              <a:schemeClr val="accent5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85AD77B3-FBFD-3644-AD90-7CE246C5C26D}" type="pres">
      <dgm:prSet presAssocID="{63EFFF04-7256-B149-87E7-15C16D7FACB4}" presName="ConnectorPoint" presStyleCnt="0"/>
      <dgm:spPr/>
    </dgm:pt>
    <dgm:pt modelId="{8A182725-BC28-D143-96DC-9ADA7551D57B}" type="pres">
      <dgm:prSet presAssocID="{63EFFF04-7256-B149-87E7-15C16D7FACB4}" presName="Bullet" presStyleLbl="node1NoLn" presStyleIdx="5" presStyleCnt="6"/>
      <dgm:spPr>
        <a:solidFill>
          <a:schemeClr val="accent5"/>
        </a:solidFill>
      </dgm:spPr>
    </dgm:pt>
    <dgm:pt modelId="{8B96E6B6-E174-5241-BB2C-B018028A1E91}" type="pres">
      <dgm:prSet presAssocID="{63EFFF04-7256-B149-87E7-15C16D7FACB4}" presName="EmptyPlaceHolder" presStyleCnt="0"/>
      <dgm:spPr/>
    </dgm:pt>
  </dgm:ptLst>
  <dgm:cxnLst>
    <dgm:cxn modelId="{581E9E22-D3E3-1042-86CA-E575C0C1AAF4}" type="presOf" srcId="{1C20D84A-A421-D049-BA9A-5DF32577A798}" destId="{D979F0B5-4468-C444-B76F-96EBC93CDEF4}" srcOrd="0" destOrd="0" presId="urn:microsoft.com/office/officeart/2024/layout/BulletTimeline"/>
    <dgm:cxn modelId="{6EB21635-2B42-DB44-8E9C-A1B7AFAF20FB}" srcId="{B37621DB-3A98-3941-AB19-03602EA785D8}" destId="{CC592DD7-38CC-384B-8A3D-55AAB7442EA5}" srcOrd="0" destOrd="0" parTransId="{A7FD1110-8BD5-7141-A9FB-2DECE056AEDB}" sibTransId="{2FE63776-5A07-7745-A712-198653F1A381}"/>
    <dgm:cxn modelId="{F417603C-6274-CD49-B759-B97254A8DBF3}" type="presOf" srcId="{699250D3-C221-094B-B21A-27DBD1938878}" destId="{8B781138-30EC-A941-BA45-82CC8DAAAAD9}" srcOrd="0" destOrd="1" presId="urn:microsoft.com/office/officeart/2024/layout/BulletTimeline"/>
    <dgm:cxn modelId="{56581E4A-5173-4F41-A3F4-AD62C6F7B4C6}" type="presOf" srcId="{85EB2281-2111-414D-BBBD-4CFAFB09F223}" destId="{2F80E69F-9405-FD44-80E3-1E232FAC924C}" srcOrd="0" destOrd="0" presId="urn:microsoft.com/office/officeart/2024/layout/BulletTimeline"/>
    <dgm:cxn modelId="{7722DB5F-255F-2445-9144-2B36ADBF0DC6}" srcId="{1C20D84A-A421-D049-BA9A-5DF32577A798}" destId="{13836BCE-9FA5-A742-B08A-2CFE0F25CD3C}" srcOrd="1" destOrd="0" parTransId="{2478DC99-EE27-AC41-B55E-BBF36D629354}" sibTransId="{0C247C31-D9F7-2D49-84AD-19C85F08B5EB}"/>
    <dgm:cxn modelId="{5CEC7B62-1498-F246-9FAE-75F3A4E34BAE}" type="presOf" srcId="{F5382CCB-5FFA-444D-9A51-A05CDA16164E}" destId="{5B701FD7-3003-CA40-B731-DAA284431088}" srcOrd="0" destOrd="0" presId="urn:microsoft.com/office/officeart/2024/layout/BulletTimeline"/>
    <dgm:cxn modelId="{D5381963-9AAC-1C4B-8CF5-E494537B23C8}" srcId="{34C6F6FE-12E6-C641-8963-927FBCC59742}" destId="{289199B1-BED2-094F-904E-188D95BE80DB}" srcOrd="0" destOrd="0" parTransId="{AB526A1D-DFE9-1E46-90DD-8C0671A48E72}" sibTransId="{CDF460FD-F5FC-F34F-AA08-219021C1B2AF}"/>
    <dgm:cxn modelId="{3938E779-3B7D-8C4F-B0B4-FD09D0C6B45C}" srcId="{1C20D84A-A421-D049-BA9A-5DF32577A798}" destId="{B37621DB-3A98-3941-AB19-03602EA785D8}" srcOrd="0" destOrd="0" parTransId="{DE2326C3-D866-2741-9717-A02FF699F077}" sibTransId="{1DB2CFDB-796C-DF46-901A-6C9A16CA1D2C}"/>
    <dgm:cxn modelId="{4E062C7D-A8FE-EB46-BC88-97AD49ED8266}" type="presOf" srcId="{34C6F6FE-12E6-C641-8963-927FBCC59742}" destId="{89B39541-44F1-8544-AE2B-DDF02EAC3FE9}" srcOrd="0" destOrd="0" presId="urn:microsoft.com/office/officeart/2024/layout/BulletTimeline"/>
    <dgm:cxn modelId="{95FB968B-5B94-B648-A7E5-7F8AA184C601}" type="presOf" srcId="{AB5D26F9-B694-064A-AF13-B737B6BF8857}" destId="{980F9160-C51E-C04F-B23B-0F544F04BCF1}" srcOrd="0" destOrd="0" presId="urn:microsoft.com/office/officeart/2024/layout/BulletTimeline"/>
    <dgm:cxn modelId="{1D1AC990-A54E-F04E-A28D-CEBD0CF67A5A}" type="presOf" srcId="{63EFFF04-7256-B149-87E7-15C16D7FACB4}" destId="{A136ECE6-5E76-D647-9152-7F05EB65342B}" srcOrd="0" destOrd="0" presId="urn:microsoft.com/office/officeart/2024/layout/BulletTimeline"/>
    <dgm:cxn modelId="{553A1792-51BB-AF45-83B6-3C054A7D4FC3}" srcId="{1C20D84A-A421-D049-BA9A-5DF32577A798}" destId="{63EFFF04-7256-B149-87E7-15C16D7FACB4}" srcOrd="5" destOrd="0" parTransId="{4BC69B11-00BF-6044-B7FB-A2563B5E655A}" sibTransId="{B55C00CB-992E-ED49-BB56-5222A0DD53B2}"/>
    <dgm:cxn modelId="{37B0A1A0-A660-CF42-8E7C-DF316075ABA5}" type="presOf" srcId="{B37621DB-3A98-3941-AB19-03602EA785D8}" destId="{0D10A8BB-D7B2-434F-97A8-2CCC547271E3}" srcOrd="0" destOrd="0" presId="urn:microsoft.com/office/officeart/2024/layout/BulletTimeline"/>
    <dgm:cxn modelId="{2C5891A6-9EDA-5E49-9C83-53A505B93226}" srcId="{13836BCE-9FA5-A742-B08A-2CFE0F25CD3C}" destId="{467A3203-DE28-1242-8FDE-FFA71C9111B1}" srcOrd="0" destOrd="0" parTransId="{B8B8DDC7-99EF-E046-A365-F7662DE42556}" sibTransId="{F59F11D4-A3B3-E043-B367-6E90F9BC5D0B}"/>
    <dgm:cxn modelId="{E413D9A6-8046-1E4C-8F44-EBEAC81F5549}" srcId="{B37621DB-3A98-3941-AB19-03602EA785D8}" destId="{699250D3-C221-094B-B21A-27DBD1938878}" srcOrd="1" destOrd="0" parTransId="{2F9300C6-5A0E-9843-A079-3BFF36A1B921}" sibTransId="{56DBE837-AD55-0048-8968-5337ACF7EB3B}"/>
    <dgm:cxn modelId="{9CACA3AE-316C-7D44-8044-F9A5F4812879}" srcId="{AB5D26F9-B694-064A-AF13-B737B6BF8857}" destId="{47A1B774-D95B-8A4E-8ABB-B3F03A0622D7}" srcOrd="0" destOrd="0" parTransId="{C4FB1668-DF15-E246-9D5E-F4AA8CDAA24A}" sibTransId="{CC859AB9-A6E0-6947-BA36-D802E09B1B10}"/>
    <dgm:cxn modelId="{C25C47BE-5075-684F-BCE3-63C5948C1DFB}" srcId="{1C20D84A-A421-D049-BA9A-5DF32577A798}" destId="{AB5D26F9-B694-064A-AF13-B737B6BF8857}" srcOrd="2" destOrd="0" parTransId="{A096B9B6-BF66-EE41-9D9B-7AB7F2B72826}" sibTransId="{44CA97BF-157D-5344-A95D-3F99A9934C76}"/>
    <dgm:cxn modelId="{0E39D9BE-C1C6-0E42-8E98-B2636DF29CDD}" srcId="{63EFFF04-7256-B149-87E7-15C16D7FACB4}" destId="{F5382CCB-5FFA-444D-9A51-A05CDA16164E}" srcOrd="0" destOrd="0" parTransId="{F36000CB-4985-684B-8CB3-DE61F29E6F02}" sibTransId="{0CE55B5D-55E4-E840-B8EF-7128E9A08F01}"/>
    <dgm:cxn modelId="{32FCA7C2-F3AB-D549-B467-FED9C93BEDDA}" srcId="{1C20D84A-A421-D049-BA9A-5DF32577A798}" destId="{85EB2281-2111-414D-BBBD-4CFAFB09F223}" srcOrd="3" destOrd="0" parTransId="{FD8D9C76-83DC-014C-B171-FBDEC790527D}" sibTransId="{C5B9D913-8A23-8749-9A2D-F65E32F97661}"/>
    <dgm:cxn modelId="{559317D8-8ABB-6143-A0CE-AFCB1E67F5A8}" type="presOf" srcId="{289199B1-BED2-094F-904E-188D95BE80DB}" destId="{9C07075A-37B3-3A42-AE71-D8017E8486E5}" srcOrd="0" destOrd="0" presId="urn:microsoft.com/office/officeart/2024/layout/BulletTimeline"/>
    <dgm:cxn modelId="{1EE964DA-15D4-2149-BBB0-5711C2774481}" type="presOf" srcId="{47A1B774-D95B-8A4E-8ABB-B3F03A0622D7}" destId="{AC01BFA3-211E-A241-A10B-36BE1BC7517F}" srcOrd="0" destOrd="0" presId="urn:microsoft.com/office/officeart/2024/layout/BulletTimeline"/>
    <dgm:cxn modelId="{645CFDE2-DAAF-DB4A-A9E1-BE02B1670006}" type="presOf" srcId="{467A3203-DE28-1242-8FDE-FFA71C9111B1}" destId="{FFB558DA-471D-E547-A4D4-D8EE62BBE8F1}" srcOrd="0" destOrd="0" presId="urn:microsoft.com/office/officeart/2024/layout/BulletTimeline"/>
    <dgm:cxn modelId="{78834DE8-2689-4A49-9909-25F257C9220A}" srcId="{85EB2281-2111-414D-BBBD-4CFAFB09F223}" destId="{3B60E376-58C0-1C4E-AA28-859A8422C16A}" srcOrd="0" destOrd="0" parTransId="{7A2633A8-3C39-9849-8966-7D2BC4B99AE3}" sibTransId="{94282740-C575-1E48-9FCD-EA57ACE4123D}"/>
    <dgm:cxn modelId="{491D75E8-3754-044B-9CCF-C06A2267DEBF}" type="presOf" srcId="{3B60E376-58C0-1C4E-AA28-859A8422C16A}" destId="{AEEDF23A-9514-A149-ADDD-3FCAE9F745F6}" srcOrd="0" destOrd="0" presId="urn:microsoft.com/office/officeart/2024/layout/BulletTimeline"/>
    <dgm:cxn modelId="{F7BF7DF0-27F3-E842-A4A9-2FC0BEB541D4}" type="presOf" srcId="{CC592DD7-38CC-384B-8A3D-55AAB7442EA5}" destId="{8B781138-30EC-A941-BA45-82CC8DAAAAD9}" srcOrd="0" destOrd="0" presId="urn:microsoft.com/office/officeart/2024/layout/BulletTimeline"/>
    <dgm:cxn modelId="{EF99F6F7-4604-4649-873B-C6A055EBE9BD}" srcId="{1C20D84A-A421-D049-BA9A-5DF32577A798}" destId="{34C6F6FE-12E6-C641-8963-927FBCC59742}" srcOrd="4" destOrd="0" parTransId="{EDA4BD36-AC45-244C-8BB5-0F9269703B27}" sibTransId="{DFFF56F4-0A24-E74A-B079-4B1098C12A7E}"/>
    <dgm:cxn modelId="{C442FFFA-34A6-294F-9762-5FB6D52C80A9}" type="presOf" srcId="{13836BCE-9FA5-A742-B08A-2CFE0F25CD3C}" destId="{8741A8E1-62EE-5741-A257-DE88C4EAA313}" srcOrd="0" destOrd="0" presId="urn:microsoft.com/office/officeart/2024/layout/BulletTimeline"/>
    <dgm:cxn modelId="{C5079926-5C21-544A-829B-5CFD9396F9A2}" type="presParOf" srcId="{D979F0B5-4468-C444-B76F-96EBC93CDEF4}" destId="{4A9230A5-8AC9-F94E-A498-6B07AD77A464}" srcOrd="0" destOrd="0" presId="urn:microsoft.com/office/officeart/2024/layout/BulletTimeline"/>
    <dgm:cxn modelId="{701BF18C-0FBF-7A4B-BDBA-E2F33C6E76CF}" type="presParOf" srcId="{4A9230A5-8AC9-F94E-A498-6B07AD77A464}" destId="{29AC096F-6E63-8A48-A19D-01A529175CBF}" srcOrd="0" destOrd="0" presId="urn:microsoft.com/office/officeart/2024/layout/BulletTimeline"/>
    <dgm:cxn modelId="{F4D1D621-E22F-7E41-A1C7-B62A18BA2A05}" type="presParOf" srcId="{4A9230A5-8AC9-F94E-A498-6B07AD77A464}" destId="{891A34F8-F8EC-D247-84B3-5427AD26E45F}" srcOrd="1" destOrd="0" presId="urn:microsoft.com/office/officeart/2024/layout/BulletTimeline"/>
    <dgm:cxn modelId="{B3530F47-48F6-C643-90BB-954AE854A1CD}" type="presParOf" srcId="{D979F0B5-4468-C444-B76F-96EBC93CDEF4}" destId="{A749D887-2406-F64D-907A-25AD850D44C9}" srcOrd="1" destOrd="0" presId="urn:microsoft.com/office/officeart/2024/layout/BulletTimeline"/>
    <dgm:cxn modelId="{FEDBE6EC-3D69-464D-8847-AEEC3F620D11}" type="presParOf" srcId="{A749D887-2406-F64D-907A-25AD850D44C9}" destId="{80F5C9A7-A99F-B840-8B25-F4CB9C616B46}" srcOrd="0" destOrd="0" presId="urn:microsoft.com/office/officeart/2024/layout/BulletTimeline"/>
    <dgm:cxn modelId="{1A76D250-935D-D34C-8ABA-AD2CCC3BE04A}" type="presParOf" srcId="{80F5C9A7-A99F-B840-8B25-F4CB9C616B46}" destId="{DDF3B935-7D27-7546-A638-9D71D09EBDF5}" srcOrd="0" destOrd="0" presId="urn:microsoft.com/office/officeart/2024/layout/BulletTimeline"/>
    <dgm:cxn modelId="{C1E557DA-8915-E645-A2B2-16B9DF4D7B44}" type="presParOf" srcId="{DDF3B935-7D27-7546-A638-9D71D09EBDF5}" destId="{98C7C175-ACFE-B64F-9D7D-5BA884A2090E}" srcOrd="0" destOrd="0" presId="urn:microsoft.com/office/officeart/2024/layout/BulletTimeline"/>
    <dgm:cxn modelId="{D5F2C6C1-E5CB-2E44-A595-11979D90B4C4}" type="presParOf" srcId="{DDF3B935-7D27-7546-A638-9D71D09EBDF5}" destId="{383A2161-71E0-A443-8451-5E1FCC1CD9FF}" srcOrd="1" destOrd="0" presId="urn:microsoft.com/office/officeart/2024/layout/BulletTimeline"/>
    <dgm:cxn modelId="{6E781016-7C4B-C94F-B402-9F0BC84F6954}" type="presParOf" srcId="{80F5C9A7-A99F-B840-8B25-F4CB9C616B46}" destId="{8B781138-30EC-A941-BA45-82CC8DAAAAD9}" srcOrd="1" destOrd="0" presId="urn:microsoft.com/office/officeart/2024/layout/BulletTimeline"/>
    <dgm:cxn modelId="{485A298A-6B2E-364B-86EB-5B9BD0B580E4}" type="presParOf" srcId="{80F5C9A7-A99F-B840-8B25-F4CB9C616B46}" destId="{0D10A8BB-D7B2-434F-97A8-2CCC547271E3}" srcOrd="2" destOrd="0" presId="urn:microsoft.com/office/officeart/2024/layout/BulletTimeline"/>
    <dgm:cxn modelId="{D749CD29-F622-B242-85F6-A501E47E8B33}" type="presParOf" srcId="{80F5C9A7-A99F-B840-8B25-F4CB9C616B46}" destId="{525D6685-390F-9C4E-8234-E319A1436A48}" srcOrd="3" destOrd="0" presId="urn:microsoft.com/office/officeart/2024/layout/BulletTimeline"/>
    <dgm:cxn modelId="{6E22A329-FA51-694D-9FD8-E59709F86FFD}" type="presParOf" srcId="{80F5C9A7-A99F-B840-8B25-F4CB9C616B46}" destId="{3DB15C5E-9CBB-5848-9B8D-A02A5A1D768E}" srcOrd="4" destOrd="0" presId="urn:microsoft.com/office/officeart/2024/layout/BulletTimeline"/>
    <dgm:cxn modelId="{7FFDCF28-4961-8E4B-8C23-A7BF5459A16F}" type="presParOf" srcId="{3DB15C5E-9CBB-5848-9B8D-A02A5A1D768E}" destId="{FE829E34-DBBA-4749-820C-E41F50ACCFE4}" srcOrd="0" destOrd="0" presId="urn:microsoft.com/office/officeart/2024/layout/BulletTimeline"/>
    <dgm:cxn modelId="{B9DECF41-E728-4B4B-9729-16F330EE7DDD}" type="presParOf" srcId="{80F5C9A7-A99F-B840-8B25-F4CB9C616B46}" destId="{0146EB18-C89F-1E42-A6A2-58A3A2E12F0C}" srcOrd="5" destOrd="0" presId="urn:microsoft.com/office/officeart/2024/layout/BulletTimeline"/>
    <dgm:cxn modelId="{CAFD68E8-F4A7-3646-8E61-70F5E220888D}" type="presParOf" srcId="{A749D887-2406-F64D-907A-25AD850D44C9}" destId="{3ECEC35F-C97A-4D46-888F-CC55BCB635CC}" srcOrd="1" destOrd="0" presId="urn:microsoft.com/office/officeart/2024/layout/BulletTimeline"/>
    <dgm:cxn modelId="{DAA63040-8CA4-9E48-985D-B2292EE3D461}" type="presParOf" srcId="{A749D887-2406-F64D-907A-25AD850D44C9}" destId="{71CFA7DC-770F-7142-B888-4CFCE9F4EB45}" srcOrd="2" destOrd="0" presId="urn:microsoft.com/office/officeart/2024/layout/BulletTimeline"/>
    <dgm:cxn modelId="{5511BC8A-2F06-904C-A26F-090D09E041DD}" type="presParOf" srcId="{71CFA7DC-770F-7142-B888-4CFCE9F4EB45}" destId="{7B3680E4-EDFE-DC4E-99E2-85133577EF02}" srcOrd="0" destOrd="0" presId="urn:microsoft.com/office/officeart/2024/layout/BulletTimeline"/>
    <dgm:cxn modelId="{3A4EFCBF-B309-0742-A9FF-5140C620EF28}" type="presParOf" srcId="{7B3680E4-EDFE-DC4E-99E2-85133577EF02}" destId="{8326EE56-902D-E246-919C-843087989E8F}" srcOrd="0" destOrd="0" presId="urn:microsoft.com/office/officeart/2024/layout/BulletTimeline"/>
    <dgm:cxn modelId="{8321D67A-3829-2647-81DE-40EF0B271F22}" type="presParOf" srcId="{7B3680E4-EDFE-DC4E-99E2-85133577EF02}" destId="{8E8512B4-D80F-324F-9D74-7A45787230A1}" srcOrd="1" destOrd="0" presId="urn:microsoft.com/office/officeart/2024/layout/BulletTimeline"/>
    <dgm:cxn modelId="{FA59BF1D-FB03-674D-8B40-C2190366B592}" type="presParOf" srcId="{71CFA7DC-770F-7142-B888-4CFCE9F4EB45}" destId="{FFB558DA-471D-E547-A4D4-D8EE62BBE8F1}" srcOrd="1" destOrd="0" presId="urn:microsoft.com/office/officeart/2024/layout/BulletTimeline"/>
    <dgm:cxn modelId="{16D374AC-4DDA-A440-B783-2D4289AF414F}" type="presParOf" srcId="{71CFA7DC-770F-7142-B888-4CFCE9F4EB45}" destId="{8741A8E1-62EE-5741-A257-DE88C4EAA313}" srcOrd="2" destOrd="0" presId="urn:microsoft.com/office/officeart/2024/layout/BulletTimeline"/>
    <dgm:cxn modelId="{A5728131-AFE1-B24B-98AE-23C986D78BF7}" type="presParOf" srcId="{71CFA7DC-770F-7142-B888-4CFCE9F4EB45}" destId="{2CC6E9C5-0566-C74F-92B7-EB4E59C11485}" srcOrd="3" destOrd="0" presId="urn:microsoft.com/office/officeart/2024/layout/BulletTimeline"/>
    <dgm:cxn modelId="{724F8562-6947-A246-99E3-697C6F5AEE0B}" type="presParOf" srcId="{71CFA7DC-770F-7142-B888-4CFCE9F4EB45}" destId="{2483DA6D-A4AC-8D4F-8509-2C9880F84E0B}" srcOrd="4" destOrd="0" presId="urn:microsoft.com/office/officeart/2024/layout/BulletTimeline"/>
    <dgm:cxn modelId="{19F72021-85C5-454A-A6C2-BCCE798A7462}" type="presParOf" srcId="{2483DA6D-A4AC-8D4F-8509-2C9880F84E0B}" destId="{29616E44-16DD-9D44-973A-BBF79FAD9BAD}" srcOrd="0" destOrd="0" presId="urn:microsoft.com/office/officeart/2024/layout/BulletTimeline"/>
    <dgm:cxn modelId="{05C7EABC-7198-C44A-88EA-0D9B94C1E072}" type="presParOf" srcId="{71CFA7DC-770F-7142-B888-4CFCE9F4EB45}" destId="{748F6F93-DBCA-EA4B-AD45-17EF833D4E4A}" srcOrd="5" destOrd="0" presId="urn:microsoft.com/office/officeart/2024/layout/BulletTimeline"/>
    <dgm:cxn modelId="{DCB5E0E8-2CA6-8A4F-8136-72EFBBF197F2}" type="presParOf" srcId="{A749D887-2406-F64D-907A-25AD850D44C9}" destId="{97FE7589-CF65-EB45-BF04-BA951F2D6ACE}" srcOrd="3" destOrd="0" presId="urn:microsoft.com/office/officeart/2024/layout/BulletTimeline"/>
    <dgm:cxn modelId="{DAD0AC40-1F71-4A41-AF84-76A19C7EC652}" type="presParOf" srcId="{A749D887-2406-F64D-907A-25AD850D44C9}" destId="{DC783852-D5DD-1041-839E-3D9A18AF1BD7}" srcOrd="4" destOrd="0" presId="urn:microsoft.com/office/officeart/2024/layout/BulletTimeline"/>
    <dgm:cxn modelId="{71602DD7-1F98-F248-BD75-9BD57BB1B5AD}" type="presParOf" srcId="{DC783852-D5DD-1041-839E-3D9A18AF1BD7}" destId="{474FA60E-652F-224B-B4F3-F4745C66200E}" srcOrd="0" destOrd="0" presId="urn:microsoft.com/office/officeart/2024/layout/BulletTimeline"/>
    <dgm:cxn modelId="{FCFF2F3B-0E7C-F54F-8833-F6D3ACF3A850}" type="presParOf" srcId="{474FA60E-652F-224B-B4F3-F4745C66200E}" destId="{849798D7-09DB-424D-A836-A42F5A2736FF}" srcOrd="0" destOrd="0" presId="urn:microsoft.com/office/officeart/2024/layout/BulletTimeline"/>
    <dgm:cxn modelId="{6F217C79-C21D-824B-B283-F7B0BF35CCE3}" type="presParOf" srcId="{474FA60E-652F-224B-B4F3-F4745C66200E}" destId="{B7359E74-B01F-B241-B907-557A0DF90BB1}" srcOrd="1" destOrd="0" presId="urn:microsoft.com/office/officeart/2024/layout/BulletTimeline"/>
    <dgm:cxn modelId="{FD5B066B-F777-CB45-AC1B-1C6B2C12A768}" type="presParOf" srcId="{DC783852-D5DD-1041-839E-3D9A18AF1BD7}" destId="{AC01BFA3-211E-A241-A10B-36BE1BC7517F}" srcOrd="1" destOrd="0" presId="urn:microsoft.com/office/officeart/2024/layout/BulletTimeline"/>
    <dgm:cxn modelId="{7570DB68-5ED4-E445-9472-2613ED4E3BEF}" type="presParOf" srcId="{DC783852-D5DD-1041-839E-3D9A18AF1BD7}" destId="{980F9160-C51E-C04F-B23B-0F544F04BCF1}" srcOrd="2" destOrd="0" presId="urn:microsoft.com/office/officeart/2024/layout/BulletTimeline"/>
    <dgm:cxn modelId="{CE416E5F-9878-6C46-B774-01E49DA4A24A}" type="presParOf" srcId="{DC783852-D5DD-1041-839E-3D9A18AF1BD7}" destId="{534D2167-5B18-264F-B56C-342C253808DA}" srcOrd="3" destOrd="0" presId="urn:microsoft.com/office/officeart/2024/layout/BulletTimeline"/>
    <dgm:cxn modelId="{9E46ABA1-1698-4B48-9F0B-247DF4D8A201}" type="presParOf" srcId="{DC783852-D5DD-1041-839E-3D9A18AF1BD7}" destId="{1E15982A-5576-AC44-A371-C4243991C20F}" srcOrd="4" destOrd="0" presId="urn:microsoft.com/office/officeart/2024/layout/BulletTimeline"/>
    <dgm:cxn modelId="{96AE6DB2-AE1A-AE48-97A8-88B08CD1B07C}" type="presParOf" srcId="{1E15982A-5576-AC44-A371-C4243991C20F}" destId="{C1CA7113-968A-CA41-BB6B-B91124EE2BC0}" srcOrd="0" destOrd="0" presId="urn:microsoft.com/office/officeart/2024/layout/BulletTimeline"/>
    <dgm:cxn modelId="{FE01E193-4BF3-174F-BD26-3642B4293FEF}" type="presParOf" srcId="{DC783852-D5DD-1041-839E-3D9A18AF1BD7}" destId="{982F13E6-0D23-8C49-859C-17415B39C48D}" srcOrd="5" destOrd="0" presId="urn:microsoft.com/office/officeart/2024/layout/BulletTimeline"/>
    <dgm:cxn modelId="{959C235A-3865-5A4C-8F51-DF939C7E6497}" type="presParOf" srcId="{A749D887-2406-F64D-907A-25AD850D44C9}" destId="{494CA2FE-DAEC-0848-B06F-09DA9A6BF534}" srcOrd="5" destOrd="0" presId="urn:microsoft.com/office/officeart/2024/layout/BulletTimeline"/>
    <dgm:cxn modelId="{5EA77C63-8FA6-7F4D-9883-A356AFFBA9A3}" type="presParOf" srcId="{A749D887-2406-F64D-907A-25AD850D44C9}" destId="{D0E7DD12-73F0-4841-91AE-C0BBD555F226}" srcOrd="6" destOrd="0" presId="urn:microsoft.com/office/officeart/2024/layout/BulletTimeline"/>
    <dgm:cxn modelId="{5208B05B-56C1-BD4E-B4BF-5EC2FE429D38}" type="presParOf" srcId="{D0E7DD12-73F0-4841-91AE-C0BBD555F226}" destId="{85609EC1-B4A4-D04A-97C4-CFB07C235341}" srcOrd="0" destOrd="0" presId="urn:microsoft.com/office/officeart/2024/layout/BulletTimeline"/>
    <dgm:cxn modelId="{1DD2E644-C31E-AB48-BBA1-68FA5851C0A5}" type="presParOf" srcId="{85609EC1-B4A4-D04A-97C4-CFB07C235341}" destId="{DE4F16D0-3F05-F749-9642-557EB02B4B76}" srcOrd="0" destOrd="0" presId="urn:microsoft.com/office/officeart/2024/layout/BulletTimeline"/>
    <dgm:cxn modelId="{4F406B98-C1F0-1540-AAA7-E793AC0A44FB}" type="presParOf" srcId="{85609EC1-B4A4-D04A-97C4-CFB07C235341}" destId="{BA159AAB-94BD-9D44-B166-D818BDB09BE0}" srcOrd="1" destOrd="0" presId="urn:microsoft.com/office/officeart/2024/layout/BulletTimeline"/>
    <dgm:cxn modelId="{1FCF3AE9-4A46-A34C-96D1-C56EDB56782C}" type="presParOf" srcId="{D0E7DD12-73F0-4841-91AE-C0BBD555F226}" destId="{AEEDF23A-9514-A149-ADDD-3FCAE9F745F6}" srcOrd="1" destOrd="0" presId="urn:microsoft.com/office/officeart/2024/layout/BulletTimeline"/>
    <dgm:cxn modelId="{74F1372C-89E9-B94E-82DE-FC453C1497CB}" type="presParOf" srcId="{D0E7DD12-73F0-4841-91AE-C0BBD555F226}" destId="{2F80E69F-9405-FD44-80E3-1E232FAC924C}" srcOrd="2" destOrd="0" presId="urn:microsoft.com/office/officeart/2024/layout/BulletTimeline"/>
    <dgm:cxn modelId="{1812B8AC-0E57-4049-83F5-F39DCCE93539}" type="presParOf" srcId="{D0E7DD12-73F0-4841-91AE-C0BBD555F226}" destId="{A569E208-CB96-BD48-AC8D-09D2BCD31886}" srcOrd="3" destOrd="0" presId="urn:microsoft.com/office/officeart/2024/layout/BulletTimeline"/>
    <dgm:cxn modelId="{05A2299E-10E2-A54D-BF5B-AB005A7DC775}" type="presParOf" srcId="{D0E7DD12-73F0-4841-91AE-C0BBD555F226}" destId="{29F25C24-F58B-D041-83A6-5ABD54E54DBB}" srcOrd="4" destOrd="0" presId="urn:microsoft.com/office/officeart/2024/layout/BulletTimeline"/>
    <dgm:cxn modelId="{40801112-37DB-8347-B957-AFCD851BA0F2}" type="presParOf" srcId="{29F25C24-F58B-D041-83A6-5ABD54E54DBB}" destId="{49E1439E-70FA-0847-92D8-5C56F401221A}" srcOrd="0" destOrd="0" presId="urn:microsoft.com/office/officeart/2024/layout/BulletTimeline"/>
    <dgm:cxn modelId="{F7A6CC8E-BE00-AF48-8F79-050D996B7BBE}" type="presParOf" srcId="{D0E7DD12-73F0-4841-91AE-C0BBD555F226}" destId="{9DFA940B-E65D-FA4F-AD2C-7DE58A9A3017}" srcOrd="5" destOrd="0" presId="urn:microsoft.com/office/officeart/2024/layout/BulletTimeline"/>
    <dgm:cxn modelId="{D3B5E36F-FB52-F24A-A03C-775F5CFE68A8}" type="presParOf" srcId="{A749D887-2406-F64D-907A-25AD850D44C9}" destId="{F399F07E-148E-F44F-BF46-B9B63877B996}" srcOrd="7" destOrd="0" presId="urn:microsoft.com/office/officeart/2024/layout/BulletTimeline"/>
    <dgm:cxn modelId="{879B5337-4BDC-7141-AFDA-2700E9239E3A}" type="presParOf" srcId="{A749D887-2406-F64D-907A-25AD850D44C9}" destId="{AF9C2BEB-AAC9-4542-B133-FFE3C9923F9B}" srcOrd="8" destOrd="0" presId="urn:microsoft.com/office/officeart/2024/layout/BulletTimeline"/>
    <dgm:cxn modelId="{01670C1A-9E5C-5348-A676-631E7625BE63}" type="presParOf" srcId="{AF9C2BEB-AAC9-4542-B133-FFE3C9923F9B}" destId="{BE90AB68-934B-114C-9EE1-3DFCA0A08ADE}" srcOrd="0" destOrd="0" presId="urn:microsoft.com/office/officeart/2024/layout/BulletTimeline"/>
    <dgm:cxn modelId="{9C7F994A-4D5F-0A4E-95D4-FA7EAC643A30}" type="presParOf" srcId="{BE90AB68-934B-114C-9EE1-3DFCA0A08ADE}" destId="{2B137CF4-5294-CE47-A401-1AB6FC144C79}" srcOrd="0" destOrd="0" presId="urn:microsoft.com/office/officeart/2024/layout/BulletTimeline"/>
    <dgm:cxn modelId="{D096FD78-2CBB-1A40-88E4-3A2C8885A465}" type="presParOf" srcId="{BE90AB68-934B-114C-9EE1-3DFCA0A08ADE}" destId="{EDB25C77-7FB0-504C-8BCA-2F203E799F2A}" srcOrd="1" destOrd="0" presId="urn:microsoft.com/office/officeart/2024/layout/BulletTimeline"/>
    <dgm:cxn modelId="{28F7D6E3-09ED-F742-A884-03A393D4F977}" type="presParOf" srcId="{AF9C2BEB-AAC9-4542-B133-FFE3C9923F9B}" destId="{9C07075A-37B3-3A42-AE71-D8017E8486E5}" srcOrd="1" destOrd="0" presId="urn:microsoft.com/office/officeart/2024/layout/BulletTimeline"/>
    <dgm:cxn modelId="{596BCDA7-392E-9A4F-940A-16340F813DF2}" type="presParOf" srcId="{AF9C2BEB-AAC9-4542-B133-FFE3C9923F9B}" destId="{89B39541-44F1-8544-AE2B-DDF02EAC3FE9}" srcOrd="2" destOrd="0" presId="urn:microsoft.com/office/officeart/2024/layout/BulletTimeline"/>
    <dgm:cxn modelId="{117B295E-193C-5B4E-85C7-808E4C4AE882}" type="presParOf" srcId="{AF9C2BEB-AAC9-4542-B133-FFE3C9923F9B}" destId="{F452FDC6-6044-954F-B9CE-259B00C12EE8}" srcOrd="3" destOrd="0" presId="urn:microsoft.com/office/officeart/2024/layout/BulletTimeline"/>
    <dgm:cxn modelId="{B4CB2B47-DD1C-C84F-A842-386454917250}" type="presParOf" srcId="{AF9C2BEB-AAC9-4542-B133-FFE3C9923F9B}" destId="{406EBC48-A418-7E4D-A5B5-1F461DB0EE66}" srcOrd="4" destOrd="0" presId="urn:microsoft.com/office/officeart/2024/layout/BulletTimeline"/>
    <dgm:cxn modelId="{CB503CDE-4868-254A-9B36-6F1C3AD712FA}" type="presParOf" srcId="{406EBC48-A418-7E4D-A5B5-1F461DB0EE66}" destId="{8B936A05-6689-2D4B-842A-A35DEE2FAEA4}" srcOrd="0" destOrd="0" presId="urn:microsoft.com/office/officeart/2024/layout/BulletTimeline"/>
    <dgm:cxn modelId="{89E94C34-982F-A244-A3EA-B40C70C53ECC}" type="presParOf" srcId="{AF9C2BEB-AAC9-4542-B133-FFE3C9923F9B}" destId="{BB355388-5CF5-D949-A7AD-9E3380038E43}" srcOrd="5" destOrd="0" presId="urn:microsoft.com/office/officeart/2024/layout/BulletTimeline"/>
    <dgm:cxn modelId="{267C79D3-38CB-6243-8BC2-010500DDC6C2}" type="presParOf" srcId="{A749D887-2406-F64D-907A-25AD850D44C9}" destId="{2ED7E0EF-DA43-8B4F-AB36-2CE6D52CD40A}" srcOrd="9" destOrd="0" presId="urn:microsoft.com/office/officeart/2024/layout/BulletTimeline"/>
    <dgm:cxn modelId="{7CBA43FB-7134-2548-94FA-E961B087C90D}" type="presParOf" srcId="{A749D887-2406-F64D-907A-25AD850D44C9}" destId="{EE999DA4-6788-3F43-A8FB-5EABA726C93E}" srcOrd="10" destOrd="0" presId="urn:microsoft.com/office/officeart/2024/layout/BulletTimeline"/>
    <dgm:cxn modelId="{E27E609B-B8BD-D544-A1D9-0609C93A62EB}" type="presParOf" srcId="{EE999DA4-6788-3F43-A8FB-5EABA726C93E}" destId="{8A525F8A-C6E9-9644-BE0D-2841F7BEAD15}" srcOrd="0" destOrd="0" presId="urn:microsoft.com/office/officeart/2024/layout/BulletTimeline"/>
    <dgm:cxn modelId="{86012BC6-A49F-C442-B327-75DF05F0E827}" type="presParOf" srcId="{8A525F8A-C6E9-9644-BE0D-2841F7BEAD15}" destId="{BDE0B38C-CFDC-E843-BE66-105F79650FBB}" srcOrd="0" destOrd="0" presId="urn:microsoft.com/office/officeart/2024/layout/BulletTimeline"/>
    <dgm:cxn modelId="{D31859DD-B8E1-584F-BB97-0237A6EACE1D}" type="presParOf" srcId="{8A525F8A-C6E9-9644-BE0D-2841F7BEAD15}" destId="{5EF586E2-1BFD-6D4D-BFF2-44E27CDA323E}" srcOrd="1" destOrd="0" presId="urn:microsoft.com/office/officeart/2024/layout/BulletTimeline"/>
    <dgm:cxn modelId="{AD0CEE8E-601E-0F49-BAB2-65CEAF70CDC5}" type="presParOf" srcId="{EE999DA4-6788-3F43-A8FB-5EABA726C93E}" destId="{5B701FD7-3003-CA40-B731-DAA284431088}" srcOrd="1" destOrd="0" presId="urn:microsoft.com/office/officeart/2024/layout/BulletTimeline"/>
    <dgm:cxn modelId="{04D2DCC3-805C-A942-B7CA-6B39A5F218D4}" type="presParOf" srcId="{EE999DA4-6788-3F43-A8FB-5EABA726C93E}" destId="{A136ECE6-5E76-D647-9152-7F05EB65342B}" srcOrd="2" destOrd="0" presId="urn:microsoft.com/office/officeart/2024/layout/BulletTimeline"/>
    <dgm:cxn modelId="{A784C689-21E5-1C40-AD58-72A4A0F71FBA}" type="presParOf" srcId="{EE999DA4-6788-3F43-A8FB-5EABA726C93E}" destId="{AA10F0B0-038B-764A-B2CC-4D35ED5141A5}" srcOrd="3" destOrd="0" presId="urn:microsoft.com/office/officeart/2024/layout/BulletTimeline"/>
    <dgm:cxn modelId="{C7D85117-0E2B-F347-91AC-77E554E063E9}" type="presParOf" srcId="{EE999DA4-6788-3F43-A8FB-5EABA726C93E}" destId="{85AD77B3-FBFD-3644-AD90-7CE246C5C26D}" srcOrd="4" destOrd="0" presId="urn:microsoft.com/office/officeart/2024/layout/BulletTimeline"/>
    <dgm:cxn modelId="{530C62D3-457E-9545-A232-0223DD5A482D}" type="presParOf" srcId="{85AD77B3-FBFD-3644-AD90-7CE246C5C26D}" destId="{8A182725-BC28-D143-96DC-9ADA7551D57B}" srcOrd="0" destOrd="0" presId="urn:microsoft.com/office/officeart/2024/layout/BulletTimeline"/>
    <dgm:cxn modelId="{8168594E-814A-8740-9A31-A20A9706BFB9}" type="presParOf" srcId="{EE999DA4-6788-3F43-A8FB-5EABA726C93E}" destId="{8B96E6B6-E174-5241-BB2C-B018028A1E91}" srcOrd="5" destOrd="0" presId="urn:microsoft.com/office/officeart/2024/layout/BulletTimeline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DC711F-9CD2-B548-9970-FCDF9A80C097}">
      <dsp:nvSpPr>
        <dsp:cNvPr id="0" name=""/>
        <dsp:cNvSpPr/>
      </dsp:nvSpPr>
      <dsp:spPr>
        <a:xfrm>
          <a:off x="0" y="0"/>
          <a:ext cx="1430139" cy="59718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000" kern="1200" dirty="0"/>
            <a:t>SSM</a:t>
          </a:r>
          <a:endParaRPr lang="ko-KR" altLang="en-US" sz="2000" kern="1200" dirty="0"/>
        </a:p>
      </dsp:txBody>
      <dsp:txXfrm>
        <a:off x="17491" y="17491"/>
        <a:ext cx="1395157" cy="562198"/>
      </dsp:txXfrm>
    </dsp:sp>
    <dsp:sp modelId="{6EA2C098-3E29-4B4F-B577-18EE78C909D8}">
      <dsp:nvSpPr>
        <dsp:cNvPr id="0" name=""/>
        <dsp:cNvSpPr/>
      </dsp:nvSpPr>
      <dsp:spPr>
        <a:xfrm>
          <a:off x="1573152" y="121252"/>
          <a:ext cx="303189" cy="3546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alpha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000" kern="1200"/>
        </a:p>
      </dsp:txBody>
      <dsp:txXfrm>
        <a:off x="1573152" y="192187"/>
        <a:ext cx="212232" cy="212804"/>
      </dsp:txXfrm>
    </dsp:sp>
    <dsp:sp modelId="{7DBA929A-23E4-B349-93ED-53776688EBD3}">
      <dsp:nvSpPr>
        <dsp:cNvPr id="0" name=""/>
        <dsp:cNvSpPr/>
      </dsp:nvSpPr>
      <dsp:spPr>
        <a:xfrm>
          <a:off x="2002194" y="0"/>
          <a:ext cx="1430139" cy="597180"/>
        </a:xfrm>
        <a:prstGeom prst="roundRect">
          <a:avLst>
            <a:gd name="adj" fmla="val 10000"/>
          </a:avLst>
        </a:prstGeom>
        <a:solidFill>
          <a:srgbClr val="876BDC">
            <a:alpha val="4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000" kern="1200" dirty="0"/>
            <a:t>HiPPO</a:t>
          </a:r>
          <a:endParaRPr lang="ko-KR" altLang="en-US" sz="2000" kern="1200" dirty="0"/>
        </a:p>
      </dsp:txBody>
      <dsp:txXfrm>
        <a:off x="2019685" y="17491"/>
        <a:ext cx="1395157" cy="562198"/>
      </dsp:txXfrm>
    </dsp:sp>
    <dsp:sp modelId="{20D6663A-C745-2446-8F35-DF6DD60005F3}">
      <dsp:nvSpPr>
        <dsp:cNvPr id="0" name=""/>
        <dsp:cNvSpPr/>
      </dsp:nvSpPr>
      <dsp:spPr>
        <a:xfrm>
          <a:off x="3575347" y="121252"/>
          <a:ext cx="303189" cy="354674"/>
        </a:xfrm>
        <a:prstGeom prst="rightArrow">
          <a:avLst>
            <a:gd name="adj1" fmla="val 60000"/>
            <a:gd name="adj2" fmla="val 50000"/>
          </a:avLst>
        </a:prstGeom>
        <a:solidFill>
          <a:srgbClr val="876BDC">
            <a:alpha val="4000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000" kern="1200"/>
        </a:p>
      </dsp:txBody>
      <dsp:txXfrm>
        <a:off x="3575347" y="192187"/>
        <a:ext cx="212232" cy="212804"/>
      </dsp:txXfrm>
    </dsp:sp>
    <dsp:sp modelId="{E39117CF-AC9C-CC4C-B45F-40BA084E415F}">
      <dsp:nvSpPr>
        <dsp:cNvPr id="0" name=""/>
        <dsp:cNvSpPr/>
      </dsp:nvSpPr>
      <dsp:spPr>
        <a:xfrm>
          <a:off x="4004389" y="0"/>
          <a:ext cx="1430139" cy="597180"/>
        </a:xfrm>
        <a:prstGeom prst="roundRect">
          <a:avLst>
            <a:gd name="adj" fmla="val 10000"/>
          </a:avLst>
        </a:prstGeom>
        <a:solidFill>
          <a:srgbClr val="B462D3">
            <a:alpha val="4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000" kern="1200" dirty="0"/>
            <a:t>LSSL</a:t>
          </a:r>
          <a:endParaRPr lang="ko-KR" altLang="en-US" sz="2000" kern="1200" dirty="0"/>
        </a:p>
      </dsp:txBody>
      <dsp:txXfrm>
        <a:off x="4021880" y="17491"/>
        <a:ext cx="1395157" cy="562198"/>
      </dsp:txXfrm>
    </dsp:sp>
    <dsp:sp modelId="{92B825E0-AD5E-B34E-87CC-01FA3716DCB4}">
      <dsp:nvSpPr>
        <dsp:cNvPr id="0" name=""/>
        <dsp:cNvSpPr/>
      </dsp:nvSpPr>
      <dsp:spPr>
        <a:xfrm>
          <a:off x="5577542" y="121252"/>
          <a:ext cx="303189" cy="354674"/>
        </a:xfrm>
        <a:prstGeom prst="rightArrow">
          <a:avLst>
            <a:gd name="adj1" fmla="val 60000"/>
            <a:gd name="adj2" fmla="val 50000"/>
          </a:avLst>
        </a:prstGeom>
        <a:solidFill>
          <a:srgbClr val="B462D3">
            <a:alpha val="4000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000" kern="1200"/>
        </a:p>
      </dsp:txBody>
      <dsp:txXfrm>
        <a:off x="5577542" y="192187"/>
        <a:ext cx="212232" cy="212804"/>
      </dsp:txXfrm>
    </dsp:sp>
    <dsp:sp modelId="{E7011696-9A78-E946-A828-4C52C8DAF013}">
      <dsp:nvSpPr>
        <dsp:cNvPr id="0" name=""/>
        <dsp:cNvSpPr/>
      </dsp:nvSpPr>
      <dsp:spPr>
        <a:xfrm>
          <a:off x="6006583" y="0"/>
          <a:ext cx="1430139" cy="597180"/>
        </a:xfrm>
        <a:prstGeom prst="roundRect">
          <a:avLst>
            <a:gd name="adj" fmla="val 10000"/>
          </a:avLst>
        </a:prstGeom>
        <a:solidFill>
          <a:srgbClr val="D753C5">
            <a:alpha val="4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000" kern="1200" dirty="0"/>
            <a:t>S4(D)</a:t>
          </a:r>
        </a:p>
      </dsp:txBody>
      <dsp:txXfrm>
        <a:off x="6024074" y="17491"/>
        <a:ext cx="1395157" cy="562198"/>
      </dsp:txXfrm>
    </dsp:sp>
    <dsp:sp modelId="{006D8575-34FA-A54F-AA64-86EBCD840F06}">
      <dsp:nvSpPr>
        <dsp:cNvPr id="0" name=""/>
        <dsp:cNvSpPr/>
      </dsp:nvSpPr>
      <dsp:spPr>
        <a:xfrm>
          <a:off x="7579736" y="121252"/>
          <a:ext cx="303189" cy="354674"/>
        </a:xfrm>
        <a:prstGeom prst="rightArrow">
          <a:avLst>
            <a:gd name="adj1" fmla="val 60000"/>
            <a:gd name="adj2" fmla="val 50000"/>
          </a:avLst>
        </a:prstGeom>
        <a:solidFill>
          <a:srgbClr val="D753C5">
            <a:alpha val="4000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000" kern="1200"/>
        </a:p>
      </dsp:txBody>
      <dsp:txXfrm>
        <a:off x="7579736" y="192187"/>
        <a:ext cx="212232" cy="212804"/>
      </dsp:txXfrm>
    </dsp:sp>
    <dsp:sp modelId="{38CCD99A-970E-C646-A86B-D1C7DC015FC8}">
      <dsp:nvSpPr>
        <dsp:cNvPr id="0" name=""/>
        <dsp:cNvSpPr/>
      </dsp:nvSpPr>
      <dsp:spPr>
        <a:xfrm>
          <a:off x="8008778" y="0"/>
          <a:ext cx="1430139" cy="597180"/>
        </a:xfrm>
        <a:prstGeom prst="roundRect">
          <a:avLst>
            <a:gd name="adj" fmla="val 10000"/>
          </a:avLst>
        </a:prstGeom>
        <a:solidFill>
          <a:srgbClr val="EE3FB3">
            <a:alpha val="4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000" kern="1200" dirty="0"/>
            <a:t>H3</a:t>
          </a:r>
        </a:p>
      </dsp:txBody>
      <dsp:txXfrm>
        <a:off x="8026269" y="17491"/>
        <a:ext cx="1395157" cy="562198"/>
      </dsp:txXfrm>
    </dsp:sp>
    <dsp:sp modelId="{CD42451B-2DF0-A447-8149-6EA27F7E142D}">
      <dsp:nvSpPr>
        <dsp:cNvPr id="0" name=""/>
        <dsp:cNvSpPr/>
      </dsp:nvSpPr>
      <dsp:spPr>
        <a:xfrm>
          <a:off x="9581931" y="121252"/>
          <a:ext cx="303189" cy="354674"/>
        </a:xfrm>
        <a:prstGeom prst="rightArrow">
          <a:avLst>
            <a:gd name="adj1" fmla="val 60000"/>
            <a:gd name="adj2" fmla="val 50000"/>
          </a:avLst>
        </a:prstGeom>
        <a:solidFill>
          <a:srgbClr val="EE3FB3">
            <a:alpha val="4000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000" kern="1200"/>
        </a:p>
      </dsp:txBody>
      <dsp:txXfrm>
        <a:off x="9581931" y="192187"/>
        <a:ext cx="212232" cy="212804"/>
      </dsp:txXfrm>
    </dsp:sp>
    <dsp:sp modelId="{B0F1ACF3-73B1-8F4B-8C6E-C6E7E26163EC}">
      <dsp:nvSpPr>
        <dsp:cNvPr id="0" name=""/>
        <dsp:cNvSpPr/>
      </dsp:nvSpPr>
      <dsp:spPr>
        <a:xfrm>
          <a:off x="10010973" y="0"/>
          <a:ext cx="1430139" cy="597180"/>
        </a:xfrm>
        <a:prstGeom prst="roundRect">
          <a:avLst>
            <a:gd name="adj" fmla="val 10000"/>
          </a:avLst>
        </a:prstGeom>
        <a:solidFill>
          <a:schemeClr val="accent1">
            <a:alpha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000" kern="1200" dirty="0"/>
            <a:t>Mamba</a:t>
          </a:r>
        </a:p>
      </dsp:txBody>
      <dsp:txXfrm>
        <a:off x="10028464" y="17491"/>
        <a:ext cx="1395157" cy="56219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DC711F-9CD2-B548-9970-FCDF9A80C097}">
      <dsp:nvSpPr>
        <dsp:cNvPr id="0" name=""/>
        <dsp:cNvSpPr/>
      </dsp:nvSpPr>
      <dsp:spPr>
        <a:xfrm>
          <a:off x="0" y="0"/>
          <a:ext cx="1430139" cy="59718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000" kern="1200" dirty="0"/>
            <a:t>SSM</a:t>
          </a:r>
          <a:endParaRPr lang="ko-KR" altLang="en-US" sz="2000" kern="1200" dirty="0"/>
        </a:p>
      </dsp:txBody>
      <dsp:txXfrm>
        <a:off x="17491" y="17491"/>
        <a:ext cx="1395157" cy="562198"/>
      </dsp:txXfrm>
    </dsp:sp>
    <dsp:sp modelId="{6EA2C098-3E29-4B4F-B577-18EE78C909D8}">
      <dsp:nvSpPr>
        <dsp:cNvPr id="0" name=""/>
        <dsp:cNvSpPr/>
      </dsp:nvSpPr>
      <dsp:spPr>
        <a:xfrm>
          <a:off x="1573152" y="121252"/>
          <a:ext cx="303189" cy="3546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alpha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000" kern="1200"/>
        </a:p>
      </dsp:txBody>
      <dsp:txXfrm>
        <a:off x="1573152" y="192187"/>
        <a:ext cx="212232" cy="212804"/>
      </dsp:txXfrm>
    </dsp:sp>
    <dsp:sp modelId="{7DBA929A-23E4-B349-93ED-53776688EBD3}">
      <dsp:nvSpPr>
        <dsp:cNvPr id="0" name=""/>
        <dsp:cNvSpPr/>
      </dsp:nvSpPr>
      <dsp:spPr>
        <a:xfrm>
          <a:off x="2002194" y="0"/>
          <a:ext cx="1430139" cy="597180"/>
        </a:xfrm>
        <a:prstGeom prst="roundRect">
          <a:avLst>
            <a:gd name="adj" fmla="val 10000"/>
          </a:avLst>
        </a:prstGeom>
        <a:solidFill>
          <a:srgbClr val="876BDC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000" kern="1200" dirty="0"/>
            <a:t>HiPPO</a:t>
          </a:r>
          <a:endParaRPr lang="ko-KR" altLang="en-US" sz="2000" kern="1200" dirty="0"/>
        </a:p>
      </dsp:txBody>
      <dsp:txXfrm>
        <a:off x="2019685" y="17491"/>
        <a:ext cx="1395157" cy="562198"/>
      </dsp:txXfrm>
    </dsp:sp>
    <dsp:sp modelId="{20D6663A-C745-2446-8F35-DF6DD60005F3}">
      <dsp:nvSpPr>
        <dsp:cNvPr id="0" name=""/>
        <dsp:cNvSpPr/>
      </dsp:nvSpPr>
      <dsp:spPr>
        <a:xfrm>
          <a:off x="3575347" y="121252"/>
          <a:ext cx="303189" cy="354674"/>
        </a:xfrm>
        <a:prstGeom prst="rightArrow">
          <a:avLst>
            <a:gd name="adj1" fmla="val 60000"/>
            <a:gd name="adj2" fmla="val 50000"/>
          </a:avLst>
        </a:prstGeom>
        <a:solidFill>
          <a:srgbClr val="876BDC">
            <a:alpha val="4000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000" kern="1200"/>
        </a:p>
      </dsp:txBody>
      <dsp:txXfrm>
        <a:off x="3575347" y="192187"/>
        <a:ext cx="212232" cy="212804"/>
      </dsp:txXfrm>
    </dsp:sp>
    <dsp:sp modelId="{E39117CF-AC9C-CC4C-B45F-40BA084E415F}">
      <dsp:nvSpPr>
        <dsp:cNvPr id="0" name=""/>
        <dsp:cNvSpPr/>
      </dsp:nvSpPr>
      <dsp:spPr>
        <a:xfrm>
          <a:off x="4004389" y="0"/>
          <a:ext cx="1430139" cy="597180"/>
        </a:xfrm>
        <a:prstGeom prst="roundRect">
          <a:avLst>
            <a:gd name="adj" fmla="val 10000"/>
          </a:avLst>
        </a:prstGeom>
        <a:solidFill>
          <a:srgbClr val="B462D3">
            <a:alpha val="4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000" kern="1200" dirty="0"/>
            <a:t>LSSL</a:t>
          </a:r>
          <a:endParaRPr lang="ko-KR" altLang="en-US" sz="2000" kern="1200" dirty="0"/>
        </a:p>
      </dsp:txBody>
      <dsp:txXfrm>
        <a:off x="4021880" y="17491"/>
        <a:ext cx="1395157" cy="562198"/>
      </dsp:txXfrm>
    </dsp:sp>
    <dsp:sp modelId="{92B825E0-AD5E-B34E-87CC-01FA3716DCB4}">
      <dsp:nvSpPr>
        <dsp:cNvPr id="0" name=""/>
        <dsp:cNvSpPr/>
      </dsp:nvSpPr>
      <dsp:spPr>
        <a:xfrm>
          <a:off x="5577542" y="121252"/>
          <a:ext cx="303189" cy="354674"/>
        </a:xfrm>
        <a:prstGeom prst="rightArrow">
          <a:avLst>
            <a:gd name="adj1" fmla="val 60000"/>
            <a:gd name="adj2" fmla="val 50000"/>
          </a:avLst>
        </a:prstGeom>
        <a:solidFill>
          <a:srgbClr val="B462D3">
            <a:alpha val="4000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000" kern="1200"/>
        </a:p>
      </dsp:txBody>
      <dsp:txXfrm>
        <a:off x="5577542" y="192187"/>
        <a:ext cx="212232" cy="212804"/>
      </dsp:txXfrm>
    </dsp:sp>
    <dsp:sp modelId="{E7011696-9A78-E946-A828-4C52C8DAF013}">
      <dsp:nvSpPr>
        <dsp:cNvPr id="0" name=""/>
        <dsp:cNvSpPr/>
      </dsp:nvSpPr>
      <dsp:spPr>
        <a:xfrm>
          <a:off x="6006583" y="0"/>
          <a:ext cx="1430139" cy="597180"/>
        </a:xfrm>
        <a:prstGeom prst="roundRect">
          <a:avLst>
            <a:gd name="adj" fmla="val 10000"/>
          </a:avLst>
        </a:prstGeom>
        <a:solidFill>
          <a:srgbClr val="D753C5">
            <a:alpha val="4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000" kern="1200" dirty="0"/>
            <a:t>S4(D)</a:t>
          </a:r>
        </a:p>
      </dsp:txBody>
      <dsp:txXfrm>
        <a:off x="6024074" y="17491"/>
        <a:ext cx="1395157" cy="562198"/>
      </dsp:txXfrm>
    </dsp:sp>
    <dsp:sp modelId="{006D8575-34FA-A54F-AA64-86EBCD840F06}">
      <dsp:nvSpPr>
        <dsp:cNvPr id="0" name=""/>
        <dsp:cNvSpPr/>
      </dsp:nvSpPr>
      <dsp:spPr>
        <a:xfrm>
          <a:off x="7579736" y="121252"/>
          <a:ext cx="303189" cy="354674"/>
        </a:xfrm>
        <a:prstGeom prst="rightArrow">
          <a:avLst>
            <a:gd name="adj1" fmla="val 60000"/>
            <a:gd name="adj2" fmla="val 50000"/>
          </a:avLst>
        </a:prstGeom>
        <a:solidFill>
          <a:srgbClr val="D753C5">
            <a:alpha val="4000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000" kern="1200"/>
        </a:p>
      </dsp:txBody>
      <dsp:txXfrm>
        <a:off x="7579736" y="192187"/>
        <a:ext cx="212232" cy="212804"/>
      </dsp:txXfrm>
    </dsp:sp>
    <dsp:sp modelId="{38CCD99A-970E-C646-A86B-D1C7DC015FC8}">
      <dsp:nvSpPr>
        <dsp:cNvPr id="0" name=""/>
        <dsp:cNvSpPr/>
      </dsp:nvSpPr>
      <dsp:spPr>
        <a:xfrm>
          <a:off x="8008778" y="0"/>
          <a:ext cx="1430139" cy="597180"/>
        </a:xfrm>
        <a:prstGeom prst="roundRect">
          <a:avLst>
            <a:gd name="adj" fmla="val 10000"/>
          </a:avLst>
        </a:prstGeom>
        <a:solidFill>
          <a:srgbClr val="EE3FB3">
            <a:alpha val="4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000" kern="1200" dirty="0"/>
            <a:t>H3</a:t>
          </a:r>
        </a:p>
      </dsp:txBody>
      <dsp:txXfrm>
        <a:off x="8026269" y="17491"/>
        <a:ext cx="1395157" cy="562198"/>
      </dsp:txXfrm>
    </dsp:sp>
    <dsp:sp modelId="{CD42451B-2DF0-A447-8149-6EA27F7E142D}">
      <dsp:nvSpPr>
        <dsp:cNvPr id="0" name=""/>
        <dsp:cNvSpPr/>
      </dsp:nvSpPr>
      <dsp:spPr>
        <a:xfrm>
          <a:off x="9581931" y="121252"/>
          <a:ext cx="303189" cy="354674"/>
        </a:xfrm>
        <a:prstGeom prst="rightArrow">
          <a:avLst>
            <a:gd name="adj1" fmla="val 60000"/>
            <a:gd name="adj2" fmla="val 50000"/>
          </a:avLst>
        </a:prstGeom>
        <a:solidFill>
          <a:srgbClr val="EE3FB3">
            <a:alpha val="4000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000" kern="1200"/>
        </a:p>
      </dsp:txBody>
      <dsp:txXfrm>
        <a:off x="9581931" y="192187"/>
        <a:ext cx="212232" cy="212804"/>
      </dsp:txXfrm>
    </dsp:sp>
    <dsp:sp modelId="{B0F1ACF3-73B1-8F4B-8C6E-C6E7E26163EC}">
      <dsp:nvSpPr>
        <dsp:cNvPr id="0" name=""/>
        <dsp:cNvSpPr/>
      </dsp:nvSpPr>
      <dsp:spPr>
        <a:xfrm>
          <a:off x="10010973" y="0"/>
          <a:ext cx="1430139" cy="597180"/>
        </a:xfrm>
        <a:prstGeom prst="roundRect">
          <a:avLst>
            <a:gd name="adj" fmla="val 10000"/>
          </a:avLst>
        </a:prstGeom>
        <a:solidFill>
          <a:schemeClr val="accent1">
            <a:alpha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000" kern="1200" dirty="0"/>
            <a:t>Mamba</a:t>
          </a:r>
        </a:p>
      </dsp:txBody>
      <dsp:txXfrm>
        <a:off x="10028464" y="17491"/>
        <a:ext cx="1395157" cy="56219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DC711F-9CD2-B548-9970-FCDF9A80C097}">
      <dsp:nvSpPr>
        <dsp:cNvPr id="0" name=""/>
        <dsp:cNvSpPr/>
      </dsp:nvSpPr>
      <dsp:spPr>
        <a:xfrm>
          <a:off x="0" y="0"/>
          <a:ext cx="1430139" cy="59718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000" kern="1200" dirty="0"/>
            <a:t>SSM</a:t>
          </a:r>
          <a:endParaRPr lang="ko-KR" altLang="en-US" sz="2000" kern="1200" dirty="0"/>
        </a:p>
      </dsp:txBody>
      <dsp:txXfrm>
        <a:off x="17491" y="17491"/>
        <a:ext cx="1395157" cy="562198"/>
      </dsp:txXfrm>
    </dsp:sp>
    <dsp:sp modelId="{6EA2C098-3E29-4B4F-B577-18EE78C909D8}">
      <dsp:nvSpPr>
        <dsp:cNvPr id="0" name=""/>
        <dsp:cNvSpPr/>
      </dsp:nvSpPr>
      <dsp:spPr>
        <a:xfrm>
          <a:off x="1573152" y="121252"/>
          <a:ext cx="303189" cy="3546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alpha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000" kern="1200"/>
        </a:p>
      </dsp:txBody>
      <dsp:txXfrm>
        <a:off x="1573152" y="192187"/>
        <a:ext cx="212232" cy="212804"/>
      </dsp:txXfrm>
    </dsp:sp>
    <dsp:sp modelId="{7DBA929A-23E4-B349-93ED-53776688EBD3}">
      <dsp:nvSpPr>
        <dsp:cNvPr id="0" name=""/>
        <dsp:cNvSpPr/>
      </dsp:nvSpPr>
      <dsp:spPr>
        <a:xfrm>
          <a:off x="2002194" y="0"/>
          <a:ext cx="1430139" cy="597180"/>
        </a:xfrm>
        <a:prstGeom prst="roundRect">
          <a:avLst>
            <a:gd name="adj" fmla="val 10000"/>
          </a:avLst>
        </a:prstGeom>
        <a:solidFill>
          <a:srgbClr val="876BDC">
            <a:alpha val="6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000" kern="1200" dirty="0"/>
            <a:t>HiPPO</a:t>
          </a:r>
          <a:endParaRPr lang="ko-KR" altLang="en-US" sz="2000" kern="1200" dirty="0"/>
        </a:p>
      </dsp:txBody>
      <dsp:txXfrm>
        <a:off x="2019685" y="17491"/>
        <a:ext cx="1395157" cy="562198"/>
      </dsp:txXfrm>
    </dsp:sp>
    <dsp:sp modelId="{20D6663A-C745-2446-8F35-DF6DD60005F3}">
      <dsp:nvSpPr>
        <dsp:cNvPr id="0" name=""/>
        <dsp:cNvSpPr/>
      </dsp:nvSpPr>
      <dsp:spPr>
        <a:xfrm>
          <a:off x="3575347" y="121252"/>
          <a:ext cx="303189" cy="354674"/>
        </a:xfrm>
        <a:prstGeom prst="rightArrow">
          <a:avLst>
            <a:gd name="adj1" fmla="val 60000"/>
            <a:gd name="adj2" fmla="val 50000"/>
          </a:avLst>
        </a:prstGeom>
        <a:solidFill>
          <a:srgbClr val="876BDC">
            <a:alpha val="6000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000" kern="1200"/>
        </a:p>
      </dsp:txBody>
      <dsp:txXfrm>
        <a:off x="3575347" y="192187"/>
        <a:ext cx="212232" cy="212804"/>
      </dsp:txXfrm>
    </dsp:sp>
    <dsp:sp modelId="{E39117CF-AC9C-CC4C-B45F-40BA084E415F}">
      <dsp:nvSpPr>
        <dsp:cNvPr id="0" name=""/>
        <dsp:cNvSpPr/>
      </dsp:nvSpPr>
      <dsp:spPr>
        <a:xfrm>
          <a:off x="4004389" y="0"/>
          <a:ext cx="1430139" cy="597180"/>
        </a:xfrm>
        <a:prstGeom prst="roundRect">
          <a:avLst>
            <a:gd name="adj" fmla="val 10000"/>
          </a:avLst>
        </a:prstGeom>
        <a:solidFill>
          <a:srgbClr val="B462D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000" kern="1200" dirty="0"/>
            <a:t>LSSL</a:t>
          </a:r>
          <a:endParaRPr lang="ko-KR" altLang="en-US" sz="2000" kern="1200" dirty="0"/>
        </a:p>
      </dsp:txBody>
      <dsp:txXfrm>
        <a:off x="4021880" y="17491"/>
        <a:ext cx="1395157" cy="562198"/>
      </dsp:txXfrm>
    </dsp:sp>
    <dsp:sp modelId="{92B825E0-AD5E-B34E-87CC-01FA3716DCB4}">
      <dsp:nvSpPr>
        <dsp:cNvPr id="0" name=""/>
        <dsp:cNvSpPr/>
      </dsp:nvSpPr>
      <dsp:spPr>
        <a:xfrm>
          <a:off x="5577542" y="121252"/>
          <a:ext cx="303189" cy="354674"/>
        </a:xfrm>
        <a:prstGeom prst="rightArrow">
          <a:avLst>
            <a:gd name="adj1" fmla="val 60000"/>
            <a:gd name="adj2" fmla="val 50000"/>
          </a:avLst>
        </a:prstGeom>
        <a:solidFill>
          <a:srgbClr val="B462D3">
            <a:alpha val="4000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000" kern="1200"/>
        </a:p>
      </dsp:txBody>
      <dsp:txXfrm>
        <a:off x="5577542" y="192187"/>
        <a:ext cx="212232" cy="212804"/>
      </dsp:txXfrm>
    </dsp:sp>
    <dsp:sp modelId="{E7011696-9A78-E946-A828-4C52C8DAF013}">
      <dsp:nvSpPr>
        <dsp:cNvPr id="0" name=""/>
        <dsp:cNvSpPr/>
      </dsp:nvSpPr>
      <dsp:spPr>
        <a:xfrm>
          <a:off x="6006583" y="0"/>
          <a:ext cx="1430139" cy="597180"/>
        </a:xfrm>
        <a:prstGeom prst="roundRect">
          <a:avLst>
            <a:gd name="adj" fmla="val 10000"/>
          </a:avLst>
        </a:prstGeom>
        <a:solidFill>
          <a:srgbClr val="D753C5">
            <a:alpha val="4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000" kern="1200" dirty="0"/>
            <a:t>S4(D)</a:t>
          </a:r>
        </a:p>
      </dsp:txBody>
      <dsp:txXfrm>
        <a:off x="6024074" y="17491"/>
        <a:ext cx="1395157" cy="562198"/>
      </dsp:txXfrm>
    </dsp:sp>
    <dsp:sp modelId="{006D8575-34FA-A54F-AA64-86EBCD840F06}">
      <dsp:nvSpPr>
        <dsp:cNvPr id="0" name=""/>
        <dsp:cNvSpPr/>
      </dsp:nvSpPr>
      <dsp:spPr>
        <a:xfrm>
          <a:off x="7579736" y="121252"/>
          <a:ext cx="303189" cy="354674"/>
        </a:xfrm>
        <a:prstGeom prst="rightArrow">
          <a:avLst>
            <a:gd name="adj1" fmla="val 60000"/>
            <a:gd name="adj2" fmla="val 50000"/>
          </a:avLst>
        </a:prstGeom>
        <a:solidFill>
          <a:srgbClr val="D753C5">
            <a:alpha val="4000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000" kern="1200"/>
        </a:p>
      </dsp:txBody>
      <dsp:txXfrm>
        <a:off x="7579736" y="192187"/>
        <a:ext cx="212232" cy="212804"/>
      </dsp:txXfrm>
    </dsp:sp>
    <dsp:sp modelId="{38CCD99A-970E-C646-A86B-D1C7DC015FC8}">
      <dsp:nvSpPr>
        <dsp:cNvPr id="0" name=""/>
        <dsp:cNvSpPr/>
      </dsp:nvSpPr>
      <dsp:spPr>
        <a:xfrm>
          <a:off x="8008778" y="0"/>
          <a:ext cx="1430139" cy="597180"/>
        </a:xfrm>
        <a:prstGeom prst="roundRect">
          <a:avLst>
            <a:gd name="adj" fmla="val 10000"/>
          </a:avLst>
        </a:prstGeom>
        <a:solidFill>
          <a:srgbClr val="EE3FB3">
            <a:alpha val="4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000" kern="1200" dirty="0"/>
            <a:t>H3</a:t>
          </a:r>
        </a:p>
      </dsp:txBody>
      <dsp:txXfrm>
        <a:off x="8026269" y="17491"/>
        <a:ext cx="1395157" cy="562198"/>
      </dsp:txXfrm>
    </dsp:sp>
    <dsp:sp modelId="{CD42451B-2DF0-A447-8149-6EA27F7E142D}">
      <dsp:nvSpPr>
        <dsp:cNvPr id="0" name=""/>
        <dsp:cNvSpPr/>
      </dsp:nvSpPr>
      <dsp:spPr>
        <a:xfrm>
          <a:off x="9581931" y="121252"/>
          <a:ext cx="303189" cy="354674"/>
        </a:xfrm>
        <a:prstGeom prst="rightArrow">
          <a:avLst>
            <a:gd name="adj1" fmla="val 60000"/>
            <a:gd name="adj2" fmla="val 50000"/>
          </a:avLst>
        </a:prstGeom>
        <a:solidFill>
          <a:srgbClr val="EE3FB3">
            <a:alpha val="4000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000" kern="1200"/>
        </a:p>
      </dsp:txBody>
      <dsp:txXfrm>
        <a:off x="9581931" y="192187"/>
        <a:ext cx="212232" cy="212804"/>
      </dsp:txXfrm>
    </dsp:sp>
    <dsp:sp modelId="{B0F1ACF3-73B1-8F4B-8C6E-C6E7E26163EC}">
      <dsp:nvSpPr>
        <dsp:cNvPr id="0" name=""/>
        <dsp:cNvSpPr/>
      </dsp:nvSpPr>
      <dsp:spPr>
        <a:xfrm>
          <a:off x="10010973" y="0"/>
          <a:ext cx="1430139" cy="597180"/>
        </a:xfrm>
        <a:prstGeom prst="roundRect">
          <a:avLst>
            <a:gd name="adj" fmla="val 10000"/>
          </a:avLst>
        </a:prstGeom>
        <a:solidFill>
          <a:schemeClr val="accent1">
            <a:alpha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000" kern="1200" dirty="0"/>
            <a:t>Mamba</a:t>
          </a:r>
        </a:p>
      </dsp:txBody>
      <dsp:txXfrm>
        <a:off x="10028464" y="17491"/>
        <a:ext cx="1395157" cy="56219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DC711F-9CD2-B548-9970-FCDF9A80C097}">
      <dsp:nvSpPr>
        <dsp:cNvPr id="0" name=""/>
        <dsp:cNvSpPr/>
      </dsp:nvSpPr>
      <dsp:spPr>
        <a:xfrm>
          <a:off x="0" y="0"/>
          <a:ext cx="1430139" cy="59718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000" kern="1200" dirty="0"/>
            <a:t>SSM</a:t>
          </a:r>
          <a:endParaRPr lang="ko-KR" altLang="en-US" sz="2000" kern="1200" dirty="0"/>
        </a:p>
      </dsp:txBody>
      <dsp:txXfrm>
        <a:off x="17491" y="17491"/>
        <a:ext cx="1395157" cy="562198"/>
      </dsp:txXfrm>
    </dsp:sp>
    <dsp:sp modelId="{6EA2C098-3E29-4B4F-B577-18EE78C909D8}">
      <dsp:nvSpPr>
        <dsp:cNvPr id="0" name=""/>
        <dsp:cNvSpPr/>
      </dsp:nvSpPr>
      <dsp:spPr>
        <a:xfrm>
          <a:off x="1573152" y="121252"/>
          <a:ext cx="303189" cy="3546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alpha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000" kern="1200"/>
        </a:p>
      </dsp:txBody>
      <dsp:txXfrm>
        <a:off x="1573152" y="192187"/>
        <a:ext cx="212232" cy="212804"/>
      </dsp:txXfrm>
    </dsp:sp>
    <dsp:sp modelId="{7DBA929A-23E4-B349-93ED-53776688EBD3}">
      <dsp:nvSpPr>
        <dsp:cNvPr id="0" name=""/>
        <dsp:cNvSpPr/>
      </dsp:nvSpPr>
      <dsp:spPr>
        <a:xfrm>
          <a:off x="2002194" y="0"/>
          <a:ext cx="1430139" cy="597180"/>
        </a:xfrm>
        <a:prstGeom prst="roundRect">
          <a:avLst>
            <a:gd name="adj" fmla="val 10000"/>
          </a:avLst>
        </a:prstGeom>
        <a:solidFill>
          <a:srgbClr val="876BDC">
            <a:alpha val="6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000" kern="1200" dirty="0"/>
            <a:t>HiPPO</a:t>
          </a:r>
          <a:endParaRPr lang="ko-KR" altLang="en-US" sz="2000" kern="1200" dirty="0"/>
        </a:p>
      </dsp:txBody>
      <dsp:txXfrm>
        <a:off x="2019685" y="17491"/>
        <a:ext cx="1395157" cy="562198"/>
      </dsp:txXfrm>
    </dsp:sp>
    <dsp:sp modelId="{20D6663A-C745-2446-8F35-DF6DD60005F3}">
      <dsp:nvSpPr>
        <dsp:cNvPr id="0" name=""/>
        <dsp:cNvSpPr/>
      </dsp:nvSpPr>
      <dsp:spPr>
        <a:xfrm>
          <a:off x="3575347" y="121252"/>
          <a:ext cx="303189" cy="354674"/>
        </a:xfrm>
        <a:prstGeom prst="rightArrow">
          <a:avLst>
            <a:gd name="adj1" fmla="val 60000"/>
            <a:gd name="adj2" fmla="val 50000"/>
          </a:avLst>
        </a:prstGeom>
        <a:solidFill>
          <a:srgbClr val="876BDC">
            <a:alpha val="6000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000" kern="1200"/>
        </a:p>
      </dsp:txBody>
      <dsp:txXfrm>
        <a:off x="3575347" y="192187"/>
        <a:ext cx="212232" cy="212804"/>
      </dsp:txXfrm>
    </dsp:sp>
    <dsp:sp modelId="{E39117CF-AC9C-CC4C-B45F-40BA084E415F}">
      <dsp:nvSpPr>
        <dsp:cNvPr id="0" name=""/>
        <dsp:cNvSpPr/>
      </dsp:nvSpPr>
      <dsp:spPr>
        <a:xfrm>
          <a:off x="4004389" y="0"/>
          <a:ext cx="1430139" cy="597180"/>
        </a:xfrm>
        <a:prstGeom prst="roundRect">
          <a:avLst>
            <a:gd name="adj" fmla="val 10000"/>
          </a:avLst>
        </a:prstGeom>
        <a:solidFill>
          <a:srgbClr val="B462D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000" kern="1200" dirty="0"/>
            <a:t>LSSL</a:t>
          </a:r>
          <a:endParaRPr lang="ko-KR" altLang="en-US" sz="2000" kern="1200" dirty="0"/>
        </a:p>
      </dsp:txBody>
      <dsp:txXfrm>
        <a:off x="4021880" y="17491"/>
        <a:ext cx="1395157" cy="562198"/>
      </dsp:txXfrm>
    </dsp:sp>
    <dsp:sp modelId="{92B825E0-AD5E-B34E-87CC-01FA3716DCB4}">
      <dsp:nvSpPr>
        <dsp:cNvPr id="0" name=""/>
        <dsp:cNvSpPr/>
      </dsp:nvSpPr>
      <dsp:spPr>
        <a:xfrm>
          <a:off x="5577542" y="121252"/>
          <a:ext cx="303189" cy="354674"/>
        </a:xfrm>
        <a:prstGeom prst="rightArrow">
          <a:avLst>
            <a:gd name="adj1" fmla="val 60000"/>
            <a:gd name="adj2" fmla="val 50000"/>
          </a:avLst>
        </a:prstGeom>
        <a:solidFill>
          <a:srgbClr val="B462D3">
            <a:alpha val="4000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000" kern="1200"/>
        </a:p>
      </dsp:txBody>
      <dsp:txXfrm>
        <a:off x="5577542" y="192187"/>
        <a:ext cx="212232" cy="212804"/>
      </dsp:txXfrm>
    </dsp:sp>
    <dsp:sp modelId="{E7011696-9A78-E946-A828-4C52C8DAF013}">
      <dsp:nvSpPr>
        <dsp:cNvPr id="0" name=""/>
        <dsp:cNvSpPr/>
      </dsp:nvSpPr>
      <dsp:spPr>
        <a:xfrm>
          <a:off x="6006583" y="0"/>
          <a:ext cx="1430139" cy="597180"/>
        </a:xfrm>
        <a:prstGeom prst="roundRect">
          <a:avLst>
            <a:gd name="adj" fmla="val 10000"/>
          </a:avLst>
        </a:prstGeom>
        <a:solidFill>
          <a:srgbClr val="D753C5">
            <a:alpha val="4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000" kern="1200" dirty="0"/>
            <a:t>S4(D)</a:t>
          </a:r>
        </a:p>
      </dsp:txBody>
      <dsp:txXfrm>
        <a:off x="6024074" y="17491"/>
        <a:ext cx="1395157" cy="562198"/>
      </dsp:txXfrm>
    </dsp:sp>
    <dsp:sp modelId="{006D8575-34FA-A54F-AA64-86EBCD840F06}">
      <dsp:nvSpPr>
        <dsp:cNvPr id="0" name=""/>
        <dsp:cNvSpPr/>
      </dsp:nvSpPr>
      <dsp:spPr>
        <a:xfrm>
          <a:off x="7579736" y="121252"/>
          <a:ext cx="303189" cy="354674"/>
        </a:xfrm>
        <a:prstGeom prst="rightArrow">
          <a:avLst>
            <a:gd name="adj1" fmla="val 60000"/>
            <a:gd name="adj2" fmla="val 50000"/>
          </a:avLst>
        </a:prstGeom>
        <a:solidFill>
          <a:srgbClr val="D753C5">
            <a:alpha val="4000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000" kern="1200"/>
        </a:p>
      </dsp:txBody>
      <dsp:txXfrm>
        <a:off x="7579736" y="192187"/>
        <a:ext cx="212232" cy="212804"/>
      </dsp:txXfrm>
    </dsp:sp>
    <dsp:sp modelId="{38CCD99A-970E-C646-A86B-D1C7DC015FC8}">
      <dsp:nvSpPr>
        <dsp:cNvPr id="0" name=""/>
        <dsp:cNvSpPr/>
      </dsp:nvSpPr>
      <dsp:spPr>
        <a:xfrm>
          <a:off x="8008778" y="0"/>
          <a:ext cx="1430139" cy="597180"/>
        </a:xfrm>
        <a:prstGeom prst="roundRect">
          <a:avLst>
            <a:gd name="adj" fmla="val 10000"/>
          </a:avLst>
        </a:prstGeom>
        <a:solidFill>
          <a:srgbClr val="EE3FB3">
            <a:alpha val="4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000" kern="1200" dirty="0"/>
            <a:t>H3</a:t>
          </a:r>
        </a:p>
      </dsp:txBody>
      <dsp:txXfrm>
        <a:off x="8026269" y="17491"/>
        <a:ext cx="1395157" cy="562198"/>
      </dsp:txXfrm>
    </dsp:sp>
    <dsp:sp modelId="{CD42451B-2DF0-A447-8149-6EA27F7E142D}">
      <dsp:nvSpPr>
        <dsp:cNvPr id="0" name=""/>
        <dsp:cNvSpPr/>
      </dsp:nvSpPr>
      <dsp:spPr>
        <a:xfrm>
          <a:off x="9581931" y="121252"/>
          <a:ext cx="303189" cy="354674"/>
        </a:xfrm>
        <a:prstGeom prst="rightArrow">
          <a:avLst>
            <a:gd name="adj1" fmla="val 60000"/>
            <a:gd name="adj2" fmla="val 50000"/>
          </a:avLst>
        </a:prstGeom>
        <a:solidFill>
          <a:srgbClr val="EE3FB3">
            <a:alpha val="4000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000" kern="1200"/>
        </a:p>
      </dsp:txBody>
      <dsp:txXfrm>
        <a:off x="9581931" y="192187"/>
        <a:ext cx="212232" cy="212804"/>
      </dsp:txXfrm>
    </dsp:sp>
    <dsp:sp modelId="{B0F1ACF3-73B1-8F4B-8C6E-C6E7E26163EC}">
      <dsp:nvSpPr>
        <dsp:cNvPr id="0" name=""/>
        <dsp:cNvSpPr/>
      </dsp:nvSpPr>
      <dsp:spPr>
        <a:xfrm>
          <a:off x="10010973" y="0"/>
          <a:ext cx="1430139" cy="597180"/>
        </a:xfrm>
        <a:prstGeom prst="roundRect">
          <a:avLst>
            <a:gd name="adj" fmla="val 10000"/>
          </a:avLst>
        </a:prstGeom>
        <a:solidFill>
          <a:schemeClr val="accent1">
            <a:alpha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000" kern="1200" dirty="0"/>
            <a:t>Mamba</a:t>
          </a:r>
        </a:p>
      </dsp:txBody>
      <dsp:txXfrm>
        <a:off x="10028464" y="17491"/>
        <a:ext cx="1395157" cy="56219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DC711F-9CD2-B548-9970-FCDF9A80C097}">
      <dsp:nvSpPr>
        <dsp:cNvPr id="0" name=""/>
        <dsp:cNvSpPr/>
      </dsp:nvSpPr>
      <dsp:spPr>
        <a:xfrm>
          <a:off x="0" y="0"/>
          <a:ext cx="1430139" cy="59718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000" kern="1200" dirty="0"/>
            <a:t>SSM</a:t>
          </a:r>
          <a:endParaRPr lang="ko-KR" altLang="en-US" sz="2000" kern="1200" dirty="0"/>
        </a:p>
      </dsp:txBody>
      <dsp:txXfrm>
        <a:off x="17491" y="17491"/>
        <a:ext cx="1395157" cy="562198"/>
      </dsp:txXfrm>
    </dsp:sp>
    <dsp:sp modelId="{6EA2C098-3E29-4B4F-B577-18EE78C909D8}">
      <dsp:nvSpPr>
        <dsp:cNvPr id="0" name=""/>
        <dsp:cNvSpPr/>
      </dsp:nvSpPr>
      <dsp:spPr>
        <a:xfrm>
          <a:off x="1573152" y="121252"/>
          <a:ext cx="303189" cy="3546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alpha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000" kern="1200"/>
        </a:p>
      </dsp:txBody>
      <dsp:txXfrm>
        <a:off x="1573152" y="192187"/>
        <a:ext cx="212232" cy="212804"/>
      </dsp:txXfrm>
    </dsp:sp>
    <dsp:sp modelId="{7DBA929A-23E4-B349-93ED-53776688EBD3}">
      <dsp:nvSpPr>
        <dsp:cNvPr id="0" name=""/>
        <dsp:cNvSpPr/>
      </dsp:nvSpPr>
      <dsp:spPr>
        <a:xfrm>
          <a:off x="2002194" y="0"/>
          <a:ext cx="1430139" cy="597180"/>
        </a:xfrm>
        <a:prstGeom prst="roundRect">
          <a:avLst>
            <a:gd name="adj" fmla="val 10000"/>
          </a:avLst>
        </a:prstGeom>
        <a:solidFill>
          <a:srgbClr val="876BDC">
            <a:alpha val="6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000" kern="1200" dirty="0"/>
            <a:t>HiPPO</a:t>
          </a:r>
          <a:endParaRPr lang="ko-KR" altLang="en-US" sz="2000" kern="1200" dirty="0"/>
        </a:p>
      </dsp:txBody>
      <dsp:txXfrm>
        <a:off x="2019685" y="17491"/>
        <a:ext cx="1395157" cy="562198"/>
      </dsp:txXfrm>
    </dsp:sp>
    <dsp:sp modelId="{20D6663A-C745-2446-8F35-DF6DD60005F3}">
      <dsp:nvSpPr>
        <dsp:cNvPr id="0" name=""/>
        <dsp:cNvSpPr/>
      </dsp:nvSpPr>
      <dsp:spPr>
        <a:xfrm>
          <a:off x="3575347" y="121252"/>
          <a:ext cx="303189" cy="354674"/>
        </a:xfrm>
        <a:prstGeom prst="rightArrow">
          <a:avLst>
            <a:gd name="adj1" fmla="val 60000"/>
            <a:gd name="adj2" fmla="val 50000"/>
          </a:avLst>
        </a:prstGeom>
        <a:solidFill>
          <a:srgbClr val="876BDC">
            <a:alpha val="6000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000" kern="1200"/>
        </a:p>
      </dsp:txBody>
      <dsp:txXfrm>
        <a:off x="3575347" y="192187"/>
        <a:ext cx="212232" cy="212804"/>
      </dsp:txXfrm>
    </dsp:sp>
    <dsp:sp modelId="{E39117CF-AC9C-CC4C-B45F-40BA084E415F}">
      <dsp:nvSpPr>
        <dsp:cNvPr id="0" name=""/>
        <dsp:cNvSpPr/>
      </dsp:nvSpPr>
      <dsp:spPr>
        <a:xfrm>
          <a:off x="4004389" y="0"/>
          <a:ext cx="1430139" cy="597180"/>
        </a:xfrm>
        <a:prstGeom prst="roundRect">
          <a:avLst>
            <a:gd name="adj" fmla="val 10000"/>
          </a:avLst>
        </a:prstGeom>
        <a:solidFill>
          <a:srgbClr val="B462D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000" kern="1200" dirty="0"/>
            <a:t>LSSL</a:t>
          </a:r>
          <a:endParaRPr lang="ko-KR" altLang="en-US" sz="2000" kern="1200" dirty="0"/>
        </a:p>
      </dsp:txBody>
      <dsp:txXfrm>
        <a:off x="4021880" y="17491"/>
        <a:ext cx="1395157" cy="562198"/>
      </dsp:txXfrm>
    </dsp:sp>
    <dsp:sp modelId="{92B825E0-AD5E-B34E-87CC-01FA3716DCB4}">
      <dsp:nvSpPr>
        <dsp:cNvPr id="0" name=""/>
        <dsp:cNvSpPr/>
      </dsp:nvSpPr>
      <dsp:spPr>
        <a:xfrm>
          <a:off x="5577542" y="121252"/>
          <a:ext cx="303189" cy="354674"/>
        </a:xfrm>
        <a:prstGeom prst="rightArrow">
          <a:avLst>
            <a:gd name="adj1" fmla="val 60000"/>
            <a:gd name="adj2" fmla="val 50000"/>
          </a:avLst>
        </a:prstGeom>
        <a:solidFill>
          <a:srgbClr val="B462D3">
            <a:alpha val="4000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000" kern="1200"/>
        </a:p>
      </dsp:txBody>
      <dsp:txXfrm>
        <a:off x="5577542" y="192187"/>
        <a:ext cx="212232" cy="212804"/>
      </dsp:txXfrm>
    </dsp:sp>
    <dsp:sp modelId="{E7011696-9A78-E946-A828-4C52C8DAF013}">
      <dsp:nvSpPr>
        <dsp:cNvPr id="0" name=""/>
        <dsp:cNvSpPr/>
      </dsp:nvSpPr>
      <dsp:spPr>
        <a:xfrm>
          <a:off x="6006583" y="0"/>
          <a:ext cx="1430139" cy="597180"/>
        </a:xfrm>
        <a:prstGeom prst="roundRect">
          <a:avLst>
            <a:gd name="adj" fmla="val 10000"/>
          </a:avLst>
        </a:prstGeom>
        <a:solidFill>
          <a:srgbClr val="D753C5">
            <a:alpha val="4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000" kern="1200" dirty="0"/>
            <a:t>S4(D)</a:t>
          </a:r>
        </a:p>
      </dsp:txBody>
      <dsp:txXfrm>
        <a:off x="6024074" y="17491"/>
        <a:ext cx="1395157" cy="562198"/>
      </dsp:txXfrm>
    </dsp:sp>
    <dsp:sp modelId="{006D8575-34FA-A54F-AA64-86EBCD840F06}">
      <dsp:nvSpPr>
        <dsp:cNvPr id="0" name=""/>
        <dsp:cNvSpPr/>
      </dsp:nvSpPr>
      <dsp:spPr>
        <a:xfrm>
          <a:off x="7579736" y="121252"/>
          <a:ext cx="303189" cy="354674"/>
        </a:xfrm>
        <a:prstGeom prst="rightArrow">
          <a:avLst>
            <a:gd name="adj1" fmla="val 60000"/>
            <a:gd name="adj2" fmla="val 50000"/>
          </a:avLst>
        </a:prstGeom>
        <a:solidFill>
          <a:srgbClr val="D753C5">
            <a:alpha val="4000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000" kern="1200"/>
        </a:p>
      </dsp:txBody>
      <dsp:txXfrm>
        <a:off x="7579736" y="192187"/>
        <a:ext cx="212232" cy="212804"/>
      </dsp:txXfrm>
    </dsp:sp>
    <dsp:sp modelId="{38CCD99A-970E-C646-A86B-D1C7DC015FC8}">
      <dsp:nvSpPr>
        <dsp:cNvPr id="0" name=""/>
        <dsp:cNvSpPr/>
      </dsp:nvSpPr>
      <dsp:spPr>
        <a:xfrm>
          <a:off x="8008778" y="0"/>
          <a:ext cx="1430139" cy="597180"/>
        </a:xfrm>
        <a:prstGeom prst="roundRect">
          <a:avLst>
            <a:gd name="adj" fmla="val 10000"/>
          </a:avLst>
        </a:prstGeom>
        <a:solidFill>
          <a:srgbClr val="EE3FB3">
            <a:alpha val="4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000" kern="1200" dirty="0"/>
            <a:t>H3</a:t>
          </a:r>
        </a:p>
      </dsp:txBody>
      <dsp:txXfrm>
        <a:off x="8026269" y="17491"/>
        <a:ext cx="1395157" cy="562198"/>
      </dsp:txXfrm>
    </dsp:sp>
    <dsp:sp modelId="{CD42451B-2DF0-A447-8149-6EA27F7E142D}">
      <dsp:nvSpPr>
        <dsp:cNvPr id="0" name=""/>
        <dsp:cNvSpPr/>
      </dsp:nvSpPr>
      <dsp:spPr>
        <a:xfrm>
          <a:off x="9581931" y="121252"/>
          <a:ext cx="303189" cy="354674"/>
        </a:xfrm>
        <a:prstGeom prst="rightArrow">
          <a:avLst>
            <a:gd name="adj1" fmla="val 60000"/>
            <a:gd name="adj2" fmla="val 50000"/>
          </a:avLst>
        </a:prstGeom>
        <a:solidFill>
          <a:srgbClr val="EE3FB3">
            <a:alpha val="4000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000" kern="1200"/>
        </a:p>
      </dsp:txBody>
      <dsp:txXfrm>
        <a:off x="9581931" y="192187"/>
        <a:ext cx="212232" cy="212804"/>
      </dsp:txXfrm>
    </dsp:sp>
    <dsp:sp modelId="{B0F1ACF3-73B1-8F4B-8C6E-C6E7E26163EC}">
      <dsp:nvSpPr>
        <dsp:cNvPr id="0" name=""/>
        <dsp:cNvSpPr/>
      </dsp:nvSpPr>
      <dsp:spPr>
        <a:xfrm>
          <a:off x="10010973" y="0"/>
          <a:ext cx="1430139" cy="597180"/>
        </a:xfrm>
        <a:prstGeom prst="roundRect">
          <a:avLst>
            <a:gd name="adj" fmla="val 10000"/>
          </a:avLst>
        </a:prstGeom>
        <a:solidFill>
          <a:schemeClr val="accent1">
            <a:alpha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000" kern="1200" dirty="0"/>
            <a:t>Mamba</a:t>
          </a:r>
        </a:p>
      </dsp:txBody>
      <dsp:txXfrm>
        <a:off x="10028464" y="17491"/>
        <a:ext cx="1395157" cy="56219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DC711F-9CD2-B548-9970-FCDF9A80C097}">
      <dsp:nvSpPr>
        <dsp:cNvPr id="0" name=""/>
        <dsp:cNvSpPr/>
      </dsp:nvSpPr>
      <dsp:spPr>
        <a:xfrm>
          <a:off x="0" y="0"/>
          <a:ext cx="1430139" cy="59718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000" kern="1200" dirty="0"/>
            <a:t>SSM</a:t>
          </a:r>
          <a:endParaRPr lang="ko-KR" altLang="en-US" sz="2000" kern="1200" dirty="0"/>
        </a:p>
      </dsp:txBody>
      <dsp:txXfrm>
        <a:off x="17491" y="17491"/>
        <a:ext cx="1395157" cy="562198"/>
      </dsp:txXfrm>
    </dsp:sp>
    <dsp:sp modelId="{6EA2C098-3E29-4B4F-B577-18EE78C909D8}">
      <dsp:nvSpPr>
        <dsp:cNvPr id="0" name=""/>
        <dsp:cNvSpPr/>
      </dsp:nvSpPr>
      <dsp:spPr>
        <a:xfrm>
          <a:off x="1573152" y="121252"/>
          <a:ext cx="303189" cy="3546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alpha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000" kern="1200"/>
        </a:p>
      </dsp:txBody>
      <dsp:txXfrm>
        <a:off x="1573152" y="192187"/>
        <a:ext cx="212232" cy="212804"/>
      </dsp:txXfrm>
    </dsp:sp>
    <dsp:sp modelId="{7DBA929A-23E4-B349-93ED-53776688EBD3}">
      <dsp:nvSpPr>
        <dsp:cNvPr id="0" name=""/>
        <dsp:cNvSpPr/>
      </dsp:nvSpPr>
      <dsp:spPr>
        <a:xfrm>
          <a:off x="2002194" y="0"/>
          <a:ext cx="1430139" cy="597180"/>
        </a:xfrm>
        <a:prstGeom prst="roundRect">
          <a:avLst>
            <a:gd name="adj" fmla="val 10000"/>
          </a:avLst>
        </a:prstGeom>
        <a:solidFill>
          <a:srgbClr val="876BDC">
            <a:alpha val="6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000" kern="1200" dirty="0"/>
            <a:t>HiPPO</a:t>
          </a:r>
          <a:endParaRPr lang="ko-KR" altLang="en-US" sz="2000" kern="1200" dirty="0"/>
        </a:p>
      </dsp:txBody>
      <dsp:txXfrm>
        <a:off x="2019685" y="17491"/>
        <a:ext cx="1395157" cy="562198"/>
      </dsp:txXfrm>
    </dsp:sp>
    <dsp:sp modelId="{20D6663A-C745-2446-8F35-DF6DD60005F3}">
      <dsp:nvSpPr>
        <dsp:cNvPr id="0" name=""/>
        <dsp:cNvSpPr/>
      </dsp:nvSpPr>
      <dsp:spPr>
        <a:xfrm>
          <a:off x="3575347" y="121252"/>
          <a:ext cx="303189" cy="354674"/>
        </a:xfrm>
        <a:prstGeom prst="rightArrow">
          <a:avLst>
            <a:gd name="adj1" fmla="val 60000"/>
            <a:gd name="adj2" fmla="val 50000"/>
          </a:avLst>
        </a:prstGeom>
        <a:solidFill>
          <a:srgbClr val="876BDC">
            <a:alpha val="6000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000" kern="1200"/>
        </a:p>
      </dsp:txBody>
      <dsp:txXfrm>
        <a:off x="3575347" y="192187"/>
        <a:ext cx="212232" cy="212804"/>
      </dsp:txXfrm>
    </dsp:sp>
    <dsp:sp modelId="{E39117CF-AC9C-CC4C-B45F-40BA084E415F}">
      <dsp:nvSpPr>
        <dsp:cNvPr id="0" name=""/>
        <dsp:cNvSpPr/>
      </dsp:nvSpPr>
      <dsp:spPr>
        <a:xfrm>
          <a:off x="4004389" y="0"/>
          <a:ext cx="1430139" cy="597180"/>
        </a:xfrm>
        <a:prstGeom prst="roundRect">
          <a:avLst>
            <a:gd name="adj" fmla="val 10000"/>
          </a:avLst>
        </a:prstGeom>
        <a:solidFill>
          <a:srgbClr val="B462D3">
            <a:alpha val="6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000" kern="1200" dirty="0"/>
            <a:t>LSSL</a:t>
          </a:r>
          <a:endParaRPr lang="ko-KR" altLang="en-US" sz="2000" kern="1200" dirty="0"/>
        </a:p>
      </dsp:txBody>
      <dsp:txXfrm>
        <a:off x="4021880" y="17491"/>
        <a:ext cx="1395157" cy="562198"/>
      </dsp:txXfrm>
    </dsp:sp>
    <dsp:sp modelId="{92B825E0-AD5E-B34E-87CC-01FA3716DCB4}">
      <dsp:nvSpPr>
        <dsp:cNvPr id="0" name=""/>
        <dsp:cNvSpPr/>
      </dsp:nvSpPr>
      <dsp:spPr>
        <a:xfrm>
          <a:off x="5577542" y="121252"/>
          <a:ext cx="303189" cy="354674"/>
        </a:xfrm>
        <a:prstGeom prst="rightArrow">
          <a:avLst>
            <a:gd name="adj1" fmla="val 60000"/>
            <a:gd name="adj2" fmla="val 50000"/>
          </a:avLst>
        </a:prstGeom>
        <a:solidFill>
          <a:srgbClr val="B462D3">
            <a:alpha val="6000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000" kern="1200"/>
        </a:p>
      </dsp:txBody>
      <dsp:txXfrm>
        <a:off x="5577542" y="192187"/>
        <a:ext cx="212232" cy="212804"/>
      </dsp:txXfrm>
    </dsp:sp>
    <dsp:sp modelId="{E7011696-9A78-E946-A828-4C52C8DAF013}">
      <dsp:nvSpPr>
        <dsp:cNvPr id="0" name=""/>
        <dsp:cNvSpPr/>
      </dsp:nvSpPr>
      <dsp:spPr>
        <a:xfrm>
          <a:off x="6006583" y="0"/>
          <a:ext cx="1430139" cy="597180"/>
        </a:xfrm>
        <a:prstGeom prst="roundRect">
          <a:avLst>
            <a:gd name="adj" fmla="val 10000"/>
          </a:avLst>
        </a:prstGeom>
        <a:solidFill>
          <a:srgbClr val="D753C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000" kern="1200" dirty="0"/>
            <a:t>S4(D)</a:t>
          </a:r>
        </a:p>
      </dsp:txBody>
      <dsp:txXfrm>
        <a:off x="6024074" y="17491"/>
        <a:ext cx="1395157" cy="562198"/>
      </dsp:txXfrm>
    </dsp:sp>
    <dsp:sp modelId="{006D8575-34FA-A54F-AA64-86EBCD840F06}">
      <dsp:nvSpPr>
        <dsp:cNvPr id="0" name=""/>
        <dsp:cNvSpPr/>
      </dsp:nvSpPr>
      <dsp:spPr>
        <a:xfrm>
          <a:off x="7579736" y="121252"/>
          <a:ext cx="303189" cy="354674"/>
        </a:xfrm>
        <a:prstGeom prst="rightArrow">
          <a:avLst>
            <a:gd name="adj1" fmla="val 60000"/>
            <a:gd name="adj2" fmla="val 50000"/>
          </a:avLst>
        </a:prstGeom>
        <a:solidFill>
          <a:srgbClr val="D753C5">
            <a:alpha val="4000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000" kern="1200"/>
        </a:p>
      </dsp:txBody>
      <dsp:txXfrm>
        <a:off x="7579736" y="192187"/>
        <a:ext cx="212232" cy="212804"/>
      </dsp:txXfrm>
    </dsp:sp>
    <dsp:sp modelId="{38CCD99A-970E-C646-A86B-D1C7DC015FC8}">
      <dsp:nvSpPr>
        <dsp:cNvPr id="0" name=""/>
        <dsp:cNvSpPr/>
      </dsp:nvSpPr>
      <dsp:spPr>
        <a:xfrm>
          <a:off x="8008778" y="0"/>
          <a:ext cx="1430139" cy="597180"/>
        </a:xfrm>
        <a:prstGeom prst="roundRect">
          <a:avLst>
            <a:gd name="adj" fmla="val 10000"/>
          </a:avLst>
        </a:prstGeom>
        <a:solidFill>
          <a:srgbClr val="EE3FB3">
            <a:alpha val="4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000" kern="1200" dirty="0"/>
            <a:t>H3</a:t>
          </a:r>
        </a:p>
      </dsp:txBody>
      <dsp:txXfrm>
        <a:off x="8026269" y="17491"/>
        <a:ext cx="1395157" cy="562198"/>
      </dsp:txXfrm>
    </dsp:sp>
    <dsp:sp modelId="{CD42451B-2DF0-A447-8149-6EA27F7E142D}">
      <dsp:nvSpPr>
        <dsp:cNvPr id="0" name=""/>
        <dsp:cNvSpPr/>
      </dsp:nvSpPr>
      <dsp:spPr>
        <a:xfrm>
          <a:off x="9581931" y="121252"/>
          <a:ext cx="303189" cy="354674"/>
        </a:xfrm>
        <a:prstGeom prst="rightArrow">
          <a:avLst>
            <a:gd name="adj1" fmla="val 60000"/>
            <a:gd name="adj2" fmla="val 50000"/>
          </a:avLst>
        </a:prstGeom>
        <a:solidFill>
          <a:srgbClr val="EE3FB3">
            <a:alpha val="4000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000" kern="1200"/>
        </a:p>
      </dsp:txBody>
      <dsp:txXfrm>
        <a:off x="9581931" y="192187"/>
        <a:ext cx="212232" cy="212804"/>
      </dsp:txXfrm>
    </dsp:sp>
    <dsp:sp modelId="{B0F1ACF3-73B1-8F4B-8C6E-C6E7E26163EC}">
      <dsp:nvSpPr>
        <dsp:cNvPr id="0" name=""/>
        <dsp:cNvSpPr/>
      </dsp:nvSpPr>
      <dsp:spPr>
        <a:xfrm>
          <a:off x="10010973" y="0"/>
          <a:ext cx="1430139" cy="597180"/>
        </a:xfrm>
        <a:prstGeom prst="roundRect">
          <a:avLst>
            <a:gd name="adj" fmla="val 10000"/>
          </a:avLst>
        </a:prstGeom>
        <a:solidFill>
          <a:schemeClr val="accent1">
            <a:alpha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000" kern="1200" dirty="0"/>
            <a:t>Mamba</a:t>
          </a:r>
        </a:p>
      </dsp:txBody>
      <dsp:txXfrm>
        <a:off x="10028464" y="17491"/>
        <a:ext cx="1395157" cy="56219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DC711F-9CD2-B548-9970-FCDF9A80C097}">
      <dsp:nvSpPr>
        <dsp:cNvPr id="0" name=""/>
        <dsp:cNvSpPr/>
      </dsp:nvSpPr>
      <dsp:spPr>
        <a:xfrm>
          <a:off x="0" y="0"/>
          <a:ext cx="1430139" cy="59718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000" kern="1200" dirty="0"/>
            <a:t>SSM</a:t>
          </a:r>
          <a:endParaRPr lang="ko-KR" altLang="en-US" sz="2000" kern="1200" dirty="0"/>
        </a:p>
      </dsp:txBody>
      <dsp:txXfrm>
        <a:off x="17491" y="17491"/>
        <a:ext cx="1395157" cy="562198"/>
      </dsp:txXfrm>
    </dsp:sp>
    <dsp:sp modelId="{6EA2C098-3E29-4B4F-B577-18EE78C909D8}">
      <dsp:nvSpPr>
        <dsp:cNvPr id="0" name=""/>
        <dsp:cNvSpPr/>
      </dsp:nvSpPr>
      <dsp:spPr>
        <a:xfrm>
          <a:off x="1573152" y="121252"/>
          <a:ext cx="303189" cy="3546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alpha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000" kern="1200"/>
        </a:p>
      </dsp:txBody>
      <dsp:txXfrm>
        <a:off x="1573152" y="192187"/>
        <a:ext cx="212232" cy="212804"/>
      </dsp:txXfrm>
    </dsp:sp>
    <dsp:sp modelId="{7DBA929A-23E4-B349-93ED-53776688EBD3}">
      <dsp:nvSpPr>
        <dsp:cNvPr id="0" name=""/>
        <dsp:cNvSpPr/>
      </dsp:nvSpPr>
      <dsp:spPr>
        <a:xfrm>
          <a:off x="2002194" y="0"/>
          <a:ext cx="1430139" cy="597180"/>
        </a:xfrm>
        <a:prstGeom prst="roundRect">
          <a:avLst>
            <a:gd name="adj" fmla="val 10000"/>
          </a:avLst>
        </a:prstGeom>
        <a:solidFill>
          <a:srgbClr val="876BDC">
            <a:alpha val="6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000" kern="1200" dirty="0"/>
            <a:t>HiPPO</a:t>
          </a:r>
          <a:endParaRPr lang="ko-KR" altLang="en-US" sz="2000" kern="1200" dirty="0"/>
        </a:p>
      </dsp:txBody>
      <dsp:txXfrm>
        <a:off x="2019685" y="17491"/>
        <a:ext cx="1395157" cy="562198"/>
      </dsp:txXfrm>
    </dsp:sp>
    <dsp:sp modelId="{20D6663A-C745-2446-8F35-DF6DD60005F3}">
      <dsp:nvSpPr>
        <dsp:cNvPr id="0" name=""/>
        <dsp:cNvSpPr/>
      </dsp:nvSpPr>
      <dsp:spPr>
        <a:xfrm>
          <a:off x="3575347" y="121252"/>
          <a:ext cx="303189" cy="354674"/>
        </a:xfrm>
        <a:prstGeom prst="rightArrow">
          <a:avLst>
            <a:gd name="adj1" fmla="val 60000"/>
            <a:gd name="adj2" fmla="val 50000"/>
          </a:avLst>
        </a:prstGeom>
        <a:solidFill>
          <a:srgbClr val="876BDC">
            <a:alpha val="6000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000" kern="1200"/>
        </a:p>
      </dsp:txBody>
      <dsp:txXfrm>
        <a:off x="3575347" y="192187"/>
        <a:ext cx="212232" cy="212804"/>
      </dsp:txXfrm>
    </dsp:sp>
    <dsp:sp modelId="{E39117CF-AC9C-CC4C-B45F-40BA084E415F}">
      <dsp:nvSpPr>
        <dsp:cNvPr id="0" name=""/>
        <dsp:cNvSpPr/>
      </dsp:nvSpPr>
      <dsp:spPr>
        <a:xfrm>
          <a:off x="4004389" y="0"/>
          <a:ext cx="1430139" cy="597180"/>
        </a:xfrm>
        <a:prstGeom prst="roundRect">
          <a:avLst>
            <a:gd name="adj" fmla="val 10000"/>
          </a:avLst>
        </a:prstGeom>
        <a:solidFill>
          <a:srgbClr val="B462D3">
            <a:alpha val="6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000" kern="1200" dirty="0"/>
            <a:t>LSSL</a:t>
          </a:r>
          <a:endParaRPr lang="ko-KR" altLang="en-US" sz="2000" kern="1200" dirty="0"/>
        </a:p>
      </dsp:txBody>
      <dsp:txXfrm>
        <a:off x="4021880" y="17491"/>
        <a:ext cx="1395157" cy="562198"/>
      </dsp:txXfrm>
    </dsp:sp>
    <dsp:sp modelId="{92B825E0-AD5E-B34E-87CC-01FA3716DCB4}">
      <dsp:nvSpPr>
        <dsp:cNvPr id="0" name=""/>
        <dsp:cNvSpPr/>
      </dsp:nvSpPr>
      <dsp:spPr>
        <a:xfrm>
          <a:off x="5572499" y="121252"/>
          <a:ext cx="292499" cy="354674"/>
        </a:xfrm>
        <a:prstGeom prst="rightArrow">
          <a:avLst>
            <a:gd name="adj1" fmla="val 60000"/>
            <a:gd name="adj2" fmla="val 50000"/>
          </a:avLst>
        </a:prstGeom>
        <a:solidFill>
          <a:srgbClr val="B462D3">
            <a:alpha val="6000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000" kern="1200"/>
        </a:p>
      </dsp:txBody>
      <dsp:txXfrm>
        <a:off x="5572499" y="192187"/>
        <a:ext cx="204749" cy="212804"/>
      </dsp:txXfrm>
    </dsp:sp>
    <dsp:sp modelId="{E7011696-9A78-E946-A828-4C52C8DAF013}">
      <dsp:nvSpPr>
        <dsp:cNvPr id="0" name=""/>
        <dsp:cNvSpPr/>
      </dsp:nvSpPr>
      <dsp:spPr>
        <a:xfrm>
          <a:off x="5986413" y="0"/>
          <a:ext cx="1430139" cy="597180"/>
        </a:xfrm>
        <a:prstGeom prst="roundRect">
          <a:avLst>
            <a:gd name="adj" fmla="val 10000"/>
          </a:avLst>
        </a:prstGeom>
        <a:solidFill>
          <a:srgbClr val="D753C5">
            <a:alpha val="6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000" kern="1200" dirty="0"/>
            <a:t>S4(D)</a:t>
          </a:r>
        </a:p>
      </dsp:txBody>
      <dsp:txXfrm>
        <a:off x="6003904" y="17491"/>
        <a:ext cx="1395157" cy="562198"/>
      </dsp:txXfrm>
    </dsp:sp>
    <dsp:sp modelId="{006D8575-34FA-A54F-AA64-86EBCD840F06}">
      <dsp:nvSpPr>
        <dsp:cNvPr id="0" name=""/>
        <dsp:cNvSpPr/>
      </dsp:nvSpPr>
      <dsp:spPr>
        <a:xfrm>
          <a:off x="7564608" y="121252"/>
          <a:ext cx="313879" cy="354674"/>
        </a:xfrm>
        <a:prstGeom prst="rightArrow">
          <a:avLst>
            <a:gd name="adj1" fmla="val 60000"/>
            <a:gd name="adj2" fmla="val 50000"/>
          </a:avLst>
        </a:prstGeom>
        <a:solidFill>
          <a:srgbClr val="D753C5">
            <a:alpha val="6000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000" kern="1200"/>
        </a:p>
      </dsp:txBody>
      <dsp:txXfrm>
        <a:off x="7564608" y="192187"/>
        <a:ext cx="219715" cy="212804"/>
      </dsp:txXfrm>
    </dsp:sp>
    <dsp:sp modelId="{38CCD99A-970E-C646-A86B-D1C7DC015FC8}">
      <dsp:nvSpPr>
        <dsp:cNvPr id="0" name=""/>
        <dsp:cNvSpPr/>
      </dsp:nvSpPr>
      <dsp:spPr>
        <a:xfrm>
          <a:off x="8008778" y="0"/>
          <a:ext cx="1430139" cy="597180"/>
        </a:xfrm>
        <a:prstGeom prst="roundRect">
          <a:avLst>
            <a:gd name="adj" fmla="val 10000"/>
          </a:avLst>
        </a:prstGeom>
        <a:solidFill>
          <a:srgbClr val="EE3FB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000" kern="1200" dirty="0"/>
            <a:t>H3</a:t>
          </a:r>
        </a:p>
      </dsp:txBody>
      <dsp:txXfrm>
        <a:off x="8026269" y="17491"/>
        <a:ext cx="1395157" cy="562198"/>
      </dsp:txXfrm>
    </dsp:sp>
    <dsp:sp modelId="{CD42451B-2DF0-A447-8149-6EA27F7E142D}">
      <dsp:nvSpPr>
        <dsp:cNvPr id="0" name=""/>
        <dsp:cNvSpPr/>
      </dsp:nvSpPr>
      <dsp:spPr>
        <a:xfrm>
          <a:off x="9581931" y="121252"/>
          <a:ext cx="303189" cy="354674"/>
        </a:xfrm>
        <a:prstGeom prst="rightArrow">
          <a:avLst>
            <a:gd name="adj1" fmla="val 60000"/>
            <a:gd name="adj2" fmla="val 50000"/>
          </a:avLst>
        </a:prstGeom>
        <a:solidFill>
          <a:srgbClr val="EE3FB3">
            <a:alpha val="4000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000" kern="1200"/>
        </a:p>
      </dsp:txBody>
      <dsp:txXfrm>
        <a:off x="9581931" y="192187"/>
        <a:ext cx="212232" cy="212804"/>
      </dsp:txXfrm>
    </dsp:sp>
    <dsp:sp modelId="{B0F1ACF3-73B1-8F4B-8C6E-C6E7E26163EC}">
      <dsp:nvSpPr>
        <dsp:cNvPr id="0" name=""/>
        <dsp:cNvSpPr/>
      </dsp:nvSpPr>
      <dsp:spPr>
        <a:xfrm>
          <a:off x="10010973" y="0"/>
          <a:ext cx="1430139" cy="597180"/>
        </a:xfrm>
        <a:prstGeom prst="roundRect">
          <a:avLst>
            <a:gd name="adj" fmla="val 10000"/>
          </a:avLst>
        </a:prstGeom>
        <a:solidFill>
          <a:schemeClr val="accent1">
            <a:alpha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000" kern="1200" dirty="0"/>
            <a:t>Mamba</a:t>
          </a:r>
        </a:p>
      </dsp:txBody>
      <dsp:txXfrm>
        <a:off x="10028464" y="17491"/>
        <a:ext cx="1395157" cy="56219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AC096F-6E63-8A48-A19D-01A529175CBF}">
      <dsp:nvSpPr>
        <dsp:cNvPr id="0" name=""/>
        <dsp:cNvSpPr/>
      </dsp:nvSpPr>
      <dsp:spPr>
        <a:xfrm>
          <a:off x="0" y="2133218"/>
          <a:ext cx="11102978" cy="43095"/>
        </a:xfrm>
        <a:prstGeom prst="rect">
          <a:avLst/>
        </a:prstGeom>
        <a:gradFill rotWithShape="0">
          <a:gsLst>
            <a:gs pos="0">
              <a:schemeClr val="accent5">
                <a:tint val="76000"/>
              </a:schemeClr>
            </a:gs>
            <a:gs pos="100000">
              <a:schemeClr val="accent5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1A34F8-F8EC-D247-84B3-5427AD26E45F}">
      <dsp:nvSpPr>
        <dsp:cNvPr id="0" name=""/>
        <dsp:cNvSpPr/>
      </dsp:nvSpPr>
      <dsp:spPr>
        <a:xfrm>
          <a:off x="10888997" y="1982385"/>
          <a:ext cx="258571" cy="344762"/>
        </a:xfrm>
        <a:prstGeom prst="chevron">
          <a:avLst>
            <a:gd name="adj" fmla="val 75000"/>
          </a:avLst>
        </a:prstGeom>
        <a:gradFill rotWithShape="0">
          <a:gsLst>
            <a:gs pos="0">
              <a:schemeClr val="accent5">
                <a:tint val="76000"/>
              </a:schemeClr>
            </a:gs>
            <a:gs pos="100000">
              <a:schemeClr val="accent5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781138-30EC-A941-BA45-82CC8DAAAAD9}">
      <dsp:nvSpPr>
        <dsp:cNvPr id="0" name=""/>
        <dsp:cNvSpPr/>
      </dsp:nvSpPr>
      <dsp:spPr>
        <a:xfrm>
          <a:off x="551202" y="982573"/>
          <a:ext cx="2634400" cy="9998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altLang="ko-KR" sz="1500" kern="1200" dirty="0"/>
            <a:t>SSM equation</a:t>
          </a:r>
          <a:endParaRPr lang="ko-KR" altLang="en-US" sz="1500" kern="1200" dirty="0"/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altLang="ko-KR" sz="1500" kern="1200" dirty="0"/>
            <a:t>LTI &amp; channel</a:t>
          </a:r>
          <a:r>
            <a:rPr lang="ko-KR" altLang="en-US" sz="1500" kern="1200" dirty="0"/>
            <a:t> </a:t>
          </a:r>
          <a:r>
            <a:rPr lang="en-US" altLang="ko-KR" sz="1500" kern="1200" dirty="0"/>
            <a:t>independent</a:t>
          </a:r>
          <a:endParaRPr lang="ko-KR" altLang="en-US" sz="1500" kern="1200" dirty="0"/>
        </a:p>
      </dsp:txBody>
      <dsp:txXfrm>
        <a:off x="551202" y="982573"/>
        <a:ext cx="2634400" cy="999811"/>
      </dsp:txXfrm>
    </dsp:sp>
    <dsp:sp modelId="{0D10A8BB-D7B2-434F-97A8-2CCC547271E3}">
      <dsp:nvSpPr>
        <dsp:cNvPr id="0" name=""/>
        <dsp:cNvSpPr/>
      </dsp:nvSpPr>
      <dsp:spPr>
        <a:xfrm>
          <a:off x="551202" y="465429"/>
          <a:ext cx="2634400" cy="5171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altLang="ko-KR" sz="2000" kern="1200" dirty="0"/>
            <a:t>1. SSM</a:t>
          </a:r>
          <a:endParaRPr lang="ko-KR" altLang="en-US" sz="2000" kern="1200" dirty="0"/>
        </a:p>
      </dsp:txBody>
      <dsp:txXfrm>
        <a:off x="551202" y="465429"/>
        <a:ext cx="2634400" cy="517143"/>
      </dsp:txXfrm>
    </dsp:sp>
    <dsp:sp modelId="{525D6685-390F-9C4E-8234-E319A1436A48}">
      <dsp:nvSpPr>
        <dsp:cNvPr id="0" name=""/>
        <dsp:cNvSpPr/>
      </dsp:nvSpPr>
      <dsp:spPr>
        <a:xfrm>
          <a:off x="259099" y="430953"/>
          <a:ext cx="34365" cy="1723813"/>
        </a:xfrm>
        <a:prstGeom prst="rect">
          <a:avLst/>
        </a:prstGeom>
        <a:gradFill rotWithShape="0">
          <a:gsLst>
            <a:gs pos="0">
              <a:schemeClr val="accent5">
                <a:tint val="76000"/>
              </a:schemeClr>
            </a:gs>
            <a:gs pos="100000">
              <a:schemeClr val="accent5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B558DA-471D-E547-A4D4-D8EE62BBE8F1}">
      <dsp:nvSpPr>
        <dsp:cNvPr id="0" name=""/>
        <dsp:cNvSpPr/>
      </dsp:nvSpPr>
      <dsp:spPr>
        <a:xfrm>
          <a:off x="2143323" y="3033911"/>
          <a:ext cx="2634400" cy="8101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altLang="ko-KR" sz="1500" kern="1200" dirty="0"/>
            <a:t>fixed A</a:t>
          </a:r>
          <a:endParaRPr lang="ko-KR" altLang="en-US" sz="1500" kern="1200" dirty="0"/>
        </a:p>
      </dsp:txBody>
      <dsp:txXfrm>
        <a:off x="2143323" y="3033911"/>
        <a:ext cx="2634400" cy="810192"/>
      </dsp:txXfrm>
    </dsp:sp>
    <dsp:sp modelId="{8741A8E1-62EE-5741-A257-DE88C4EAA313}">
      <dsp:nvSpPr>
        <dsp:cNvPr id="0" name=""/>
        <dsp:cNvSpPr/>
      </dsp:nvSpPr>
      <dsp:spPr>
        <a:xfrm>
          <a:off x="2143323" y="2499529"/>
          <a:ext cx="2634400" cy="534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altLang="ko-KR" sz="2000" kern="1200" dirty="0"/>
            <a:t>2. HiPPO</a:t>
          </a:r>
          <a:endParaRPr lang="ko-KR" altLang="en-US" sz="2000" kern="1200" dirty="0"/>
        </a:p>
      </dsp:txBody>
      <dsp:txXfrm>
        <a:off x="2143323" y="2499529"/>
        <a:ext cx="2634400" cy="534382"/>
      </dsp:txXfrm>
    </dsp:sp>
    <dsp:sp modelId="{2CC6E9C5-0566-C74F-92B7-EB4E59C11485}">
      <dsp:nvSpPr>
        <dsp:cNvPr id="0" name=""/>
        <dsp:cNvSpPr/>
      </dsp:nvSpPr>
      <dsp:spPr>
        <a:xfrm>
          <a:off x="1851220" y="2154766"/>
          <a:ext cx="34365" cy="1723813"/>
        </a:xfrm>
        <a:prstGeom prst="rect">
          <a:avLst/>
        </a:prstGeom>
        <a:gradFill rotWithShape="0">
          <a:gsLst>
            <a:gs pos="0">
              <a:schemeClr val="accent5">
                <a:tint val="76000"/>
              </a:schemeClr>
            </a:gs>
            <a:gs pos="100000">
              <a:schemeClr val="accent5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829E34-DBBA-4749-820C-E41F50ACCFE4}">
      <dsp:nvSpPr>
        <dsp:cNvPr id="0" name=""/>
        <dsp:cNvSpPr/>
      </dsp:nvSpPr>
      <dsp:spPr>
        <a:xfrm>
          <a:off x="186932" y="2065417"/>
          <a:ext cx="178698" cy="178698"/>
        </a:xfrm>
        <a:prstGeom prst="ellipse">
          <a:avLst/>
        </a:prstGeom>
        <a:solidFill>
          <a:schemeClr val="accent5">
            <a:alpha val="0"/>
          </a:schemeClr>
        </a:solidFill>
        <a:ln w="635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616E44-16DD-9D44-973A-BBF79FAD9BAD}">
      <dsp:nvSpPr>
        <dsp:cNvPr id="0" name=""/>
        <dsp:cNvSpPr/>
      </dsp:nvSpPr>
      <dsp:spPr>
        <a:xfrm>
          <a:off x="1779053" y="2065417"/>
          <a:ext cx="178698" cy="178698"/>
        </a:xfrm>
        <a:prstGeom prst="ellipse">
          <a:avLst/>
        </a:prstGeom>
        <a:solidFill>
          <a:schemeClr val="accent5">
            <a:alpha val="20000"/>
          </a:schemeClr>
        </a:solidFill>
        <a:ln w="635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01BFA3-211E-A241-A10B-36BE1BC7517F}">
      <dsp:nvSpPr>
        <dsp:cNvPr id="0" name=""/>
        <dsp:cNvSpPr/>
      </dsp:nvSpPr>
      <dsp:spPr>
        <a:xfrm>
          <a:off x="3735444" y="982573"/>
          <a:ext cx="2634400" cy="9998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altLang="en-US" sz="1500" kern="1200" dirty="0"/>
            <a:t>parallelizable training</a:t>
          </a:r>
          <a:endParaRPr lang="ko-KR" altLang="en-US" sz="1500" kern="1200" dirty="0"/>
        </a:p>
      </dsp:txBody>
      <dsp:txXfrm>
        <a:off x="3735444" y="982573"/>
        <a:ext cx="2634400" cy="999811"/>
      </dsp:txXfrm>
    </dsp:sp>
    <dsp:sp modelId="{980F9160-C51E-C04F-B23B-0F544F04BCF1}">
      <dsp:nvSpPr>
        <dsp:cNvPr id="0" name=""/>
        <dsp:cNvSpPr/>
      </dsp:nvSpPr>
      <dsp:spPr>
        <a:xfrm>
          <a:off x="3735444" y="465429"/>
          <a:ext cx="2634400" cy="5171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altLang="ko-KR" sz="2000" kern="1200" dirty="0"/>
            <a:t>3. LSSL</a:t>
          </a:r>
          <a:endParaRPr lang="ko-KR" altLang="en-US" sz="2000" kern="1200" dirty="0"/>
        </a:p>
      </dsp:txBody>
      <dsp:txXfrm>
        <a:off x="3735444" y="465429"/>
        <a:ext cx="2634400" cy="517143"/>
      </dsp:txXfrm>
    </dsp:sp>
    <dsp:sp modelId="{534D2167-5B18-264F-B56C-342C253808DA}">
      <dsp:nvSpPr>
        <dsp:cNvPr id="0" name=""/>
        <dsp:cNvSpPr/>
      </dsp:nvSpPr>
      <dsp:spPr>
        <a:xfrm>
          <a:off x="3443341" y="430953"/>
          <a:ext cx="34365" cy="1723813"/>
        </a:xfrm>
        <a:prstGeom prst="rect">
          <a:avLst/>
        </a:prstGeom>
        <a:gradFill rotWithShape="0">
          <a:gsLst>
            <a:gs pos="0">
              <a:schemeClr val="accent5">
                <a:tint val="76000"/>
              </a:schemeClr>
            </a:gs>
            <a:gs pos="100000">
              <a:schemeClr val="accent5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EDF23A-9514-A149-ADDD-3FCAE9F745F6}">
      <dsp:nvSpPr>
        <dsp:cNvPr id="0" name=""/>
        <dsp:cNvSpPr/>
      </dsp:nvSpPr>
      <dsp:spPr>
        <a:xfrm>
          <a:off x="5327565" y="3033911"/>
          <a:ext cx="2634400" cy="8101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altLang="ko-KR" sz="1500" kern="1200" dirty="0"/>
            <a:t>diagonalized/diagonal A</a:t>
          </a:r>
          <a:endParaRPr lang="ko-KR" altLang="en-US" sz="1500" kern="1200" dirty="0"/>
        </a:p>
      </dsp:txBody>
      <dsp:txXfrm>
        <a:off x="5327565" y="3033911"/>
        <a:ext cx="2634400" cy="810192"/>
      </dsp:txXfrm>
    </dsp:sp>
    <dsp:sp modelId="{2F80E69F-9405-FD44-80E3-1E232FAC924C}">
      <dsp:nvSpPr>
        <dsp:cNvPr id="0" name=""/>
        <dsp:cNvSpPr/>
      </dsp:nvSpPr>
      <dsp:spPr>
        <a:xfrm>
          <a:off x="5327565" y="2499529"/>
          <a:ext cx="2634400" cy="534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altLang="ko-KR" sz="2000" kern="1200" dirty="0"/>
            <a:t>4. S4(D)</a:t>
          </a:r>
          <a:endParaRPr lang="ko-KR" altLang="en-US" sz="2000" kern="1200" dirty="0"/>
        </a:p>
      </dsp:txBody>
      <dsp:txXfrm>
        <a:off x="5327565" y="2499529"/>
        <a:ext cx="2634400" cy="534382"/>
      </dsp:txXfrm>
    </dsp:sp>
    <dsp:sp modelId="{A569E208-CB96-BD48-AC8D-09D2BCD31886}">
      <dsp:nvSpPr>
        <dsp:cNvPr id="0" name=""/>
        <dsp:cNvSpPr/>
      </dsp:nvSpPr>
      <dsp:spPr>
        <a:xfrm>
          <a:off x="5035462" y="2154766"/>
          <a:ext cx="34365" cy="1723813"/>
        </a:xfrm>
        <a:prstGeom prst="rect">
          <a:avLst/>
        </a:prstGeom>
        <a:gradFill rotWithShape="0">
          <a:gsLst>
            <a:gs pos="0">
              <a:schemeClr val="accent5">
                <a:tint val="76000"/>
              </a:schemeClr>
            </a:gs>
            <a:gs pos="100000">
              <a:schemeClr val="accent5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CA7113-968A-CA41-BB6B-B91124EE2BC0}">
      <dsp:nvSpPr>
        <dsp:cNvPr id="0" name=""/>
        <dsp:cNvSpPr/>
      </dsp:nvSpPr>
      <dsp:spPr>
        <a:xfrm>
          <a:off x="3371174" y="2065417"/>
          <a:ext cx="178698" cy="178698"/>
        </a:xfrm>
        <a:prstGeom prst="ellipse">
          <a:avLst/>
        </a:prstGeom>
        <a:solidFill>
          <a:schemeClr val="accent5">
            <a:alpha val="40000"/>
          </a:schemeClr>
        </a:solidFill>
        <a:ln w="635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E1439E-70FA-0847-92D8-5C56F401221A}">
      <dsp:nvSpPr>
        <dsp:cNvPr id="0" name=""/>
        <dsp:cNvSpPr/>
      </dsp:nvSpPr>
      <dsp:spPr>
        <a:xfrm>
          <a:off x="4963295" y="2065417"/>
          <a:ext cx="178698" cy="178698"/>
        </a:xfrm>
        <a:prstGeom prst="ellipse">
          <a:avLst/>
        </a:prstGeom>
        <a:solidFill>
          <a:schemeClr val="accent5">
            <a:alpha val="60000"/>
          </a:schemeClr>
        </a:solidFill>
        <a:ln w="635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07075A-37B3-3A42-AE71-D8017E8486E5}">
      <dsp:nvSpPr>
        <dsp:cNvPr id="0" name=""/>
        <dsp:cNvSpPr/>
      </dsp:nvSpPr>
      <dsp:spPr>
        <a:xfrm>
          <a:off x="6919686" y="982573"/>
          <a:ext cx="2634400" cy="9998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altLang="ko-KR" sz="1500" kern="1200" dirty="0"/>
            <a:t>SSM with shift</a:t>
          </a:r>
          <a:endParaRPr lang="ko-KR" altLang="en-US" sz="1500" kern="1200" dirty="0"/>
        </a:p>
      </dsp:txBody>
      <dsp:txXfrm>
        <a:off x="6919686" y="982573"/>
        <a:ext cx="2634400" cy="999811"/>
      </dsp:txXfrm>
    </dsp:sp>
    <dsp:sp modelId="{89B39541-44F1-8544-AE2B-DDF02EAC3FE9}">
      <dsp:nvSpPr>
        <dsp:cNvPr id="0" name=""/>
        <dsp:cNvSpPr/>
      </dsp:nvSpPr>
      <dsp:spPr>
        <a:xfrm>
          <a:off x="6919686" y="465429"/>
          <a:ext cx="2634400" cy="5171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altLang="ko-KR" sz="2000" kern="1200" dirty="0"/>
            <a:t>5. H3</a:t>
          </a:r>
          <a:endParaRPr lang="ko-KR" altLang="en-US" sz="2000" kern="1200" dirty="0"/>
        </a:p>
      </dsp:txBody>
      <dsp:txXfrm>
        <a:off x="6919686" y="465429"/>
        <a:ext cx="2634400" cy="517143"/>
      </dsp:txXfrm>
    </dsp:sp>
    <dsp:sp modelId="{F452FDC6-6044-954F-B9CE-259B00C12EE8}">
      <dsp:nvSpPr>
        <dsp:cNvPr id="0" name=""/>
        <dsp:cNvSpPr/>
      </dsp:nvSpPr>
      <dsp:spPr>
        <a:xfrm>
          <a:off x="6627583" y="430953"/>
          <a:ext cx="34365" cy="1723813"/>
        </a:xfrm>
        <a:prstGeom prst="rect">
          <a:avLst/>
        </a:prstGeom>
        <a:gradFill rotWithShape="0">
          <a:gsLst>
            <a:gs pos="0">
              <a:schemeClr val="accent5">
                <a:tint val="76000"/>
              </a:schemeClr>
            </a:gs>
            <a:gs pos="100000">
              <a:schemeClr val="accent5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701FD7-3003-CA40-B731-DAA284431088}">
      <dsp:nvSpPr>
        <dsp:cNvPr id="0" name=""/>
        <dsp:cNvSpPr/>
      </dsp:nvSpPr>
      <dsp:spPr>
        <a:xfrm>
          <a:off x="8511807" y="3033911"/>
          <a:ext cx="2634400" cy="8101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altLang="ko-KR" sz="1500" kern="1200" dirty="0"/>
            <a:t>selective mechanism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altLang="ko-KR" sz="1500" kern="1200" dirty="0"/>
            <a:t>applications</a:t>
          </a:r>
          <a:endParaRPr lang="ko-KR" altLang="en-US" sz="1500" kern="1200" dirty="0"/>
        </a:p>
      </dsp:txBody>
      <dsp:txXfrm>
        <a:off x="8511807" y="3033911"/>
        <a:ext cx="2634400" cy="810192"/>
      </dsp:txXfrm>
    </dsp:sp>
    <dsp:sp modelId="{A136ECE6-5E76-D647-9152-7F05EB65342B}">
      <dsp:nvSpPr>
        <dsp:cNvPr id="0" name=""/>
        <dsp:cNvSpPr/>
      </dsp:nvSpPr>
      <dsp:spPr>
        <a:xfrm>
          <a:off x="8511807" y="2499529"/>
          <a:ext cx="2634400" cy="534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altLang="ko-KR" sz="2000" kern="1200" dirty="0"/>
            <a:t>6. Mamba</a:t>
          </a:r>
          <a:endParaRPr lang="ko-KR" altLang="en-US" sz="2000" kern="1200" dirty="0"/>
        </a:p>
      </dsp:txBody>
      <dsp:txXfrm>
        <a:off x="8511807" y="2499529"/>
        <a:ext cx="2634400" cy="534382"/>
      </dsp:txXfrm>
    </dsp:sp>
    <dsp:sp modelId="{AA10F0B0-038B-764A-B2CC-4D35ED5141A5}">
      <dsp:nvSpPr>
        <dsp:cNvPr id="0" name=""/>
        <dsp:cNvSpPr/>
      </dsp:nvSpPr>
      <dsp:spPr>
        <a:xfrm>
          <a:off x="8219704" y="2154766"/>
          <a:ext cx="34365" cy="1723813"/>
        </a:xfrm>
        <a:prstGeom prst="rect">
          <a:avLst/>
        </a:prstGeom>
        <a:gradFill rotWithShape="0">
          <a:gsLst>
            <a:gs pos="0">
              <a:schemeClr val="accent5">
                <a:tint val="76000"/>
              </a:schemeClr>
            </a:gs>
            <a:gs pos="100000">
              <a:schemeClr val="accent5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936A05-6689-2D4B-842A-A35DEE2FAEA4}">
      <dsp:nvSpPr>
        <dsp:cNvPr id="0" name=""/>
        <dsp:cNvSpPr/>
      </dsp:nvSpPr>
      <dsp:spPr>
        <a:xfrm>
          <a:off x="6555416" y="2065417"/>
          <a:ext cx="178698" cy="178698"/>
        </a:xfrm>
        <a:prstGeom prst="ellipse">
          <a:avLst/>
        </a:prstGeom>
        <a:solidFill>
          <a:schemeClr val="accent5">
            <a:alpha val="80000"/>
          </a:schemeClr>
        </a:solidFill>
        <a:ln w="635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182725-BC28-D143-96DC-9ADA7551D57B}">
      <dsp:nvSpPr>
        <dsp:cNvPr id="0" name=""/>
        <dsp:cNvSpPr/>
      </dsp:nvSpPr>
      <dsp:spPr>
        <a:xfrm>
          <a:off x="8147537" y="2065417"/>
          <a:ext cx="178698" cy="178698"/>
        </a:xfrm>
        <a:prstGeom prst="ellipse">
          <a:avLst/>
        </a:prstGeom>
        <a:solidFill>
          <a:schemeClr val="accent5"/>
        </a:solidFill>
        <a:ln w="635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24/layout/BulletTimeline">
  <dgm:title val=""/>
  <dgm:desc val=""/>
  <dgm:catLst>
    <dgm:cat type="process" pri="7450"/>
    <dgm:cat type="timeline" pri="100"/>
  </dgm:catLst>
  <dgm:sampData>
    <dgm:dataModel>
      <dgm:ptLst>
        <dgm:pt modelId="0" type="doc"/>
        <dgm:pt modelId="10">
          <dgm:prSet phldrT="Add an event" phldr="1"/>
        </dgm:pt>
        <dgm:pt modelId="11">
          <dgm:prSet phldrT="Write a description of the significance of this event" phldr="1"/>
        </dgm:pt>
        <dgm:pt modelId="20">
          <dgm:prSet phldrT="Add an event" phldr="1"/>
        </dgm:pt>
        <dgm:pt modelId="21">
          <dgm:prSet phldrT="Write a description of the significance of this event" phldr="1"/>
        </dgm:pt>
        <dgm:pt modelId="30">
          <dgm:prSet phldrT="Add an event" phldr="1"/>
        </dgm:pt>
        <dgm:pt modelId="31">
          <dgm:prSet phldrT="Write a description of the significance of this event" phldr="1"/>
        </dgm:pt>
        <dgm:pt modelId="40">
          <dgm:prSet phldrT="Add an event" phldr="1"/>
        </dgm:pt>
        <dgm:pt modelId="41">
          <dgm:prSet phldrT="Write a description of the significance of this event" phldr="1"/>
        </dgm:pt>
        <dgm:pt modelId="50">
          <dgm:prSet phldrT="Add an event" phldr="1"/>
        </dgm:pt>
        <dgm:pt modelId="51">
          <dgm:prSet phldrT="Write a description of the significance of this event" phldr="1"/>
        </dgm:pt>
      </dgm:ptLst>
      <dgm:cxnLst>
        <dgm:cxn modelId="100" srcId="0" destId="10" srcOrd="0" destOrd="0"/>
        <dgm:cxn modelId="12" srcId="10" destId="11" srcOrd="0" destOrd="0"/>
        <dgm:cxn modelId="101" srcId="0" destId="20" srcOrd="1" destOrd="0"/>
        <dgm:cxn modelId="22" srcId="20" destId="21" srcOrd="0" destOrd="0"/>
        <dgm:cxn modelId="102" srcId="0" destId="30" srcOrd="2" destOrd="0"/>
        <dgm:cxn modelId="32" srcId="30" destId="31" srcOrd="0" destOrd="0"/>
        <dgm:cxn modelId="103" srcId="0" destId="40" srcOrd="3" destOrd="0"/>
        <dgm:cxn modelId="42" srcId="40" destId="41" srcOrd="0" destOrd="0"/>
        <dgm:cxn modelId="104" srcId="0" destId="50" srcOrd="4" destOrd="0"/>
        <dgm:cxn modelId="52" srcId="50" destId="5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dir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 refType="h" fact="0.1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>
      <dgm:alg type="composite"/>
      <dgm:shape xmlns:r="http://schemas.openxmlformats.org/officeDocument/2006/relationships" r:blip="">
        <dgm:adjLst/>
      </dgm:shape>
      <dgm:presOf/>
      <dgm:choose name="DividerDirection">
        <dgm:if name="DividerLTR" func="var" arg="dir" op="equ" val="norm">
          <dgm:constrLst>
            <dgm:constr type="w" for="ch" forName="rectBar" refType="w" fact="0.996"/>
            <dgm:constr type="h" for="ch" forName="rectBar" refType="h" fact="0.1"/>
            <dgm:constr type="l" for="ch" forName="rectBar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r" for="ch" forName="chevronArrow" refType="w"/>
            <dgm:constr type="ctrY" for="ch" forName="chevronArrow" refType="h" fact="0.5"/>
          </dgm:constrLst>
        </dgm:if>
        <dgm:else name="DividerRTL">
          <dgm:constrLst>
            <dgm:constr type="w" for="ch" forName="rectBar" refType="w" fact="0.996"/>
            <dgm:constr type="h" for="ch" forName="rectBar" refType="h" fact="0.1"/>
            <dgm:constr type="r" for="ch" forName="rectBar" refType="w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l" for="ch" forName="chevronArrow"/>
            <dgm:constr type="ctrY" for="ch" forName="chevronArrow" refType="h" fact="0.5"/>
          </dgm:constrLst>
        </dgm:else>
      </dgm:choose>
      <dgm:ruleLst/>
      <dgm:layoutNode name="rectBar" styleLbl="dkBgShp">
        <dgm:alg type="sp"/>
        <dgm:shape xmlns:r="http://schemas.openxmlformats.org/officeDocument/2006/relationships" type="rect" r:blip="" zOrderOff="-1">
          <dgm:adjLst/>
          <dgm:extLst>
            <a:ext uri="{B698B0E9-8C71-41B9-8309-B3DCBF30829C}">
              <dgm1612:spPr xmlns:dgm1612="http://schemas.microsoft.com/office/drawing/2016/12/diagram">
                <a:gradFill rotWithShape="0">
                  <a:gsLst>
                    <a:gs pos="0">
                      <a:schemeClr val="accent1">
                        <a:tint val="76000"/>
                      </a:schemeClr>
                    </a:gs>
                    <a:gs pos="100000">
                      <a:schemeClr val="accent1">
                        <a:tint val="76000"/>
                      </a:schemeClr>
                    </a:gs>
                  </a:gsLst>
                  <a:lin ang="0" scaled="0"/>
                </a:gradFill>
              </dgm1612:spPr>
            </a:ext>
          </dgm:extLst>
        </dgm:shape>
        <dgm:presOf/>
        <dgm:constrLst/>
        <dgm:ruleLst/>
      </dgm:layoutNode>
      <dgm:layoutNode name="chevronArrow" styleLbl="dkBgShp">
        <dgm:alg type="sp"/>
        <dgm:choose name="ChevronDir">
          <dgm:if name="ChevronLTR" func="var" arg="dir" op="equ" val="norm">
            <dgm:shape xmlns:r="http://schemas.openxmlformats.org/officeDocument/2006/relationships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if>
          <dgm:else name="ChevronRTL">
            <dgm:shape xmlns:r="http://schemas.openxmlformats.org/officeDocument/2006/relationships" rot="180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else>
        </dgm:choose>
        <dgm:presOf/>
        <dgm:constrLst/>
        <dgm:ruleLst/>
      </dgm:layoutNode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>
            <dgm:param type="fallback" val="1D"/>
          </dgm:alg>
        </dgm:if>
        <dgm:else name="Name3">
          <dgm:alg type="lin">
            <dgm:param type="linDir" val="fromR"/>
            <dgm:param type="fallback" val="1D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L2TextContainer1" refType="w" fact="0.83"/>
                        <dgm:constr type="l" for="ch" forName="L2TextContainer1" refType="w" fact="0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w" fact="0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 fact="0"/>
                  <dgm:constr type="h" for="ch" forName="DropPin1" refType="h" fact="0"/>
                  <dgm:constr type="ctrX" for="ch" forName="DropPin1" refType="w" fact="0"/>
                  <dgm:constr type="ctrY" for="ch" forName="DropPin1" refType="h" fact="0"/>
                  <dgm:constr type="w" for="ch" forName="Ellipse1" refType="w" refFor="ch" refForName="DropPin1" fact="0"/>
                  <dgm:constr type="h" for="ch" forName="Ellipse1" refType="w" refFor="ch" refForName="DropPin1" fact="0"/>
                  <dgm:constr type="ctrX" for="ch" forName="Ellipse1" refType="ctrX" refFor="ch" refForName="DropPin1" fact="0"/>
                  <dgm:constr type="ctrY" for="ch" forName="Ellipse1" refType="ctrY" refFor="ch" refForName="DropPin1" fact="0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1" styleLbl="dkBgShp">
                <dgm:alg type="sp"/>
                <dgm:shape xmlns:r="http://schemas.openxmlformats.org/officeDocument/2006/relationships" type="rect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gradFill rotWithShape="0">
                          <a:gsLst>
                            <a:gs pos="0">
                              <a:schemeClr val="accent1">
                                <a:tint val="76000"/>
                              </a:schemeClr>
                            </a:gs>
                            <a:gs pos="100000">
                              <a:schemeClr val="accent1">
                                <a:tint val="76000"/>
                              </a:schemeClr>
                            </a:gs>
                          </a:gsLst>
                          <a:lin ang="0" scaled="0"/>
                        </a:gradFill>
                      </dgm1612:spPr>
                    </a:ext>
                  </dgm:extLst>
                </dgm:shape>
                <dgm:presOf/>
                <dgm:constrLst/>
              </dgm:layoutNode>
              <dgm:layoutNode name="ConnectorPoint1" moveWith="ConnectLine1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1" refType="w"/>
                  <dgm:constr type="h" for="ch" forName="Bullet1" refType="w"/>
                  <dgm:constr type="ctrX" for="ch" forName="Bullet1" refType="w" fact="0.5"/>
                  <dgm:constr type="ctrY" for="ch" forName="Bullet1" refType="h" fact="0.5"/>
                </dgm:constrLst>
                <dgm:layoutNode name="Bullet1" styleLbl="node1NoLn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h" fact="0.16"/>
                        <dgm:constr type="b" for="ch" forName="L2TextContainer" refType="h" fact="0.4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t" for="ch" forName="L1TextContainer" refType="h" fact="0.01"/>
                        <dgm:constr type="b" for="ch" forName="L1TextContainer" refType="h" fact="0.16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t" for="ch" forName="L1TextContainer" refType="h" fact="0.01"/>
                        <dgm:constr type="b" for="ch" forName="L1TextContainer" refType="h" fact="0.16"/>
                        <dgm:constr type="w" for="ch" forName="L2TextContainer" refType="w" fact="0.83"/>
                        <dgm:constr type="l" for="ch" forName="L2TextContainer" refType="w" fact="0"/>
                        <dgm:constr type="t" for="ch" forName="L2TextContainer" refType="h" fact="0.16"/>
                        <dgm:constr type="b" for="ch" forName="L2TextContainer" refType="h" fact="0.45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w" fact="0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 fact="0"/>
                  <dgm:constr type="h" for="ch" forName="DropPin" refType="h" fact="0"/>
                  <dgm:constr type="ctrX" for="ch" forName="DropPin" refType="w" fact="0"/>
                  <dgm:constr type="ctrY" for="ch" forName="DropPin" refType="h" fact="0"/>
                  <dgm:constr type="w" for="ch" forName="Ellipse" refType="w" refFor="ch" refForName="DropPin" fact="0"/>
                  <dgm:constr type="h" for="ch" forName="Ellipse" refType="w" refFor="ch" refForName="DropPin" fact="0"/>
                  <dgm:constr type="ctrX" for="ch" forName="Ellipse" refType="ctrX" refFor="ch" refForName="DropPin" fact="0"/>
                  <dgm:constr type="ctrY" for="ch" forName="Ellipse" refType="ctrY" refFor="ch" refForName="DropPin" fact="0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" styleLbl="dkBgShp">
                <dgm:alg type="sp"/>
                <dgm:shape xmlns:r="http://schemas.openxmlformats.org/officeDocument/2006/relationships" type="rect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gradFill rotWithShape="0">
                          <a:gsLst>
                            <a:gs pos="0">
                              <a:schemeClr val="accent1">
                                <a:tint val="76000"/>
                              </a:schemeClr>
                            </a:gs>
                            <a:gs pos="100000">
                              <a:schemeClr val="accent1">
                                <a:tint val="76000"/>
                              </a:schemeClr>
                            </a:gs>
                          </a:gsLst>
                          <a:lin ang="0" scaled="0"/>
                        </a:gradFill>
                      </dgm1612:spPr>
                    </a:ext>
                  </dgm:extLst>
                </dgm:shape>
                <dgm:presOf/>
                <dgm:constrLst/>
              </dgm:layoutNode>
              <dgm:layoutNode name="ConnectorPoint" moveWith="ConnectLine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" refType="w"/>
                  <dgm:constr type="h" for="ch" forName="Bullet" refType="w"/>
                  <dgm:constr type="ctrX" for="ch" forName="Bullet" refType="w" fact="0.5"/>
                  <dgm:constr type="ctrY" for="ch" forName="Bullet" refType="h" fact="0.5"/>
                </dgm:constrLst>
                <dgm:layoutNode name="Bullet" styleLbl="node1NoLn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5FE7996B-95FE-ED89-D088-AF8ACE9D76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 dirty="0">
              <a:latin typeface="Avenir Book" panose="02000503020000020003" pitchFamily="2" charset="0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45139A8-04B9-AFAD-01EA-0B0A985D13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2CAF0F-2737-B64F-9B20-3F8A6DB65878}" type="datetimeFigureOut">
              <a:rPr kumimoji="1" lang="ko-KR" altLang="en-US" smtClean="0">
                <a:latin typeface="Avenir Book" panose="02000503020000020003" pitchFamily="2" charset="0"/>
              </a:rPr>
              <a:t>2026. 9. 5.</a:t>
            </a:fld>
            <a:endParaRPr kumimoji="1" lang="ko-KR" altLang="en-US" dirty="0">
              <a:latin typeface="Avenir Book" panose="02000503020000020003" pitchFamily="2" charset="0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076A8AE-3F0E-B9F0-DAEB-3588F50F3FD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 dirty="0">
              <a:latin typeface="Avenir Book" panose="02000503020000020003" pitchFamily="2" charset="0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6AACB88-54AB-7D33-C66A-42661883D12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89DCEC-2F96-214D-A86E-F74898E2721A}" type="slidenum">
              <a:rPr kumimoji="1" lang="ko-KR" altLang="en-US" smtClean="0">
                <a:latin typeface="Avenir Book" panose="02000503020000020003" pitchFamily="2" charset="0"/>
              </a:rPr>
              <a:t>‹#›</a:t>
            </a:fld>
            <a:endParaRPr kumimoji="1" lang="ko-KR" altLang="en-US" dirty="0"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4823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venir Book" panose="02000503020000020003" pitchFamily="2" charset="0"/>
                <a:ea typeface="Noto Sans CJK KR DemiLight" panose="020B0400000000000000" pitchFamily="34" charset="-128"/>
              </a:defRPr>
            </a:lvl1pPr>
          </a:lstStyle>
          <a:p>
            <a:endParaRPr kumimoji="1"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venir Book" panose="02000503020000020003" pitchFamily="2" charset="0"/>
                <a:ea typeface="Noto Sans CJK KR DemiLight" panose="020B0400000000000000" pitchFamily="34" charset="-128"/>
              </a:defRPr>
            </a:lvl1pPr>
          </a:lstStyle>
          <a:p>
            <a:fld id="{F630B70E-88E2-8347-831D-8312EC6C1894}" type="datetimeFigureOut">
              <a:rPr kumimoji="1" lang="ko-KR" altLang="en-US" smtClean="0"/>
              <a:pPr/>
              <a:t>2026. 9. 5.</a:t>
            </a:fld>
            <a:endParaRPr kumimoji="1"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ko-KR" altLang="en-US" dirty="0"/>
              <a:t>마스터 텍스트 스타일 편집
둘째 수준
셋째 수준
넷째 수준
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venir Book" panose="02000503020000020003" pitchFamily="2" charset="0"/>
                <a:ea typeface="Noto Sans CJK KR DemiLight" panose="020B0400000000000000" pitchFamily="34" charset="-128"/>
              </a:defRPr>
            </a:lvl1pPr>
          </a:lstStyle>
          <a:p>
            <a:endParaRPr kumimoji="1"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venir Book" panose="02000503020000020003" pitchFamily="2" charset="0"/>
                <a:ea typeface="Noto Sans CJK KR DemiLight" panose="020B0400000000000000" pitchFamily="34" charset="-128"/>
              </a:defRPr>
            </a:lvl1pPr>
          </a:lstStyle>
          <a:p>
            <a:fld id="{6756A8BA-CB39-6E40-97DB-E9F049161662}" type="slidenum">
              <a:rPr kumimoji="1" lang="ko-KR" altLang="en-US" smtClean="0"/>
              <a:pPr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64983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b="0" i="0" kern="1200">
        <a:solidFill>
          <a:schemeClr val="tx1"/>
        </a:solidFill>
        <a:latin typeface="Avenir Book" panose="02000503020000020003" pitchFamily="2" charset="0"/>
        <a:ea typeface="Noto Sans CJK KR DemiLight" panose="020B0400000000000000" pitchFamily="34" charset="-128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35549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95287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88156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kern="1200" dirty="0">
              <a:solidFill>
                <a:schemeClr val="tx1"/>
              </a:solidFill>
              <a:effectLst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17399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94CA5-7736-895C-CA1C-B12113502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BE7B5B2-D376-48BD-96B0-81360F05CE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D190F9A-3AEC-0D49-1A3B-0AA263568C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kern="1200" dirty="0">
              <a:solidFill>
                <a:schemeClr val="tx1"/>
              </a:solidFill>
              <a:effectLst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183873-DD8B-8AB0-80AA-EEF191B17B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215230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A8ED3-D30C-DA07-F1FE-BA88D82A2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A3D6D3-FCEC-EF57-3A6E-6DF93C669A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A906E55-CB26-FE00-82FB-FDA0CE8830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kern="1200" dirty="0">
              <a:solidFill>
                <a:schemeClr val="tx1"/>
              </a:solidFill>
              <a:effectLst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8CD304-887A-BB79-BFC6-53E7C3AA00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58858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3F0E1-C9FA-0D7F-CEB3-FF3E15441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B8A2A0E-8E08-13AC-20A0-5DB07D6A34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E8685D7-FCAA-1F81-CAE4-0E6A974285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kern="1200" dirty="0">
              <a:solidFill>
                <a:schemeClr val="tx1"/>
              </a:solidFill>
              <a:effectLst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3127D9-5FCB-F1FB-ED8F-32733B25A2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14510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83E5C-9747-2211-4EFC-346CE8EB3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6E5AA63-0C04-3329-BB30-628C5E5C63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2022424-4264-372D-370B-2269697F26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kern="1200" dirty="0">
              <a:solidFill>
                <a:schemeClr val="tx1"/>
              </a:solidFill>
              <a:effectLst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966769-43BC-CF20-41F7-E2D4BFEF6E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488492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52A21-53E5-6ED2-F525-E4CFA7E7D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F61BA0C-320E-F485-D87A-9954F6EE18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715B62A-EA62-3E6B-9E9B-7BE3BCD02D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kern="1200" dirty="0">
              <a:solidFill>
                <a:schemeClr val="tx1"/>
              </a:solidFill>
              <a:effectLst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0F901C-CCC8-C2A7-9B24-5C3CB76E08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845035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0796C-8626-A4A5-44AD-B2490C489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D962CE0-BAA0-B5CC-6432-C92B622707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2623CEF-AFF4-E3B9-11B2-9D68006ABC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kern="1200" dirty="0">
              <a:solidFill>
                <a:schemeClr val="tx1"/>
              </a:solidFill>
              <a:effectLst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D8076B-0B9A-7785-0203-9B96B3FC45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864471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FC6CB-5637-6224-463F-F3E6D6DA2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93ACF47-FBD8-319F-985B-B414ABCAFC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D3CB04-3623-ACB3-E765-F44436D2D7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626BC2-9498-485A-8257-7F3E048605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100674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47755-5E98-3E3F-7C33-EC1DE4C60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EF0AD63-6B8B-F189-1300-3601C22CD5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8F35E4C-740E-594F-D861-C689F1276A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kern="1200" dirty="0">
              <a:solidFill>
                <a:schemeClr val="tx1"/>
              </a:solidFill>
              <a:effectLst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3CDCEC-5AFC-1B00-8789-BAB71CC9E8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949341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08271-87C9-8F83-A8FA-1BF39F1EE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5B21FF6-5D73-BA8F-49B1-3745B98E9E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E3FF2FB-7944-8F2E-7AF0-8751C0CF0F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kern="1200" dirty="0">
              <a:solidFill>
                <a:schemeClr val="tx1"/>
              </a:solidFill>
              <a:effectLst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F9C42F-F744-7D0E-CA95-38B58C0E69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365857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9F151-4B20-DAB8-588F-7AEABBD03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77419E5-88EC-D1F8-07D6-C31FE98ADF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B6D596B-1F33-1FA5-55F1-EF2EEAB43E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Noto Sans CJK KR DemiLight" panose="020B0400000000000000" pitchFamily="34" charset="-128"/>
              <a:ea typeface="Noto Sans CJK KR DemiLight" panose="020B0400000000000000" pitchFamily="34" charset="-128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535602-8BE7-48F8-023B-9C91CF63F3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107070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9F151-4B20-DAB8-588F-7AEABBD03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77419E5-88EC-D1F8-07D6-C31FE98ADF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B6D596B-1F33-1FA5-55F1-EF2EEAB43E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kern="1200" dirty="0">
              <a:solidFill>
                <a:schemeClr val="tx1"/>
              </a:solidFill>
              <a:effectLst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535602-8BE7-48F8-023B-9C91CF63F3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107070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7DA7E-2908-9FEF-9570-4FC66E376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1A76C94-F10B-EE45-ABDE-F9B4A8E6F6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A4A9388-57AF-7A38-B8AF-3FAEE4F84B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kern="1200" dirty="0">
              <a:solidFill>
                <a:schemeClr val="tx1"/>
              </a:solidFill>
              <a:effectLst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3D1A54-3FC8-DDB5-012F-DFBFB1FC39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868919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4128B-C444-6C6F-4CCF-64A303C61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7BA6F71-665A-4DF7-22CA-80FA342FC4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096B2E2-F4A2-5EA4-7ACF-7518C3FB21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A6F6AC-8970-7310-BB9A-21A16385C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347023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01DDB-E624-21CF-9C26-75CD6EAE9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856ED43-9B48-70BF-DF2F-7C13113943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1E414FE-85E4-D676-24A5-B7EA5061E4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kern="1200" dirty="0">
              <a:solidFill>
                <a:schemeClr val="tx1"/>
              </a:solidFill>
              <a:effectLst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79A1A9-D697-39FA-BEF7-BBD748192B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228047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38454-077E-C13E-C879-E9A3788C5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83C34B-06E1-0400-6068-6F8B38FD84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7B1048-0BE3-D83E-45A6-28939CE10D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kern="1200" dirty="0">
              <a:solidFill>
                <a:schemeClr val="tx1"/>
              </a:solidFill>
              <a:effectLst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84CF21-B977-0FEE-8232-ED4E21AE57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378075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8B666-B307-73C0-3270-677CC3B29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B723D10-EB87-D120-9A94-400BE0C3CE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D7F614F-0732-B1E9-DC5B-4755156B7A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kern="1200" dirty="0">
              <a:solidFill>
                <a:schemeClr val="tx1"/>
              </a:solidFill>
              <a:effectLst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B97FD7-1DE9-2D5D-E19C-F926A8E5D5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66073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39BBE-CFB0-3912-516A-3A1817611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9035ED-BB97-7FCE-EBDD-A6ADBBC114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47CEF24-CD29-01A8-A05E-3F2FE48C1A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kern="1200" dirty="0">
              <a:solidFill>
                <a:schemeClr val="tx1"/>
              </a:solidFill>
              <a:effectLst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08B4AE8-E3A0-4D5F-C689-6A02C97CFB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539241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2D10E-D809-6F05-6A36-0ED7BE147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765AF24-9F18-6CAA-47F4-5642D5391B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F673A36-DFF1-894F-952F-13FCD183D8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kern="1200" dirty="0">
              <a:solidFill>
                <a:schemeClr val="tx1"/>
              </a:solidFill>
              <a:effectLst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657006-E4D3-6821-16DD-85F9A03149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034313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401B2-2069-B994-CD9A-33EECD95D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B99EA41-8CD6-234F-A2BA-321D179AD3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4B36FCB-952F-E543-FD78-2D0BDCD51F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kern="1200" dirty="0">
              <a:solidFill>
                <a:schemeClr val="tx1"/>
              </a:solidFill>
              <a:effectLst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E15787-4171-07ED-948F-C6AA872595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9300405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A107E-57CF-0CB2-3E9C-D43FB633D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DFB0D1C-2E44-050F-8D84-DE72AE9932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5732FC4-500E-9D6C-C6DE-01E427A2A6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kern="1200" dirty="0">
              <a:solidFill>
                <a:schemeClr val="tx1"/>
              </a:solidFill>
              <a:effectLst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681B68-BB93-60F2-5494-8E96C798A1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06089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53106-F82F-B3A2-F7F2-E4AB858E9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982C638-E7A1-AFF9-513C-516A3D68D5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0BFB072-4742-5995-7566-EBDCC135C7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8074D3-995B-D120-BEF2-CC126C28D2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8223316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9FAE4-8A61-ADDA-9BC2-C51601E86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A77A837-EB7F-20E4-C986-C3C0BF26B0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63C5AFD-5B37-9D56-42BF-5B6ED6BF1A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kern="1200" dirty="0">
              <a:solidFill>
                <a:schemeClr val="tx1"/>
              </a:solidFill>
              <a:effectLst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D4A63F-CB00-775C-BC69-7FC73F9A58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349840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B0497-7CC2-167B-8E17-E77B0073C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8C9A86C-2053-B83A-516E-8ED6D4B6B6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51EC35A-C542-F281-6F86-CC341674FD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kern="1200" dirty="0">
              <a:solidFill>
                <a:schemeClr val="tx1"/>
              </a:solidFill>
              <a:effectLst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5053EE-227C-673A-6105-8D5850BF1D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6369206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A1B46-6B27-42E4-3CD7-4336B4EB5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63A106B-4DFE-80C7-C7AF-2B05D9CFD3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14CFB13-3C1B-4CCB-995C-5A8931564C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kern="1200" dirty="0">
              <a:solidFill>
                <a:schemeClr val="tx1"/>
              </a:solidFill>
              <a:effectLst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FB5D39-B7DD-8968-0951-5E0A8236F8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8891764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AD169-A18C-27EF-02C9-2BD49E1FE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2B55350-CCDF-F5EB-B2BA-EABC2B4788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6BADD5-BE15-F5E5-CA03-9DA5D97E13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kern="1200" dirty="0">
              <a:solidFill>
                <a:schemeClr val="tx1"/>
              </a:solidFill>
              <a:effectLst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423C2C-037E-B2A1-0F1F-8E7ECB86C6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1892239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C1050-88F8-D277-719B-00BF01EEC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9D81B20-9E3D-4C49-1F27-77096851FF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64CC28A-C05B-37ED-FA1E-BD07BAE4A9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kern="1200" dirty="0">
              <a:solidFill>
                <a:schemeClr val="tx1"/>
              </a:solidFill>
              <a:effectLst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0B788B-DC86-5C2D-B21B-86DEC7D93D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449431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64311-731B-EB69-1E6F-0E9595617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C2F0E6F-DD35-5818-B2BE-90D935B047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2F637E0-4E79-EDD2-8AD9-8BE0AAC806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kern="1200" dirty="0">
              <a:solidFill>
                <a:schemeClr val="tx1"/>
              </a:solidFill>
              <a:effectLst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94C047-D57B-EAF6-C444-9F7F84BC79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700417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45172-67F2-B93E-9B93-40BBE36CA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9CAC1DC-5F6D-C563-A436-530DD493CF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AED786D-3AB0-CCBC-5504-00DA09C5B7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kern="1200" dirty="0">
              <a:solidFill>
                <a:schemeClr val="tx1"/>
              </a:solidFill>
              <a:effectLst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B6E0DE-326D-CBF0-4453-4E86F10727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9836756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83B85-6CAF-581C-72B8-D6C1D5E64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E2615FA-2C02-531A-4ABD-D4D56D67C0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988A2A-8ADC-73A5-B42F-BA2276F035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kern="1200" dirty="0">
              <a:solidFill>
                <a:schemeClr val="tx1"/>
              </a:solidFill>
              <a:effectLst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B43E45-99A5-D780-C23C-914DAB4B99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2198562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A6E33-0CBE-4856-2397-9DF1A66DA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3DAB25B-A56F-4DD7-5B4C-9C4193B0CF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6C25C59-816A-C247-62D1-ECF4D08641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kern="1200" dirty="0">
              <a:solidFill>
                <a:schemeClr val="tx1"/>
              </a:solidFill>
              <a:effectLst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73A0DE-AA12-C975-8D41-1D7B12734E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792053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F0660-F1F7-B698-440B-BE97A239A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D907298-E58E-734E-B2A6-5EF4EE7B31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0011300-74F9-A88A-B6E1-F4E92709E0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kern="1200" dirty="0">
              <a:solidFill>
                <a:schemeClr val="tx1"/>
              </a:solidFill>
              <a:effectLst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98003A-5F9F-6018-F1D8-F21B644B25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5011085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E748A-D8C6-BFC9-97A4-34EC745D8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F21D620-D4FB-CEE3-449B-79BDCA05BA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DFDEFDB-D311-5852-5683-149394CB8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kern="1200" dirty="0">
              <a:solidFill>
                <a:schemeClr val="tx1"/>
              </a:solidFill>
              <a:effectLst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F55FF5-7F2A-BE07-3313-A2B0B138A9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2844472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CA18C-9C96-788A-6BCC-2E71259F2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054B1A3-0283-47D9-8645-EF699F1D2D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BDF08F8-891B-66A4-8B1E-B03E58F0C0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4E0695-809F-5033-3411-071CB7BD7C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8377366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0DC6A-DC4A-1D46-3F2D-299E91711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6881A3F-BB14-E995-F83D-3718937A33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4C0CF10-5C6A-DB95-CEB7-FDD72063F4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kern="1200" dirty="0">
              <a:solidFill>
                <a:schemeClr val="tx1"/>
              </a:solidFill>
              <a:effectLst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42E144-8DC8-ED0B-34AE-E720196921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168970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506E1-4FE1-E96C-CADF-F3CCD9BA7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E458D99-8BEC-0891-F43D-60C30F6488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E64657-9C27-2017-22FC-AB7BCD73E6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kern="1200" dirty="0">
              <a:solidFill>
                <a:schemeClr val="tx1"/>
              </a:solidFill>
              <a:effectLst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6B4ACB-3D55-A8CB-E3E2-C88FB23A7E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462228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AD6FC-D995-09E4-B4E5-AC34B8438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AE2752A-C8F2-7CE5-3910-9E27808DF3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0B13A6B-B0F2-C289-F17F-C53DA933F4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kern="1200" dirty="0">
              <a:solidFill>
                <a:schemeClr val="tx1"/>
              </a:solidFill>
              <a:effectLst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3A9A93-F1FA-A533-249F-3FA878DBA8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3023664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8C52F-B99A-CEDE-C6DE-44BB40928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3F0669B-2924-A439-3458-7E2BB5E706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DB55FFE-E473-94F6-6411-58F4F04284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992F02-24E6-CB92-1A8B-BA2282603E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9575676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C3190-F4DB-A3AF-3265-761688C52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5768DA0-AB4E-7E64-B6E8-4E9F864CDD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62066D3-8B4D-472E-D12C-4E1A6B68D3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kern="1200" dirty="0">
              <a:solidFill>
                <a:schemeClr val="tx1"/>
              </a:solidFill>
              <a:effectLst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007FE3-B509-FBBE-FEDA-1423EA30A8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691815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2B2B5-FE77-1E98-8761-CC24F8544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CCEC998-8EFA-E9D9-D231-A317C139D2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0082123-32D1-D66A-6EC6-539BEB467F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kern="1200" dirty="0">
              <a:solidFill>
                <a:schemeClr val="tx1"/>
              </a:solidFill>
              <a:effectLst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A01C3F-861A-A802-6E2B-90B46112F4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811776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016DC-4E69-9656-A575-A6F04DF2D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FF9676D-5EE1-A411-1694-7448D7EE24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2A6CA1F-AB28-F396-0699-FD471D8CCE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kern="1200" dirty="0">
              <a:solidFill>
                <a:schemeClr val="tx1"/>
              </a:solidFill>
              <a:effectLst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C4A970-98C2-3246-F62E-B68BA585A8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5766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94D3EC-5387-6940-A670-BD5DD6C161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4294" y="2279933"/>
            <a:ext cx="10887674" cy="1415415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300" b="0" i="0">
                <a:latin typeface="Arial" panose="020B0604020202020204" pitchFamily="34" charset="0"/>
                <a:ea typeface="NanumSquareOTF ExtraBold" panose="020B0600000101010101" pitchFamily="34" charset="-127"/>
                <a:cs typeface="Pretendard ExtraBold" panose="02000503000000020004" pitchFamily="2" charset="-127"/>
              </a:defRPr>
            </a:lvl1pPr>
          </a:lstStyle>
          <a:p>
            <a:r>
              <a:rPr kumimoji="1"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AFC4ECE-9611-3B40-BB11-FFA57C2AEF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4294" y="4073126"/>
            <a:ext cx="10887674" cy="122199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900" b="0" i="0">
                <a:latin typeface="Arial" panose="020B0604020202020204" pitchFamily="34" charset="0"/>
                <a:ea typeface="NanumSquareOTF" panose="020B0600000101010101" pitchFamily="34" charset="-127"/>
                <a:cs typeface="Pretendard Light" panose="02000403000000020004" pitchFamily="2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 dirty="0"/>
              <a:t>클릭하여 마스터 부제목 스타일 편집</a:t>
            </a:r>
          </a:p>
        </p:txBody>
      </p:sp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7ED3B29A-1A62-544F-BF13-47EAE90F9BE8}"/>
              </a:ext>
            </a:extLst>
          </p:cNvPr>
          <p:cNvCxnSpPr>
            <a:cxnSpLocks/>
          </p:cNvCxnSpPr>
          <p:nvPr userDrawn="1"/>
        </p:nvCxnSpPr>
        <p:spPr>
          <a:xfrm flipH="1">
            <a:off x="5706589" y="3916135"/>
            <a:ext cx="778823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액자 11">
            <a:extLst>
              <a:ext uri="{FF2B5EF4-FFF2-40B4-BE49-F238E27FC236}">
                <a16:creationId xmlns:a16="http://schemas.microsoft.com/office/drawing/2014/main" id="{16FF06BB-F115-E84C-A5B8-EF4C0622802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548"/>
            </a:avLst>
          </a:prstGeom>
          <a:blipFill dpi="0" rotWithShape="1">
            <a:blip r:embed="rId2">
              <a:alphaModFix amt="58079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0" i="0" dirty="0">
              <a:solidFill>
                <a:schemeClr val="tx1"/>
              </a:solidFill>
              <a:latin typeface="Avenir Book" panose="02000503020000020003" pitchFamily="2" charset="0"/>
              <a:ea typeface="Noto Sans CJK KR DemiLight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463439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94D3EC-5387-6940-A670-BD5DD6C161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4294" y="2279933"/>
            <a:ext cx="10887674" cy="1415415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300" b="0" i="0">
                <a:latin typeface="Arial" panose="020B0604020202020204" pitchFamily="34" charset="0"/>
                <a:ea typeface="NanumSquareOTF ExtraBold" panose="020B0600000101010101" pitchFamily="34" charset="-127"/>
                <a:cs typeface="Pretendard ExtraBold" panose="02000503000000020004" pitchFamily="2" charset="-127"/>
              </a:defRPr>
            </a:lvl1pPr>
          </a:lstStyle>
          <a:p>
            <a:r>
              <a:rPr kumimoji="1"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AFC4ECE-9611-3B40-BB11-FFA57C2AEF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4294" y="4073126"/>
            <a:ext cx="10887674" cy="122199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900" b="0" i="0">
                <a:latin typeface="Arial" panose="020B0604020202020204" pitchFamily="34" charset="0"/>
                <a:ea typeface="NanumSquareOTF" panose="020B0600000101010101" pitchFamily="34" charset="-127"/>
                <a:cs typeface="Pretendard Light" panose="02000403000000020004" pitchFamily="2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 dirty="0"/>
              <a:t>클릭하여 마스터 부제목 스타일 편집</a:t>
            </a:r>
          </a:p>
        </p:txBody>
      </p:sp>
      <p:sp>
        <p:nvSpPr>
          <p:cNvPr id="5" name="액자 4">
            <a:extLst>
              <a:ext uri="{FF2B5EF4-FFF2-40B4-BE49-F238E27FC236}">
                <a16:creationId xmlns:a16="http://schemas.microsoft.com/office/drawing/2014/main" id="{43393BF7-4F78-4127-3D17-C8BBB64825F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928"/>
            </a:avLst>
          </a:prstGeom>
          <a:gradFill>
            <a:gsLst>
              <a:gs pos="0">
                <a:srgbClr val="7F1452">
                  <a:lumMod val="85000"/>
                  <a:lumOff val="15000"/>
                </a:srgbClr>
              </a:gs>
              <a:gs pos="50000">
                <a:srgbClr val="2B3F7F">
                  <a:lumMod val="85000"/>
                  <a:lumOff val="15000"/>
                </a:srgbClr>
              </a:gs>
              <a:gs pos="100000">
                <a:srgbClr val="006758">
                  <a:lumMod val="85000"/>
                  <a:lumOff val="15000"/>
                </a:srgbClr>
              </a:gs>
            </a:gsLst>
            <a:lin ang="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0" i="0" dirty="0">
              <a:solidFill>
                <a:schemeClr val="tx1"/>
              </a:solidFill>
              <a:latin typeface="Avenir Book" panose="02000503020000020003" pitchFamily="2" charset="0"/>
              <a:ea typeface="Noto Sans CJK KR DemiLight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199879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2031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화면(내부테두리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액자 2">
            <a:extLst>
              <a:ext uri="{FF2B5EF4-FFF2-40B4-BE49-F238E27FC236}">
                <a16:creationId xmlns:a16="http://schemas.microsoft.com/office/drawing/2014/main" id="{07E7C275-48D5-7DC0-5FD4-A93BA7A008FD}"/>
              </a:ext>
            </a:extLst>
          </p:cNvPr>
          <p:cNvSpPr/>
          <p:nvPr userDrawn="1"/>
        </p:nvSpPr>
        <p:spPr>
          <a:xfrm>
            <a:off x="62400" y="63000"/>
            <a:ext cx="12067200" cy="6732000"/>
          </a:xfrm>
          <a:prstGeom prst="frame">
            <a:avLst>
              <a:gd name="adj1" fmla="val 440"/>
            </a:avLst>
          </a:prstGeom>
          <a:gradFill>
            <a:gsLst>
              <a:gs pos="0">
                <a:srgbClr val="A69EA4">
                  <a:alpha val="69804"/>
                </a:srgbClr>
              </a:gs>
              <a:gs pos="50000">
                <a:srgbClr val="A6A6A6">
                  <a:alpha val="69804"/>
                </a:srgbClr>
              </a:gs>
              <a:gs pos="100000">
                <a:srgbClr val="CBCBCB">
                  <a:alpha val="69804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ko-KR" altLang="en-US" b="0" i="0" dirty="0">
              <a:solidFill>
                <a:schemeClr val="tx1"/>
              </a:solidFill>
              <a:latin typeface="Avenir Book" panose="02000503020000020003" pitchFamily="2" charset="0"/>
              <a:ea typeface="Noto Sans CJK KR DemiLight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7393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화면(내부테두리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액자 3">
            <a:extLst>
              <a:ext uri="{FF2B5EF4-FFF2-40B4-BE49-F238E27FC236}">
                <a16:creationId xmlns:a16="http://schemas.microsoft.com/office/drawing/2014/main" id="{0502D5A8-F80A-8940-D0B0-049F0D86564A}"/>
              </a:ext>
            </a:extLst>
          </p:cNvPr>
          <p:cNvSpPr/>
          <p:nvPr userDrawn="1"/>
        </p:nvSpPr>
        <p:spPr>
          <a:xfrm>
            <a:off x="62400" y="63000"/>
            <a:ext cx="12067200" cy="6732000"/>
          </a:xfrm>
          <a:prstGeom prst="frame">
            <a:avLst>
              <a:gd name="adj1" fmla="val 440"/>
            </a:avLst>
          </a:prstGeom>
          <a:gradFill>
            <a:gsLst>
              <a:gs pos="0">
                <a:srgbClr val="7F1452">
                  <a:lumMod val="85000"/>
                  <a:lumOff val="15000"/>
                </a:srgbClr>
              </a:gs>
              <a:gs pos="50000">
                <a:srgbClr val="2B3F7F">
                  <a:lumMod val="85000"/>
                  <a:lumOff val="15000"/>
                </a:srgbClr>
              </a:gs>
              <a:gs pos="100000">
                <a:srgbClr val="006758">
                  <a:lumMod val="85000"/>
                  <a:lumOff val="15000"/>
                </a:srgbClr>
              </a:gs>
            </a:gsLst>
            <a:lin ang="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ko-KR" altLang="en-US" b="0" i="0" dirty="0">
              <a:solidFill>
                <a:schemeClr val="tx1"/>
              </a:solidFill>
              <a:latin typeface="Avenir Book" panose="02000503020000020003" pitchFamily="2" charset="0"/>
              <a:ea typeface="Noto Sans CJK KR DemiLight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06483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빈화면(내부테두리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액자 3">
            <a:extLst>
              <a:ext uri="{FF2B5EF4-FFF2-40B4-BE49-F238E27FC236}">
                <a16:creationId xmlns:a16="http://schemas.microsoft.com/office/drawing/2014/main" id="{0502D5A8-F80A-8940-D0B0-049F0D86564A}"/>
              </a:ext>
            </a:extLst>
          </p:cNvPr>
          <p:cNvSpPr/>
          <p:nvPr userDrawn="1"/>
        </p:nvSpPr>
        <p:spPr>
          <a:xfrm>
            <a:off x="62400" y="63000"/>
            <a:ext cx="12067200" cy="6732000"/>
          </a:xfrm>
          <a:prstGeom prst="frame">
            <a:avLst>
              <a:gd name="adj1" fmla="val 44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60000"/>
                </a:schemeClr>
              </a:gs>
              <a:gs pos="50000">
                <a:schemeClr val="accent5">
                  <a:lumMod val="40000"/>
                  <a:lumOff val="60000"/>
                  <a:alpha val="60000"/>
                </a:schemeClr>
              </a:gs>
              <a:gs pos="100000">
                <a:schemeClr val="accent6">
                  <a:lumMod val="75000"/>
                  <a:alpha val="20000"/>
                </a:schemeClr>
              </a:gs>
            </a:gsLst>
            <a:lin ang="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ko-KR" altLang="en-US" b="0" i="0" dirty="0">
              <a:solidFill>
                <a:schemeClr val="tx1"/>
              </a:solidFill>
              <a:latin typeface="Avenir Book" panose="02000503020000020003" pitchFamily="2" charset="0"/>
              <a:ea typeface="Noto Sans CJK KR DemiLight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94665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화면(바깥테두리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액자 2">
            <a:extLst>
              <a:ext uri="{FF2B5EF4-FFF2-40B4-BE49-F238E27FC236}">
                <a16:creationId xmlns:a16="http://schemas.microsoft.com/office/drawing/2014/main" id="{B8A7E147-F47C-A649-8FD3-D2C3F27F484B}"/>
              </a:ext>
            </a:extLst>
          </p:cNvPr>
          <p:cNvSpPr/>
          <p:nvPr userDrawn="1"/>
        </p:nvSpPr>
        <p:spPr>
          <a:xfrm>
            <a:off x="104503" y="0"/>
            <a:ext cx="12192000" cy="6858000"/>
          </a:xfrm>
          <a:prstGeom prst="frame">
            <a:avLst>
              <a:gd name="adj1" fmla="val 1548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60000"/>
                </a:schemeClr>
              </a:gs>
              <a:gs pos="50000">
                <a:schemeClr val="accent5">
                  <a:lumMod val="40000"/>
                  <a:lumOff val="60000"/>
                  <a:alpha val="60000"/>
                </a:schemeClr>
              </a:gs>
              <a:gs pos="100000">
                <a:schemeClr val="accent6">
                  <a:lumMod val="75000"/>
                  <a:alpha val="20000"/>
                </a:schemeClr>
              </a:gs>
            </a:gsLst>
            <a:lin ang="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ko-KR" altLang="en-US" b="0" i="0" dirty="0">
              <a:solidFill>
                <a:schemeClr val="tx1"/>
              </a:solidFill>
              <a:latin typeface="Avenir Book" panose="02000503020000020003" pitchFamily="2" charset="0"/>
              <a:ea typeface="Noto Sans CJK KR DemiLight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58473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제목 및 내용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93BE8142-8817-6D47-B8C2-7C7A6D28BA4B}"/>
              </a:ext>
            </a:extLst>
          </p:cNvPr>
          <p:cNvSpPr/>
          <p:nvPr userDrawn="1"/>
        </p:nvSpPr>
        <p:spPr>
          <a:xfrm>
            <a:off x="0" y="6587836"/>
            <a:ext cx="12192000" cy="2896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0" i="0" dirty="0">
              <a:solidFill>
                <a:schemeClr val="tx1"/>
              </a:solidFill>
              <a:latin typeface="Arial" panose="020B0604020202020204" pitchFamily="34" charset="0"/>
              <a:ea typeface="NanumSquareOTF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1AD0AF-85F8-438C-B7EF-14DC6EB4E3FD}"/>
              </a:ext>
            </a:extLst>
          </p:cNvPr>
          <p:cNvSpPr txBox="1"/>
          <p:nvPr userDrawn="1"/>
        </p:nvSpPr>
        <p:spPr>
          <a:xfrm>
            <a:off x="1962860" y="6613081"/>
            <a:ext cx="8266280" cy="21967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ko-KR"/>
            </a:defPPr>
            <a:lvl1pPr lvl="0" algn="ctr">
              <a:defRPr kumimoji="1" sz="1300" b="0" i="0">
                <a:solidFill>
                  <a:schemeClr val="bg1"/>
                </a:solidFill>
                <a:effectLst>
                  <a:outerShdw blurRad="76200" dir="2700000" algn="tl" rotWithShape="0">
                    <a:schemeClr val="tx1">
                      <a:alpha val="30000"/>
                    </a:schemeClr>
                  </a:outerShdw>
                </a:effectLst>
                <a:latin typeface="Noto Sans CJK KR Medium" panose="020B0500000000000000" pitchFamily="34" charset="-128"/>
                <a:ea typeface="Noto Sans CJK KR Medium" panose="020B0500000000000000" pitchFamily="34" charset="-128"/>
              </a:defRPr>
            </a:lvl1pPr>
          </a:lstStyle>
          <a:p>
            <a:pPr lvl="0"/>
            <a:r>
              <a:rPr lang="en-US" altLang="ko-KR" sz="1400" b="0" i="0" dirty="0">
                <a:solidFill>
                  <a:schemeClr val="bg1">
                    <a:alpha val="80000"/>
                  </a:schemeClr>
                </a:solidFill>
                <a:effectLst>
                  <a:outerShdw blurRad="76200" dir="2700000" algn="tl" rotWithShape="0">
                    <a:schemeClr val="tx2">
                      <a:lumMod val="20000"/>
                      <a:lumOff val="80000"/>
                      <a:alpha val="30000"/>
                    </a:schemeClr>
                  </a:outerShdw>
                </a:effectLst>
                <a:latin typeface="Arial" panose="020B0604020202020204" pitchFamily="34" charset="0"/>
                <a:ea typeface="NanumSquareOTF" panose="020B0600000101010101" pitchFamily="34" charset="-127"/>
                <a:cs typeface="Pretendard Medium" panose="02000503000000020004" pitchFamily="2" charset="-127"/>
              </a:rPr>
              <a:t>Deep Learning 101: from SSM to Mamba</a:t>
            </a:r>
          </a:p>
        </p:txBody>
      </p:sp>
      <p:sp>
        <p:nvSpPr>
          <p:cNvPr id="8" name="슬라이드 번호 개체 틀 16">
            <a:extLst>
              <a:ext uri="{FF2B5EF4-FFF2-40B4-BE49-F238E27FC236}">
                <a16:creationId xmlns:a16="http://schemas.microsoft.com/office/drawing/2014/main" id="{D2A8990C-FD02-6C4B-071B-CEBC8A45BFEC}"/>
              </a:ext>
            </a:extLst>
          </p:cNvPr>
          <p:cNvSpPr txBox="1">
            <a:spLocks/>
          </p:cNvSpPr>
          <p:nvPr userDrawn="1"/>
        </p:nvSpPr>
        <p:spPr>
          <a:xfrm>
            <a:off x="39756" y="6634343"/>
            <a:ext cx="1761460" cy="184582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Noto Sans CJK KR DemiLight" panose="020B0400000000000000" pitchFamily="34" charset="-128"/>
                <a:ea typeface="Noto Sans CJK KR DemiLight" panose="020B0400000000000000" pitchFamily="34" charset="-128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BA45551B-5980-2241-84A4-2E1F7AE298A0}" type="slidenum">
              <a:rPr kumimoji="1" lang="en-US" altLang="ko-KR" sz="1400" b="0" i="0" smtClean="0">
                <a:solidFill>
                  <a:schemeClr val="bg1">
                    <a:alpha val="80000"/>
                  </a:schemeClr>
                </a:solidFill>
                <a:latin typeface="Arial" panose="020B0604020202020204" pitchFamily="34" charset="0"/>
                <a:ea typeface="NanumSquareOTF" panose="020B0600000101010101" pitchFamily="34" charset="-127"/>
                <a:cs typeface="Pretendard Medium" panose="02000503000000020004" pitchFamily="2" charset="-127"/>
              </a:rPr>
              <a:t>‹#›</a:t>
            </a:fld>
            <a:r>
              <a:rPr kumimoji="1" lang="ko-KR" altLang="en-US" sz="1400" b="0" i="0" dirty="0">
                <a:solidFill>
                  <a:schemeClr val="bg1">
                    <a:alpha val="80000"/>
                  </a:schemeClr>
                </a:solidFill>
                <a:latin typeface="Arial" panose="020B0604020202020204" pitchFamily="34" charset="0"/>
                <a:ea typeface="NanumSquareOTF" panose="020B0600000101010101" pitchFamily="34" charset="-127"/>
                <a:cs typeface="Pretendard Medium" panose="02000503000000020004" pitchFamily="2" charset="-127"/>
              </a:rPr>
              <a:t> </a:t>
            </a:r>
            <a:r>
              <a:rPr kumimoji="1" lang="en-US" altLang="ko-KR" sz="1400" b="0" i="0" dirty="0">
                <a:solidFill>
                  <a:schemeClr val="bg1">
                    <a:alpha val="80000"/>
                  </a:schemeClr>
                </a:solidFill>
                <a:latin typeface="Arial" panose="020B0604020202020204" pitchFamily="34" charset="0"/>
                <a:ea typeface="NanumSquareOTF" panose="020B0600000101010101" pitchFamily="34" charset="-127"/>
                <a:cs typeface="Pretendard Medium" panose="02000503000000020004" pitchFamily="2" charset="-127"/>
              </a:rPr>
              <a:t>/ 44</a:t>
            </a:r>
            <a:endParaRPr kumimoji="1" lang="ko-KR" altLang="en-US" sz="1400" b="0" i="0" dirty="0">
              <a:solidFill>
                <a:schemeClr val="bg1">
                  <a:alpha val="80000"/>
                </a:schemeClr>
              </a:solidFill>
              <a:latin typeface="Arial" panose="020B0604020202020204" pitchFamily="34" charset="0"/>
              <a:ea typeface="NanumSquareOTF" panose="020B0600000101010101" pitchFamily="34" charset="-127"/>
              <a:cs typeface="Pretendard Medium" panose="020005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F09C60-DDBB-85F8-80C0-8EDFC7981D90}"/>
              </a:ext>
            </a:extLst>
          </p:cNvPr>
          <p:cNvSpPr txBox="1"/>
          <p:nvPr userDrawn="1"/>
        </p:nvSpPr>
        <p:spPr>
          <a:xfrm>
            <a:off x="9289657" y="6612077"/>
            <a:ext cx="2258107" cy="21967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ko-KR"/>
            </a:defPPr>
            <a:lvl1pPr lvl="0" algn="ctr">
              <a:defRPr kumimoji="1" sz="1300" b="0" i="0">
                <a:solidFill>
                  <a:schemeClr val="bg1"/>
                </a:solidFill>
                <a:effectLst>
                  <a:outerShdw blurRad="76200" dir="2700000" algn="tl" rotWithShape="0">
                    <a:schemeClr val="tx1">
                      <a:alpha val="30000"/>
                    </a:schemeClr>
                  </a:outerShdw>
                </a:effectLst>
                <a:latin typeface="Noto Sans CJK KR Medium" panose="020B0500000000000000" pitchFamily="34" charset="-128"/>
                <a:ea typeface="Noto Sans CJK KR Medium" panose="020B0500000000000000" pitchFamily="34" charset="-128"/>
              </a:defRPr>
            </a:lvl1pPr>
          </a:lstStyle>
          <a:p>
            <a:pPr lvl="0" algn="r"/>
            <a:r>
              <a:rPr lang="en-US" altLang="ko-KR" sz="1400" b="0" i="0" dirty="0">
                <a:solidFill>
                  <a:schemeClr val="bg1">
                    <a:alpha val="80000"/>
                  </a:schemeClr>
                </a:solidFill>
                <a:effectLst>
                  <a:outerShdw blurRad="76200" dir="2700000" algn="tl" rotWithShape="0">
                    <a:schemeClr val="tx2">
                      <a:lumMod val="20000"/>
                      <a:lumOff val="80000"/>
                      <a:alpha val="30000"/>
                    </a:schemeClr>
                  </a:outerShdw>
                </a:effectLst>
                <a:latin typeface="Arial" panose="020B0604020202020204" pitchFamily="34" charset="0"/>
                <a:ea typeface="NanumSquareOTF" panose="020B0600000101010101" pitchFamily="34" charset="-127"/>
                <a:cs typeface="Pretendard Medium" panose="02000503000000020004" pitchFamily="2" charset="-127"/>
              </a:rPr>
              <a:t>Y.-M. Jung &amp; D. Lee</a:t>
            </a:r>
          </a:p>
        </p:txBody>
      </p:sp>
      <p:pic>
        <p:nvPicPr>
          <p:cNvPr id="10" name="그래픽 9">
            <a:extLst>
              <a:ext uri="{FF2B5EF4-FFF2-40B4-BE49-F238E27FC236}">
                <a16:creationId xmlns:a16="http://schemas.microsoft.com/office/drawing/2014/main" id="{C5E855B9-CD0B-E547-26BC-85060717E59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72732" y="6590921"/>
            <a:ext cx="587662" cy="261183"/>
          </a:xfrm>
          <a:prstGeom prst="rect">
            <a:avLst/>
          </a:prstGeom>
        </p:spPr>
      </p:pic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D6E6B5B5-7C93-1F5B-BD89-C5F896FEDEE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9827" y="1151467"/>
            <a:ext cx="11440697" cy="5249538"/>
          </a:xfrm>
          <a:prstGeom prst="rect">
            <a:avLst/>
          </a:prstGeom>
        </p:spPr>
        <p:txBody>
          <a:bodyPr/>
          <a:lstStyle>
            <a:lvl1pPr marL="273050" indent="-273050">
              <a:lnSpc>
                <a:spcPct val="120000"/>
              </a:lnSpc>
              <a:spcBef>
                <a:spcPts val="400"/>
              </a:spcBef>
              <a:tabLst/>
              <a:defRPr sz="2800" b="0" i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NanumSquareOTF Light" panose="020B0600000101010101" pitchFamily="34" charset="-127"/>
                <a:cs typeface="Arial" panose="020B0604020202020204" pitchFamily="34" charset="0"/>
              </a:defRPr>
            </a:lvl1pPr>
            <a:lvl2pPr marL="715963" indent="-258763">
              <a:lnSpc>
                <a:spcPct val="120000"/>
              </a:lnSpc>
              <a:spcBef>
                <a:spcPts val="400"/>
              </a:spcBef>
              <a:tabLst/>
              <a:defRPr sz="2600" b="0" i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NanumSquareOTF Light" panose="020B0600000101010101" pitchFamily="34" charset="-127"/>
                <a:cs typeface="Arial" panose="020B0604020202020204" pitchFamily="34" charset="0"/>
              </a:defRPr>
            </a:lvl2pPr>
            <a:lvl3pPr marL="1158875" indent="-244475">
              <a:lnSpc>
                <a:spcPct val="120000"/>
              </a:lnSpc>
              <a:spcBef>
                <a:spcPts val="400"/>
              </a:spcBef>
              <a:tabLst/>
              <a:defRPr sz="2400" b="0" i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NanumSquareOTF Light" panose="020B0600000101010101" pitchFamily="34" charset="-127"/>
                <a:cs typeface="Arial" panose="020B0604020202020204" pitchFamily="34" charset="0"/>
              </a:defRPr>
            </a:lvl3pPr>
            <a:lvl4pPr marL="1646238" indent="-274638">
              <a:lnSpc>
                <a:spcPct val="120000"/>
              </a:lnSpc>
              <a:spcBef>
                <a:spcPts val="400"/>
              </a:spcBef>
              <a:tabLst/>
              <a:defRPr sz="2400" b="0" i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NanumSquareOTF Light" panose="020B0600000101010101" pitchFamily="34" charset="-127"/>
                <a:cs typeface="Arial" panose="020B0604020202020204" pitchFamily="34" charset="0"/>
              </a:defRPr>
            </a:lvl4pPr>
            <a:lvl5pPr>
              <a:lnSpc>
                <a:spcPct val="120000"/>
              </a:lnSpc>
              <a:spcBef>
                <a:spcPts val="400"/>
              </a:spcBef>
              <a:defRPr sz="1600" b="0" i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NanumSquareOTF Light" panose="020B0600000101010101" pitchFamily="34" charset="-127"/>
                <a:cs typeface="Arial" panose="020B0604020202020204" pitchFamily="34" charset="0"/>
              </a:defRPr>
            </a:lvl5pPr>
          </a:lstStyle>
          <a:p>
            <a:pPr lvl="0"/>
            <a:r>
              <a:rPr kumimoji="1" lang="en-US" altLang="ko-KR" dirty="0" err="1"/>
              <a:t>asdf</a:t>
            </a:r>
            <a:endParaRPr kumimoji="1" lang="en-US" altLang="ko-KR" dirty="0"/>
          </a:p>
          <a:p>
            <a:pPr lvl="0"/>
            <a:r>
              <a:rPr kumimoji="1" lang="en-US" altLang="ko-KR" dirty="0" err="1"/>
              <a:t>asdf</a:t>
            </a:r>
            <a:endParaRPr kumimoji="1" lang="en-US" altLang="ko-KR" dirty="0"/>
          </a:p>
          <a:p>
            <a:pPr lvl="1"/>
            <a:r>
              <a:rPr kumimoji="1" lang="en-US" altLang="ko-KR" dirty="0" err="1"/>
              <a:t>asdf</a:t>
            </a:r>
            <a:endParaRPr kumimoji="1" lang="en-US" altLang="ko-KR" dirty="0"/>
          </a:p>
          <a:p>
            <a:pPr lvl="2"/>
            <a:r>
              <a:rPr kumimoji="1" lang="en-US" altLang="ko-KR" dirty="0" err="1"/>
              <a:t>asdf</a:t>
            </a:r>
            <a:endParaRPr kumimoji="1" lang="en-US" altLang="ko-KR" dirty="0"/>
          </a:p>
          <a:p>
            <a:pPr lvl="3"/>
            <a:r>
              <a:rPr kumimoji="1" lang="en-US" altLang="ko-KR" dirty="0" err="1"/>
              <a:t>asdf</a:t>
            </a:r>
            <a:endParaRPr kumimoji="1" lang="ko-KR" altLang="en-US" dirty="0"/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60C616EC-2A28-B0A6-EA65-F938BB8DBE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913" y="118633"/>
            <a:ext cx="11404650" cy="753795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1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spc="100" baseline="0">
                <a:ln>
                  <a:solidFill>
                    <a:sysClr val="windowText" lastClr="000000"/>
                  </a:solidFill>
                </a:ln>
                <a:latin typeface="Arial" panose="020B0604020202020204" pitchFamily="34" charset="0"/>
                <a:ea typeface="NanumSquareOTF ExtraBold" panose="020B0600000101010101" pitchFamily="34" charset="-127"/>
                <a:cs typeface="Arial" panose="020B0604020202020204" pitchFamily="34" charset="0"/>
              </a:defRPr>
            </a:lvl1pPr>
          </a:lstStyle>
          <a:p>
            <a:r>
              <a:rPr kumimoji="1" lang="en-US" altLang="ko-KR" dirty="0"/>
              <a:t>Master Style</a:t>
            </a:r>
            <a:endParaRPr kumimoji="1" lang="ko-KR" altLang="en-US" dirty="0"/>
          </a:p>
        </p:txBody>
      </p:sp>
      <p:sp>
        <p:nvSpPr>
          <p:cNvPr id="16" name="삼각형 15">
            <a:extLst>
              <a:ext uri="{FF2B5EF4-FFF2-40B4-BE49-F238E27FC236}">
                <a16:creationId xmlns:a16="http://schemas.microsoft.com/office/drawing/2014/main" id="{E6BD1E8F-D27B-DE68-352B-779C27EF7126}"/>
              </a:ext>
            </a:extLst>
          </p:cNvPr>
          <p:cNvSpPr/>
          <p:nvPr userDrawn="1"/>
        </p:nvSpPr>
        <p:spPr>
          <a:xfrm rot="5400000">
            <a:off x="176077" y="445989"/>
            <a:ext cx="298719" cy="178596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0" i="0" dirty="0">
              <a:latin typeface="Avenir Book" panose="02000503020000020003" pitchFamily="2" charset="0"/>
              <a:ea typeface="Noto Sans CJK KR DemiLight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070809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제목 및 내용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D8D892B5-E744-EFFB-80FA-56FD1FCC4B82}"/>
              </a:ext>
            </a:extLst>
          </p:cNvPr>
          <p:cNvSpPr/>
          <p:nvPr userDrawn="1"/>
        </p:nvSpPr>
        <p:spPr>
          <a:xfrm>
            <a:off x="0" y="6587837"/>
            <a:ext cx="12192000" cy="270163"/>
          </a:xfrm>
          <a:prstGeom prst="rect">
            <a:avLst/>
          </a:prstGeom>
          <a:gradFill>
            <a:gsLst>
              <a:gs pos="0">
                <a:schemeClr val="accent1">
                  <a:lumMod val="40000"/>
                  <a:lumOff val="60000"/>
                  <a:alpha val="60000"/>
                </a:schemeClr>
              </a:gs>
              <a:gs pos="50000">
                <a:schemeClr val="accent5">
                  <a:lumMod val="40000"/>
                  <a:lumOff val="60000"/>
                  <a:alpha val="60000"/>
                </a:schemeClr>
              </a:gs>
              <a:gs pos="100000">
                <a:schemeClr val="accent6">
                  <a:lumMod val="75000"/>
                  <a:alpha val="20000"/>
                </a:schemeClr>
              </a:gs>
            </a:gsLst>
            <a:lin ang="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0" i="0" dirty="0">
              <a:solidFill>
                <a:schemeClr val="tx1"/>
              </a:solidFill>
              <a:latin typeface="Avenir Book" panose="02000503020000020003" pitchFamily="2" charset="0"/>
              <a:ea typeface="Noto Sans CJK KR DemiLight" panose="020B0400000000000000" pitchFamily="34" charset="-12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E5D146-D9F6-6E4E-8E76-51FED943EC5B}"/>
              </a:ext>
            </a:extLst>
          </p:cNvPr>
          <p:cNvSpPr txBox="1"/>
          <p:nvPr userDrawn="1"/>
        </p:nvSpPr>
        <p:spPr>
          <a:xfrm>
            <a:off x="1962860" y="6613081"/>
            <a:ext cx="8266280" cy="21967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ko-KR"/>
            </a:defPPr>
            <a:lvl1pPr lvl="0" algn="ctr">
              <a:defRPr kumimoji="1" sz="1300" b="0" i="0">
                <a:solidFill>
                  <a:schemeClr val="bg1"/>
                </a:solidFill>
                <a:effectLst>
                  <a:outerShdw blurRad="76200" dir="2700000" algn="tl" rotWithShape="0">
                    <a:schemeClr val="tx1">
                      <a:alpha val="30000"/>
                    </a:schemeClr>
                  </a:outerShdw>
                </a:effectLst>
                <a:latin typeface="Noto Sans CJK KR Medium" panose="020B0500000000000000" pitchFamily="34" charset="-128"/>
                <a:ea typeface="Noto Sans CJK KR Medium" panose="020B0500000000000000" pitchFamily="34" charset="-128"/>
              </a:defRPr>
            </a:lvl1pPr>
          </a:lstStyle>
          <a:p>
            <a:pPr lvl="0"/>
            <a:r>
              <a:rPr lang="en-US" altLang="ko-KR" sz="1400" b="0" i="0" dirty="0">
                <a:solidFill>
                  <a:schemeClr val="bg1">
                    <a:alpha val="80000"/>
                  </a:schemeClr>
                </a:solidFill>
                <a:effectLst>
                  <a:outerShdw blurRad="76200" dir="2700000" algn="tl" rotWithShape="0">
                    <a:schemeClr val="tx2">
                      <a:lumMod val="20000"/>
                      <a:lumOff val="80000"/>
                      <a:alpha val="30000"/>
                    </a:schemeClr>
                  </a:outerShdw>
                </a:effectLst>
                <a:latin typeface="Arial" panose="020B0604020202020204" pitchFamily="34" charset="0"/>
                <a:ea typeface="NanumSquareOTF" panose="020B0600000101010101" pitchFamily="34" charset="-127"/>
                <a:cs typeface="Pretendard Medium" panose="02000503000000020004" pitchFamily="2" charset="-127"/>
              </a:rPr>
              <a:t>Deep Learning 101: from SSM to Mamba</a:t>
            </a:r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07E26720-BAF7-C333-64E9-43C8073DD0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9827" y="1151467"/>
            <a:ext cx="11440697" cy="5249538"/>
          </a:xfrm>
          <a:prstGeom prst="rect">
            <a:avLst/>
          </a:prstGeom>
        </p:spPr>
        <p:txBody>
          <a:bodyPr/>
          <a:lstStyle>
            <a:lvl1pPr marL="279400" indent="-279400">
              <a:lnSpc>
                <a:spcPct val="120000"/>
              </a:lnSpc>
              <a:spcBef>
                <a:spcPts val="400"/>
              </a:spcBef>
              <a:tabLst/>
              <a:defRPr sz="2800" b="0" i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NanumSquareOTF Light" panose="020B0600000101010101" pitchFamily="34" charset="-127"/>
                <a:cs typeface="Arial" panose="020B0604020202020204" pitchFamily="34" charset="0"/>
              </a:defRPr>
            </a:lvl1pPr>
            <a:lvl2pPr marL="722313" indent="-265113">
              <a:lnSpc>
                <a:spcPct val="120000"/>
              </a:lnSpc>
              <a:spcBef>
                <a:spcPts val="400"/>
              </a:spcBef>
              <a:tabLst/>
              <a:defRPr sz="2600" b="0" i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NanumSquareOTF Light" panose="020B0600000101010101" pitchFamily="34" charset="-127"/>
                <a:cs typeface="Arial" panose="020B0604020202020204" pitchFamily="34" charset="0"/>
              </a:defRPr>
            </a:lvl2pPr>
            <a:lvl3pPr marL="1209675" indent="-295275">
              <a:lnSpc>
                <a:spcPct val="120000"/>
              </a:lnSpc>
              <a:spcBef>
                <a:spcPts val="400"/>
              </a:spcBef>
              <a:tabLst/>
              <a:defRPr sz="2400" b="0" i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NanumSquareOTF Light" panose="020B0600000101010101" pitchFamily="34" charset="-127"/>
                <a:cs typeface="Arial" panose="020B0604020202020204" pitchFamily="34" charset="0"/>
              </a:defRPr>
            </a:lvl3pPr>
            <a:lvl4pPr marL="1652588" indent="-280988">
              <a:lnSpc>
                <a:spcPct val="120000"/>
              </a:lnSpc>
              <a:spcBef>
                <a:spcPts val="400"/>
              </a:spcBef>
              <a:tabLst/>
              <a:defRPr sz="2400" b="0" i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NanumSquareOTF Light" panose="020B0600000101010101" pitchFamily="34" charset="-127"/>
                <a:cs typeface="Arial" panose="020B0604020202020204" pitchFamily="34" charset="0"/>
              </a:defRPr>
            </a:lvl4pPr>
            <a:lvl5pPr>
              <a:lnSpc>
                <a:spcPct val="120000"/>
              </a:lnSpc>
              <a:spcBef>
                <a:spcPts val="400"/>
              </a:spcBef>
              <a:defRPr sz="1600" b="0" i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NanumSquareOTF Light" panose="020B0600000101010101" pitchFamily="34" charset="-127"/>
                <a:cs typeface="Arial" panose="020B0604020202020204" pitchFamily="34" charset="0"/>
              </a:defRPr>
            </a:lvl5pPr>
          </a:lstStyle>
          <a:p>
            <a:pPr lvl="0"/>
            <a:r>
              <a:rPr kumimoji="1" lang="en-US" altLang="ko-KR" dirty="0" err="1"/>
              <a:t>asdf</a:t>
            </a:r>
            <a:endParaRPr kumimoji="1" lang="en-US" altLang="ko-KR" dirty="0"/>
          </a:p>
          <a:p>
            <a:pPr lvl="0"/>
            <a:r>
              <a:rPr kumimoji="1" lang="en-US" altLang="ko-KR" dirty="0" err="1"/>
              <a:t>asdf</a:t>
            </a:r>
            <a:endParaRPr kumimoji="1" lang="en-US" altLang="ko-KR" dirty="0"/>
          </a:p>
          <a:p>
            <a:pPr lvl="1"/>
            <a:r>
              <a:rPr kumimoji="1" lang="en-US" altLang="ko-KR" dirty="0" err="1"/>
              <a:t>asdf</a:t>
            </a:r>
            <a:endParaRPr kumimoji="1" lang="en-US" altLang="ko-KR" dirty="0"/>
          </a:p>
          <a:p>
            <a:pPr lvl="2"/>
            <a:r>
              <a:rPr kumimoji="1" lang="en-US" altLang="ko-KR" dirty="0" err="1"/>
              <a:t>asdf</a:t>
            </a:r>
            <a:endParaRPr kumimoji="1" lang="en-US" altLang="ko-KR" dirty="0"/>
          </a:p>
          <a:p>
            <a:pPr lvl="3"/>
            <a:r>
              <a:rPr kumimoji="1" lang="en-US" altLang="ko-KR" dirty="0" err="1"/>
              <a:t>asdf</a:t>
            </a:r>
            <a:endParaRPr kumimoji="1" lang="ko-KR" altLang="en-US" dirty="0"/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AABFDE18-B7C9-6349-2FFF-E2604ABF68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913" y="118633"/>
            <a:ext cx="11404650" cy="753795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1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spc="100" baseline="0">
                <a:ln>
                  <a:solidFill>
                    <a:sysClr val="windowText" lastClr="000000"/>
                  </a:solidFill>
                </a:ln>
                <a:latin typeface="Arial" panose="020B0604020202020204" pitchFamily="34" charset="0"/>
                <a:ea typeface="NanumSquareOTF ExtraBold" panose="020B0600000101010101" pitchFamily="34" charset="-127"/>
                <a:cs typeface="Arial" panose="020B0604020202020204" pitchFamily="34" charset="0"/>
              </a:defRPr>
            </a:lvl1pPr>
          </a:lstStyle>
          <a:p>
            <a:r>
              <a:rPr kumimoji="1" lang="en-US" altLang="ko-KR" dirty="0"/>
              <a:t>Master Style</a:t>
            </a:r>
            <a:endParaRPr kumimoji="1" lang="ko-KR" altLang="en-US" dirty="0"/>
          </a:p>
        </p:txBody>
      </p:sp>
      <p:sp>
        <p:nvSpPr>
          <p:cNvPr id="9" name="삼각형 8">
            <a:extLst>
              <a:ext uri="{FF2B5EF4-FFF2-40B4-BE49-F238E27FC236}">
                <a16:creationId xmlns:a16="http://schemas.microsoft.com/office/drawing/2014/main" id="{A8890282-BFDF-D7C4-29D6-8B1DF224E42A}"/>
              </a:ext>
            </a:extLst>
          </p:cNvPr>
          <p:cNvSpPr/>
          <p:nvPr userDrawn="1"/>
        </p:nvSpPr>
        <p:spPr>
          <a:xfrm rot="5400000">
            <a:off x="176077" y="445989"/>
            <a:ext cx="298719" cy="178596"/>
          </a:xfrm>
          <a:prstGeom prst="triangle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0" i="0" dirty="0">
              <a:latin typeface="Avenir Book" panose="02000503020000020003" pitchFamily="2" charset="0"/>
              <a:ea typeface="Noto Sans CJK KR DemiLight" panose="020B0400000000000000" pitchFamily="34" charset="-128"/>
            </a:endParaRPr>
          </a:p>
        </p:txBody>
      </p:sp>
      <p:sp>
        <p:nvSpPr>
          <p:cNvPr id="16" name="슬라이드 번호 개체 틀 16">
            <a:extLst>
              <a:ext uri="{FF2B5EF4-FFF2-40B4-BE49-F238E27FC236}">
                <a16:creationId xmlns:a16="http://schemas.microsoft.com/office/drawing/2014/main" id="{D0AD76F0-5BD3-4317-DCFE-2C1F98AFC9B8}"/>
              </a:ext>
            </a:extLst>
          </p:cNvPr>
          <p:cNvSpPr txBox="1">
            <a:spLocks/>
          </p:cNvSpPr>
          <p:nvPr userDrawn="1"/>
        </p:nvSpPr>
        <p:spPr>
          <a:xfrm>
            <a:off x="39756" y="6634343"/>
            <a:ext cx="1761460" cy="184582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Noto Sans CJK KR DemiLight" panose="020B0400000000000000" pitchFamily="34" charset="-128"/>
                <a:ea typeface="Noto Sans CJK KR DemiLight" panose="020B0400000000000000" pitchFamily="34" charset="-128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BA45551B-5980-2241-84A4-2E1F7AE298A0}" type="slidenum">
              <a:rPr kumimoji="1" lang="en-US" altLang="ko-KR" sz="1400" b="0" i="0" smtClean="0">
                <a:solidFill>
                  <a:schemeClr val="bg1">
                    <a:alpha val="80000"/>
                  </a:schemeClr>
                </a:solidFill>
                <a:latin typeface="Arial" panose="020B0604020202020204" pitchFamily="34" charset="0"/>
                <a:ea typeface="NanumSquareOTF" panose="020B0600000101010101" pitchFamily="34" charset="-127"/>
                <a:cs typeface="Pretendard Medium" panose="02000503000000020004" pitchFamily="2" charset="-127"/>
              </a:rPr>
              <a:t>‹#›</a:t>
            </a:fld>
            <a:r>
              <a:rPr kumimoji="1" lang="ko-KR" altLang="en-US" sz="1400" b="0" i="0" dirty="0">
                <a:solidFill>
                  <a:schemeClr val="bg1">
                    <a:alpha val="80000"/>
                  </a:schemeClr>
                </a:solidFill>
                <a:latin typeface="Arial" panose="020B0604020202020204" pitchFamily="34" charset="0"/>
                <a:ea typeface="NanumSquareOTF" panose="020B0600000101010101" pitchFamily="34" charset="-127"/>
                <a:cs typeface="Pretendard Medium" panose="02000503000000020004" pitchFamily="2" charset="-127"/>
              </a:rPr>
              <a:t> </a:t>
            </a:r>
            <a:r>
              <a:rPr kumimoji="1" lang="en-US" altLang="ko-KR" sz="1400" b="0" i="0" dirty="0">
                <a:solidFill>
                  <a:schemeClr val="bg1">
                    <a:alpha val="80000"/>
                  </a:schemeClr>
                </a:solidFill>
                <a:latin typeface="Arial" panose="020B0604020202020204" pitchFamily="34" charset="0"/>
                <a:ea typeface="NanumSquareOTF" panose="020B0600000101010101" pitchFamily="34" charset="-127"/>
                <a:cs typeface="Pretendard Medium" panose="02000503000000020004" pitchFamily="2" charset="-127"/>
              </a:rPr>
              <a:t>/ 44</a:t>
            </a:r>
            <a:endParaRPr kumimoji="1" lang="ko-KR" altLang="en-US" sz="1400" b="0" i="0" dirty="0">
              <a:solidFill>
                <a:schemeClr val="bg1">
                  <a:alpha val="80000"/>
                </a:schemeClr>
              </a:solidFill>
              <a:latin typeface="Arial" panose="020B0604020202020204" pitchFamily="34" charset="0"/>
              <a:ea typeface="NanumSquareOTF" panose="020B0600000101010101" pitchFamily="34" charset="-127"/>
              <a:cs typeface="Pretendard Medium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C62CE6-5366-E7E6-195E-FD7D9001340C}"/>
              </a:ext>
            </a:extLst>
          </p:cNvPr>
          <p:cNvSpPr txBox="1"/>
          <p:nvPr userDrawn="1"/>
        </p:nvSpPr>
        <p:spPr>
          <a:xfrm>
            <a:off x="9289657" y="6612077"/>
            <a:ext cx="2258107" cy="21967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ko-KR"/>
            </a:defPPr>
            <a:lvl1pPr lvl="0" algn="ctr">
              <a:defRPr kumimoji="1" sz="1300" b="0" i="0">
                <a:solidFill>
                  <a:schemeClr val="bg1"/>
                </a:solidFill>
                <a:effectLst>
                  <a:outerShdw blurRad="76200" dir="2700000" algn="tl" rotWithShape="0">
                    <a:schemeClr val="tx1">
                      <a:alpha val="30000"/>
                    </a:schemeClr>
                  </a:outerShdw>
                </a:effectLst>
                <a:latin typeface="Noto Sans CJK KR Medium" panose="020B0500000000000000" pitchFamily="34" charset="-128"/>
                <a:ea typeface="Noto Sans CJK KR Medium" panose="020B0500000000000000" pitchFamily="34" charset="-128"/>
              </a:defRPr>
            </a:lvl1pPr>
          </a:lstStyle>
          <a:p>
            <a:pPr lvl="0" algn="r"/>
            <a:r>
              <a:rPr lang="en-US" altLang="ko-KR" sz="1400" b="0" i="0" dirty="0">
                <a:solidFill>
                  <a:schemeClr val="bg1">
                    <a:alpha val="80000"/>
                  </a:schemeClr>
                </a:solidFill>
                <a:effectLst>
                  <a:outerShdw blurRad="76200" dir="2700000" algn="tl" rotWithShape="0">
                    <a:schemeClr val="tx2">
                      <a:lumMod val="20000"/>
                      <a:lumOff val="80000"/>
                      <a:alpha val="30000"/>
                    </a:schemeClr>
                  </a:outerShdw>
                </a:effectLst>
                <a:latin typeface="Arial" panose="020B0604020202020204" pitchFamily="34" charset="0"/>
                <a:ea typeface="NanumSquareOTF" panose="020B0600000101010101" pitchFamily="34" charset="-127"/>
                <a:cs typeface="Pretendard Medium" panose="02000503000000020004" pitchFamily="2" charset="-127"/>
              </a:rPr>
              <a:t>Y.-M. Jung &amp; D. Lee</a:t>
            </a:r>
          </a:p>
        </p:txBody>
      </p:sp>
      <p:pic>
        <p:nvPicPr>
          <p:cNvPr id="7" name="그래픽 6">
            <a:extLst>
              <a:ext uri="{FF2B5EF4-FFF2-40B4-BE49-F238E27FC236}">
                <a16:creationId xmlns:a16="http://schemas.microsoft.com/office/drawing/2014/main" id="{D5EBCFC1-B8C5-8579-678F-B89C1F68C7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72732" y="6590921"/>
            <a:ext cx="587662" cy="261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640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및 내용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C0EB840D-9FF6-9112-7727-BA5F51B2D1B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9827" y="943893"/>
            <a:ext cx="11440697" cy="5872964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spcBef>
                <a:spcPts val="400"/>
              </a:spcBef>
              <a:defRPr sz="2100" b="0" i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NanumSquareOTF Light" panose="020B0600000101010101" pitchFamily="34" charset="-127"/>
                <a:cs typeface="Pretendard Light" panose="02000403000000020004" pitchFamily="2" charset="-127"/>
              </a:defRPr>
            </a:lvl1pPr>
            <a:lvl2pPr>
              <a:lnSpc>
                <a:spcPct val="120000"/>
              </a:lnSpc>
              <a:spcBef>
                <a:spcPts val="400"/>
              </a:spcBef>
              <a:defRPr sz="2000" b="0" i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NanumSquareOTF Light" panose="020B0600000101010101" pitchFamily="34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spcBef>
                <a:spcPts val="400"/>
              </a:spcBef>
              <a:defRPr sz="1900" b="0" i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NanumSquareOTF Light" panose="020B0600000101010101" pitchFamily="34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spcBef>
                <a:spcPts val="400"/>
              </a:spcBef>
              <a:defRPr sz="1800" b="0" i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NanumSquareOTF Light" panose="020B0600000101010101" pitchFamily="34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spcBef>
                <a:spcPts val="400"/>
              </a:spcBef>
              <a:defRPr sz="1600" b="0" i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NanumSquareOTF Light" panose="020B0600000101010101" pitchFamily="34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kumimoji="1" lang="ko-KR" altLang="en-US" dirty="0"/>
              <a:t>마스터 텍스트 스타일 편집
둘째 수준
셋째 수준
넷째 수준
다섯째 수준</a:t>
            </a:r>
            <a:endParaRPr kumimoji="1" lang="en-US" altLang="ko-KR" dirty="0"/>
          </a:p>
          <a:p>
            <a:pPr lvl="1"/>
            <a:r>
              <a:rPr kumimoji="1" lang="ko-KR" altLang="en-US" dirty="0" err="1"/>
              <a:t>ㅁㄴㅇㄹ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pPr lvl="2"/>
            <a:r>
              <a:rPr kumimoji="1" lang="ko-KR" altLang="en-US" dirty="0" err="1"/>
              <a:t>ㅁㄴㅇㄹ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pPr lvl="3"/>
            <a:r>
              <a:rPr kumimoji="1" lang="ko-KR" altLang="en-US" dirty="0" err="1"/>
              <a:t>ㅁㄴㅇㄹ</a:t>
            </a:r>
            <a:endParaRPr kumimoji="1" lang="en-US" altLang="ko-KR" dirty="0"/>
          </a:p>
          <a:p>
            <a:pPr lvl="4"/>
            <a:r>
              <a:rPr kumimoji="1" lang="ko-KR" altLang="en-US" dirty="0" err="1"/>
              <a:t>ㅁㄴㅇㄹ</a:t>
            </a:r>
            <a:endParaRPr kumimoji="1" lang="ko-KR" altLang="en-US" dirty="0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F69FEE33-5C63-BC8A-B030-8FCD64BA6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826" y="41143"/>
            <a:ext cx="11486737" cy="753795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1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>
                <a:latin typeface="Arial" panose="020B0604020202020204" pitchFamily="34" charset="0"/>
                <a:ea typeface="NanumSquareOTF ExtraBold" panose="020B0600000101010101" pitchFamily="34" charset="-127"/>
                <a:cs typeface="Arial" panose="020B0604020202020204" pitchFamily="34" charset="0"/>
              </a:defRPr>
            </a:lvl1pPr>
          </a:lstStyle>
          <a:p>
            <a:r>
              <a:rPr kumimoji="1"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3447202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7193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8" r:id="rId6"/>
    <p:sldLayoutId id="2147483684" r:id="rId7"/>
    <p:sldLayoutId id="2147483685" r:id="rId8"/>
    <p:sldLayoutId id="2147483686" r:id="rId9"/>
    <p:sldLayoutId id="2147483687" r:id="rId10"/>
  </p:sldLayoutIdLst>
  <p:txStyles>
    <p:titleStyle>
      <a:lvl1pPr algn="l" defTabSz="914400" rtl="0" eaLnBrk="1" latinLnBrk="1" hangingPunct="1">
        <a:lnSpc>
          <a:spcPct val="110000"/>
        </a:lnSpc>
        <a:spcBef>
          <a:spcPct val="0"/>
        </a:spcBef>
        <a:buNone/>
        <a:defRPr sz="3600" b="1" i="0" kern="1200">
          <a:solidFill>
            <a:schemeClr val="tx1"/>
          </a:solidFill>
          <a:latin typeface="Noto Sans CJK KR Bold" panose="020B0500000000000000" pitchFamily="34" charset="-128"/>
          <a:ea typeface="Noto Sans CJK KR Bold" panose="020B0500000000000000" pitchFamily="34" charset="-128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100" b="0" i="0" kern="1200">
          <a:solidFill>
            <a:schemeClr val="tx1"/>
          </a:solidFill>
          <a:latin typeface="Noto Sans CJK KR Light" panose="020B0300000000000000" pitchFamily="34" charset="-128"/>
          <a:ea typeface="Noto Sans CJK KR Light" panose="020B0300000000000000" pitchFamily="34" charset="-128"/>
          <a:cs typeface="+mn-cs"/>
        </a:defRPr>
      </a:lvl1pPr>
      <a:lvl2pPr marL="685800" indent="-228600" algn="l" defTabSz="914400" rtl="0" eaLnBrk="1" latinLnBrk="1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900" b="0" i="0" kern="1200">
          <a:solidFill>
            <a:schemeClr val="tx1"/>
          </a:solidFill>
          <a:latin typeface="Noto Sans CJK KR Light" panose="020B0300000000000000" pitchFamily="34" charset="-128"/>
          <a:ea typeface="Noto Sans CJK KR Light" panose="020B0300000000000000" pitchFamily="34" charset="-128"/>
          <a:cs typeface="+mn-cs"/>
        </a:defRPr>
      </a:lvl2pPr>
      <a:lvl3pPr marL="1143000" indent="-228600" algn="l" defTabSz="914400" rtl="0" eaLnBrk="1" latinLnBrk="1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700" b="0" i="0" kern="1200">
          <a:solidFill>
            <a:schemeClr val="tx1"/>
          </a:solidFill>
          <a:latin typeface="Noto Sans CJK KR Light" panose="020B0300000000000000" pitchFamily="34" charset="-128"/>
          <a:ea typeface="Noto Sans CJK KR Light" panose="020B0300000000000000" pitchFamily="34" charset="-128"/>
          <a:cs typeface="+mn-cs"/>
        </a:defRPr>
      </a:lvl3pPr>
      <a:lvl4pPr marL="1600200" indent="-228600" algn="l" defTabSz="914400" rtl="0" eaLnBrk="1" latinLnBrk="1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Noto Sans CJK KR Light" panose="020B0300000000000000" pitchFamily="34" charset="-128"/>
          <a:ea typeface="Noto Sans CJK KR Light" panose="020B0300000000000000" pitchFamily="34" charset="-128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5" Type="http://schemas.openxmlformats.org/officeDocument/2006/relationships/hyperlink" Target="https://setosa.io/ev/image-kernels/" TargetMode="Externa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6.png"/><Relationship Id="rId4" Type="http://schemas.openxmlformats.org/officeDocument/2006/relationships/hyperlink" Target="https://setosa.io/ev/image-kernels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hyperlink" Target="https://www.cv-foundation.org/openaccess/content_cvpr_2016/papers/He_Deep_Residual_Learning_CVPR_2016_paper.pdf" TargetMode="External"/><Relationship Id="rId4" Type="http://schemas.openxmlformats.org/officeDocument/2006/relationships/image" Target="../media/image7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hyperlink" Target="https://colah.github.io/posts/2015-08-Understanding-LSTMs/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tate-space_representation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13" Type="http://schemas.openxmlformats.org/officeDocument/2006/relationships/image" Target="../media/image13.emf"/><Relationship Id="rId3" Type="http://schemas.openxmlformats.org/officeDocument/2006/relationships/image" Target="../media/image1010.png"/><Relationship Id="rId7" Type="http://schemas.openxmlformats.org/officeDocument/2006/relationships/diagramColors" Target="../diagrams/colors2.xml"/><Relationship Id="rId12" Type="http://schemas.openxmlformats.org/officeDocument/2006/relationships/hyperlink" Target="https://arxiv.org/pdf/2008.07669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Relationship Id="rId6" Type="http://schemas.openxmlformats.org/officeDocument/2006/relationships/diagramQuickStyle" Target="../diagrams/quickStyle2.xml"/><Relationship Id="rId11" Type="http://schemas.openxmlformats.org/officeDocument/2006/relationships/image" Target="../media/image27.png"/><Relationship Id="rId5" Type="http://schemas.openxmlformats.org/officeDocument/2006/relationships/diagramLayout" Target="../diagrams/layout2.xml"/><Relationship Id="rId10" Type="http://schemas.openxmlformats.org/officeDocument/2006/relationships/image" Target="../media/image26.png"/><Relationship Id="rId4" Type="http://schemas.openxmlformats.org/officeDocument/2006/relationships/diagramData" Target="../diagrams/data2.xml"/><Relationship Id="rId9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pdf/2110.13985" TargetMode="External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Relationship Id="rId9" Type="http://schemas.openxmlformats.org/officeDocument/2006/relationships/image" Target="../media/image14.emf"/></Relationships>
</file>

<file path=ppt/slides/_rels/slide2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8.png"/><Relationship Id="rId21" Type="http://schemas.openxmlformats.org/officeDocument/2006/relationships/image" Target="../media/image43.png"/><Relationship Id="rId42" Type="http://schemas.openxmlformats.org/officeDocument/2006/relationships/image" Target="../media/image64.png"/><Relationship Id="rId47" Type="http://schemas.openxmlformats.org/officeDocument/2006/relationships/image" Target="../media/image69.png"/><Relationship Id="rId63" Type="http://schemas.openxmlformats.org/officeDocument/2006/relationships/image" Target="../media/image85.png"/><Relationship Id="rId68" Type="http://schemas.openxmlformats.org/officeDocument/2006/relationships/image" Target="../media/image90.png"/><Relationship Id="rId84" Type="http://schemas.openxmlformats.org/officeDocument/2006/relationships/image" Target="../media/image106.png"/><Relationship Id="rId89" Type="http://schemas.openxmlformats.org/officeDocument/2006/relationships/image" Target="../media/image111.png"/><Relationship Id="rId16" Type="http://schemas.openxmlformats.org/officeDocument/2006/relationships/image" Target="../media/image38.png"/><Relationship Id="rId11" Type="http://schemas.openxmlformats.org/officeDocument/2006/relationships/diagramData" Target="../diagrams/data4.xml"/><Relationship Id="rId32" Type="http://schemas.openxmlformats.org/officeDocument/2006/relationships/image" Target="../media/image54.png"/><Relationship Id="rId37" Type="http://schemas.openxmlformats.org/officeDocument/2006/relationships/image" Target="../media/image59.png"/><Relationship Id="rId53" Type="http://schemas.openxmlformats.org/officeDocument/2006/relationships/image" Target="../media/image75.png"/><Relationship Id="rId58" Type="http://schemas.openxmlformats.org/officeDocument/2006/relationships/image" Target="../media/image80.png"/><Relationship Id="rId74" Type="http://schemas.openxmlformats.org/officeDocument/2006/relationships/image" Target="../media/image96.png"/><Relationship Id="rId79" Type="http://schemas.openxmlformats.org/officeDocument/2006/relationships/image" Target="../media/image101.png"/><Relationship Id="rId5" Type="http://schemas.openxmlformats.org/officeDocument/2006/relationships/image" Target="../media/image32.png"/><Relationship Id="rId90" Type="http://schemas.openxmlformats.org/officeDocument/2006/relationships/image" Target="../media/image112.png"/><Relationship Id="rId95" Type="http://schemas.openxmlformats.org/officeDocument/2006/relationships/image" Target="../media/image117.png"/><Relationship Id="rId22" Type="http://schemas.openxmlformats.org/officeDocument/2006/relationships/image" Target="../media/image44.png"/><Relationship Id="rId27" Type="http://schemas.openxmlformats.org/officeDocument/2006/relationships/image" Target="../media/image49.png"/><Relationship Id="rId43" Type="http://schemas.openxmlformats.org/officeDocument/2006/relationships/image" Target="../media/image65.png"/><Relationship Id="rId48" Type="http://schemas.openxmlformats.org/officeDocument/2006/relationships/image" Target="../media/image70.png"/><Relationship Id="rId64" Type="http://schemas.openxmlformats.org/officeDocument/2006/relationships/image" Target="../media/image86.png"/><Relationship Id="rId69" Type="http://schemas.openxmlformats.org/officeDocument/2006/relationships/image" Target="../media/image91.png"/><Relationship Id="rId80" Type="http://schemas.openxmlformats.org/officeDocument/2006/relationships/image" Target="../media/image102.png"/><Relationship Id="rId85" Type="http://schemas.openxmlformats.org/officeDocument/2006/relationships/image" Target="../media/image107.png"/><Relationship Id="rId3" Type="http://schemas.openxmlformats.org/officeDocument/2006/relationships/image" Target="../media/image30.png"/><Relationship Id="rId12" Type="http://schemas.openxmlformats.org/officeDocument/2006/relationships/diagramLayout" Target="../diagrams/layout4.xml"/><Relationship Id="rId17" Type="http://schemas.openxmlformats.org/officeDocument/2006/relationships/image" Target="../media/image39.png"/><Relationship Id="rId25" Type="http://schemas.openxmlformats.org/officeDocument/2006/relationships/image" Target="../media/image47.png"/><Relationship Id="rId33" Type="http://schemas.openxmlformats.org/officeDocument/2006/relationships/image" Target="../media/image55.png"/><Relationship Id="rId38" Type="http://schemas.openxmlformats.org/officeDocument/2006/relationships/image" Target="../media/image60.png"/><Relationship Id="rId46" Type="http://schemas.openxmlformats.org/officeDocument/2006/relationships/image" Target="../media/image68.png"/><Relationship Id="rId59" Type="http://schemas.openxmlformats.org/officeDocument/2006/relationships/image" Target="../media/image81.png"/><Relationship Id="rId67" Type="http://schemas.openxmlformats.org/officeDocument/2006/relationships/image" Target="../media/image89.png"/><Relationship Id="rId20" Type="http://schemas.openxmlformats.org/officeDocument/2006/relationships/image" Target="../media/image42.png"/><Relationship Id="rId41" Type="http://schemas.openxmlformats.org/officeDocument/2006/relationships/image" Target="../media/image63.png"/><Relationship Id="rId54" Type="http://schemas.openxmlformats.org/officeDocument/2006/relationships/image" Target="../media/image76.png"/><Relationship Id="rId62" Type="http://schemas.openxmlformats.org/officeDocument/2006/relationships/image" Target="../media/image84.png"/><Relationship Id="rId70" Type="http://schemas.openxmlformats.org/officeDocument/2006/relationships/image" Target="../media/image92.png"/><Relationship Id="rId75" Type="http://schemas.openxmlformats.org/officeDocument/2006/relationships/image" Target="../media/image97.png"/><Relationship Id="rId83" Type="http://schemas.openxmlformats.org/officeDocument/2006/relationships/image" Target="../media/image105.png"/><Relationship Id="rId88" Type="http://schemas.openxmlformats.org/officeDocument/2006/relationships/image" Target="../media/image110.png"/><Relationship Id="rId91" Type="http://schemas.openxmlformats.org/officeDocument/2006/relationships/image" Target="../media/image113.png"/><Relationship Id="rId96" Type="http://schemas.openxmlformats.org/officeDocument/2006/relationships/image" Target="../media/image118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3.png"/><Relationship Id="rId15" Type="http://schemas.microsoft.com/office/2007/relationships/diagramDrawing" Target="../diagrams/drawing4.xml"/><Relationship Id="rId23" Type="http://schemas.openxmlformats.org/officeDocument/2006/relationships/image" Target="../media/image45.png"/><Relationship Id="rId28" Type="http://schemas.openxmlformats.org/officeDocument/2006/relationships/image" Target="../media/image50.png"/><Relationship Id="rId36" Type="http://schemas.openxmlformats.org/officeDocument/2006/relationships/image" Target="../media/image58.png"/><Relationship Id="rId49" Type="http://schemas.openxmlformats.org/officeDocument/2006/relationships/image" Target="../media/image71.png"/><Relationship Id="rId57" Type="http://schemas.openxmlformats.org/officeDocument/2006/relationships/image" Target="../media/image79.png"/><Relationship Id="rId10" Type="http://schemas.openxmlformats.org/officeDocument/2006/relationships/image" Target="../media/image37.png"/><Relationship Id="rId31" Type="http://schemas.openxmlformats.org/officeDocument/2006/relationships/image" Target="../media/image53.png"/><Relationship Id="rId44" Type="http://schemas.openxmlformats.org/officeDocument/2006/relationships/image" Target="../media/image66.png"/><Relationship Id="rId52" Type="http://schemas.openxmlformats.org/officeDocument/2006/relationships/image" Target="../media/image74.png"/><Relationship Id="rId60" Type="http://schemas.openxmlformats.org/officeDocument/2006/relationships/image" Target="../media/image82.png"/><Relationship Id="rId65" Type="http://schemas.openxmlformats.org/officeDocument/2006/relationships/image" Target="../media/image87.png"/><Relationship Id="rId73" Type="http://schemas.openxmlformats.org/officeDocument/2006/relationships/image" Target="../media/image95.png"/><Relationship Id="rId78" Type="http://schemas.openxmlformats.org/officeDocument/2006/relationships/image" Target="../media/image100.png"/><Relationship Id="rId81" Type="http://schemas.openxmlformats.org/officeDocument/2006/relationships/image" Target="../media/image103.png"/><Relationship Id="rId86" Type="http://schemas.openxmlformats.org/officeDocument/2006/relationships/image" Target="../media/image108.png"/><Relationship Id="rId94" Type="http://schemas.openxmlformats.org/officeDocument/2006/relationships/image" Target="../media/image116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3" Type="http://schemas.openxmlformats.org/officeDocument/2006/relationships/diagramQuickStyle" Target="../diagrams/quickStyle4.xml"/><Relationship Id="rId18" Type="http://schemas.openxmlformats.org/officeDocument/2006/relationships/image" Target="../media/image40.png"/><Relationship Id="rId39" Type="http://schemas.openxmlformats.org/officeDocument/2006/relationships/image" Target="../media/image61.png"/><Relationship Id="rId34" Type="http://schemas.openxmlformats.org/officeDocument/2006/relationships/image" Target="../media/image56.png"/><Relationship Id="rId50" Type="http://schemas.openxmlformats.org/officeDocument/2006/relationships/image" Target="../media/image72.png"/><Relationship Id="rId55" Type="http://schemas.openxmlformats.org/officeDocument/2006/relationships/image" Target="../media/image77.png"/><Relationship Id="rId76" Type="http://schemas.openxmlformats.org/officeDocument/2006/relationships/image" Target="../media/image98.png"/><Relationship Id="rId97" Type="http://schemas.openxmlformats.org/officeDocument/2006/relationships/image" Target="../media/image119.png"/><Relationship Id="rId7" Type="http://schemas.openxmlformats.org/officeDocument/2006/relationships/image" Target="../media/image34.png"/><Relationship Id="rId71" Type="http://schemas.openxmlformats.org/officeDocument/2006/relationships/image" Target="../media/image93.png"/><Relationship Id="rId92" Type="http://schemas.openxmlformats.org/officeDocument/2006/relationships/image" Target="../media/image114.png"/><Relationship Id="rId2" Type="http://schemas.openxmlformats.org/officeDocument/2006/relationships/notesSlide" Target="../notesSlides/notesSlide21.xml"/><Relationship Id="rId29" Type="http://schemas.openxmlformats.org/officeDocument/2006/relationships/image" Target="../media/image51.png"/><Relationship Id="rId24" Type="http://schemas.openxmlformats.org/officeDocument/2006/relationships/image" Target="../media/image46.png"/><Relationship Id="rId40" Type="http://schemas.openxmlformats.org/officeDocument/2006/relationships/image" Target="../media/image62.png"/><Relationship Id="rId45" Type="http://schemas.openxmlformats.org/officeDocument/2006/relationships/image" Target="../media/image67.png"/><Relationship Id="rId66" Type="http://schemas.openxmlformats.org/officeDocument/2006/relationships/image" Target="../media/image88.png"/><Relationship Id="rId87" Type="http://schemas.openxmlformats.org/officeDocument/2006/relationships/image" Target="../media/image109.png"/><Relationship Id="rId61" Type="http://schemas.openxmlformats.org/officeDocument/2006/relationships/image" Target="../media/image83.png"/><Relationship Id="rId82" Type="http://schemas.openxmlformats.org/officeDocument/2006/relationships/image" Target="../media/image104.png"/><Relationship Id="rId19" Type="http://schemas.openxmlformats.org/officeDocument/2006/relationships/image" Target="../media/image41.png"/><Relationship Id="rId14" Type="http://schemas.openxmlformats.org/officeDocument/2006/relationships/diagramColors" Target="../diagrams/colors4.xml"/><Relationship Id="rId30" Type="http://schemas.openxmlformats.org/officeDocument/2006/relationships/image" Target="../media/image52.png"/><Relationship Id="rId35" Type="http://schemas.openxmlformats.org/officeDocument/2006/relationships/image" Target="../media/image57.png"/><Relationship Id="rId56" Type="http://schemas.openxmlformats.org/officeDocument/2006/relationships/image" Target="../media/image78.png"/><Relationship Id="rId77" Type="http://schemas.openxmlformats.org/officeDocument/2006/relationships/image" Target="../media/image99.png"/><Relationship Id="rId8" Type="http://schemas.openxmlformats.org/officeDocument/2006/relationships/image" Target="../media/image35.png"/><Relationship Id="rId51" Type="http://schemas.openxmlformats.org/officeDocument/2006/relationships/image" Target="../media/image73.png"/><Relationship Id="rId72" Type="http://schemas.openxmlformats.org/officeDocument/2006/relationships/image" Target="../media/image94.png"/><Relationship Id="rId93" Type="http://schemas.openxmlformats.org/officeDocument/2006/relationships/image" Target="../media/image115.png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5.png"/><Relationship Id="rId18" Type="http://schemas.openxmlformats.org/officeDocument/2006/relationships/image" Target="../media/image130.png"/><Relationship Id="rId26" Type="http://schemas.openxmlformats.org/officeDocument/2006/relationships/image" Target="../media/image138.png"/><Relationship Id="rId39" Type="http://schemas.openxmlformats.org/officeDocument/2006/relationships/image" Target="../media/image151.png"/><Relationship Id="rId21" Type="http://schemas.openxmlformats.org/officeDocument/2006/relationships/image" Target="../media/image133.png"/><Relationship Id="rId34" Type="http://schemas.openxmlformats.org/officeDocument/2006/relationships/image" Target="../media/image146.png"/><Relationship Id="rId42" Type="http://schemas.openxmlformats.org/officeDocument/2006/relationships/image" Target="../media/image154.png"/><Relationship Id="rId47" Type="http://schemas.openxmlformats.org/officeDocument/2006/relationships/image" Target="../media/image159.png"/><Relationship Id="rId50" Type="http://schemas.openxmlformats.org/officeDocument/2006/relationships/image" Target="../media/image162.png"/><Relationship Id="rId55" Type="http://schemas.openxmlformats.org/officeDocument/2006/relationships/image" Target="../media/image167.png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128.png"/><Relationship Id="rId29" Type="http://schemas.openxmlformats.org/officeDocument/2006/relationships/image" Target="../media/image141.png"/><Relationship Id="rId11" Type="http://schemas.openxmlformats.org/officeDocument/2006/relationships/image" Target="../media/image123.png"/><Relationship Id="rId24" Type="http://schemas.openxmlformats.org/officeDocument/2006/relationships/image" Target="../media/image136.png"/><Relationship Id="rId32" Type="http://schemas.openxmlformats.org/officeDocument/2006/relationships/image" Target="../media/image144.png"/><Relationship Id="rId37" Type="http://schemas.openxmlformats.org/officeDocument/2006/relationships/image" Target="../media/image149.png"/><Relationship Id="rId40" Type="http://schemas.openxmlformats.org/officeDocument/2006/relationships/image" Target="../media/image152.png"/><Relationship Id="rId45" Type="http://schemas.openxmlformats.org/officeDocument/2006/relationships/image" Target="../media/image157.png"/><Relationship Id="rId53" Type="http://schemas.openxmlformats.org/officeDocument/2006/relationships/image" Target="../media/image165.png"/><Relationship Id="rId58" Type="http://schemas.openxmlformats.org/officeDocument/2006/relationships/image" Target="../media/image170.png"/><Relationship Id="rId5" Type="http://schemas.openxmlformats.org/officeDocument/2006/relationships/diagramQuickStyle" Target="../diagrams/quickStyle5.xml"/><Relationship Id="rId61" Type="http://schemas.openxmlformats.org/officeDocument/2006/relationships/image" Target="../media/image15.emf"/><Relationship Id="rId19" Type="http://schemas.openxmlformats.org/officeDocument/2006/relationships/image" Target="../media/image131.png"/><Relationship Id="rId14" Type="http://schemas.openxmlformats.org/officeDocument/2006/relationships/image" Target="../media/image126.png"/><Relationship Id="rId22" Type="http://schemas.openxmlformats.org/officeDocument/2006/relationships/image" Target="../media/image134.png"/><Relationship Id="rId27" Type="http://schemas.openxmlformats.org/officeDocument/2006/relationships/image" Target="../media/image139.png"/><Relationship Id="rId30" Type="http://schemas.openxmlformats.org/officeDocument/2006/relationships/image" Target="../media/image142.png"/><Relationship Id="rId35" Type="http://schemas.openxmlformats.org/officeDocument/2006/relationships/image" Target="../media/image147.png"/><Relationship Id="rId43" Type="http://schemas.openxmlformats.org/officeDocument/2006/relationships/image" Target="../media/image155.png"/><Relationship Id="rId48" Type="http://schemas.openxmlformats.org/officeDocument/2006/relationships/image" Target="../media/image160.png"/><Relationship Id="rId56" Type="http://schemas.openxmlformats.org/officeDocument/2006/relationships/image" Target="../media/image168.png"/><Relationship Id="rId8" Type="http://schemas.openxmlformats.org/officeDocument/2006/relationships/image" Target="../media/image120.png"/><Relationship Id="rId51" Type="http://schemas.openxmlformats.org/officeDocument/2006/relationships/image" Target="../media/image163.png"/><Relationship Id="rId3" Type="http://schemas.openxmlformats.org/officeDocument/2006/relationships/diagramData" Target="../diagrams/data5.xml"/><Relationship Id="rId12" Type="http://schemas.openxmlformats.org/officeDocument/2006/relationships/image" Target="../media/image124.png"/><Relationship Id="rId17" Type="http://schemas.openxmlformats.org/officeDocument/2006/relationships/image" Target="../media/image129.png"/><Relationship Id="rId25" Type="http://schemas.openxmlformats.org/officeDocument/2006/relationships/image" Target="../media/image137.png"/><Relationship Id="rId33" Type="http://schemas.openxmlformats.org/officeDocument/2006/relationships/image" Target="../media/image145.png"/><Relationship Id="rId38" Type="http://schemas.openxmlformats.org/officeDocument/2006/relationships/image" Target="../media/image150.png"/><Relationship Id="rId46" Type="http://schemas.openxmlformats.org/officeDocument/2006/relationships/image" Target="../media/image158.png"/><Relationship Id="rId59" Type="http://schemas.openxmlformats.org/officeDocument/2006/relationships/image" Target="../media/image171.png"/><Relationship Id="rId20" Type="http://schemas.openxmlformats.org/officeDocument/2006/relationships/image" Target="../media/image132.png"/><Relationship Id="rId41" Type="http://schemas.openxmlformats.org/officeDocument/2006/relationships/image" Target="../media/image153.png"/><Relationship Id="rId54" Type="http://schemas.openxmlformats.org/officeDocument/2006/relationships/image" Target="../media/image166.png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5.xml"/><Relationship Id="rId15" Type="http://schemas.openxmlformats.org/officeDocument/2006/relationships/image" Target="../media/image127.png"/><Relationship Id="rId23" Type="http://schemas.openxmlformats.org/officeDocument/2006/relationships/image" Target="../media/image135.png"/><Relationship Id="rId28" Type="http://schemas.openxmlformats.org/officeDocument/2006/relationships/image" Target="../media/image140.png"/><Relationship Id="rId36" Type="http://schemas.openxmlformats.org/officeDocument/2006/relationships/image" Target="../media/image148.png"/><Relationship Id="rId49" Type="http://schemas.openxmlformats.org/officeDocument/2006/relationships/image" Target="../media/image161.png"/><Relationship Id="rId57" Type="http://schemas.openxmlformats.org/officeDocument/2006/relationships/image" Target="../media/image169.png"/><Relationship Id="rId10" Type="http://schemas.openxmlformats.org/officeDocument/2006/relationships/image" Target="../media/image122.png"/><Relationship Id="rId31" Type="http://schemas.openxmlformats.org/officeDocument/2006/relationships/image" Target="../media/image143.png"/><Relationship Id="rId44" Type="http://schemas.openxmlformats.org/officeDocument/2006/relationships/image" Target="../media/image156.png"/><Relationship Id="rId52" Type="http://schemas.openxmlformats.org/officeDocument/2006/relationships/image" Target="../media/image164.png"/><Relationship Id="rId60" Type="http://schemas.openxmlformats.org/officeDocument/2006/relationships/image" Target="../media/image172.png"/><Relationship Id="rId4" Type="http://schemas.openxmlformats.org/officeDocument/2006/relationships/diagramLayout" Target="../diagrams/layout5.xml"/><Relationship Id="rId9" Type="http://schemas.openxmlformats.org/officeDocument/2006/relationships/image" Target="../media/image12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6.xml"/><Relationship Id="rId3" Type="http://schemas.openxmlformats.org/officeDocument/2006/relationships/image" Target="../media/image16.emf"/><Relationship Id="rId7" Type="http://schemas.openxmlformats.org/officeDocument/2006/relationships/diagramQuickStyle" Target="../diagrams/quickStyle6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Relationship Id="rId6" Type="http://schemas.openxmlformats.org/officeDocument/2006/relationships/diagramLayout" Target="../diagrams/layout6.xml"/><Relationship Id="rId5" Type="http://schemas.openxmlformats.org/officeDocument/2006/relationships/diagramData" Target="../diagrams/data6.xml"/><Relationship Id="rId10" Type="http://schemas.openxmlformats.org/officeDocument/2006/relationships/hyperlink" Target="https://arxiv.org/pdf/2206.11893" TargetMode="External"/><Relationship Id="rId4" Type="http://schemas.openxmlformats.org/officeDocument/2006/relationships/image" Target="../media/image175.png"/><Relationship Id="rId9" Type="http://schemas.microsoft.com/office/2007/relationships/diagramDrawing" Target="../diagrams/drawing6.xml"/></Relationships>
</file>

<file path=ppt/slides/_rels/slide2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image" Target="../media/image1260.png"/><Relationship Id="rId7" Type="http://schemas.openxmlformats.org/officeDocument/2006/relationships/diagramColors" Target="../diagrams/colors7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Relationship Id="rId6" Type="http://schemas.openxmlformats.org/officeDocument/2006/relationships/diagramQuickStyle" Target="../diagrams/quickStyle7.xml"/><Relationship Id="rId11" Type="http://schemas.openxmlformats.org/officeDocument/2006/relationships/hyperlink" Target="https://arxiv.org/pdf/2212.14052" TargetMode="External"/><Relationship Id="rId5" Type="http://schemas.openxmlformats.org/officeDocument/2006/relationships/diagramLayout" Target="../diagrams/layout7.xml"/><Relationship Id="rId10" Type="http://schemas.openxmlformats.org/officeDocument/2006/relationships/image" Target="../media/image18.emf"/><Relationship Id="rId4" Type="http://schemas.openxmlformats.org/officeDocument/2006/relationships/diagramData" Target="../diagrams/data7.xml"/><Relationship Id="rId9" Type="http://schemas.openxmlformats.org/officeDocument/2006/relationships/image" Target="../media/image17.e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80.png"/><Relationship Id="rId4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7" Type="http://schemas.openxmlformats.org/officeDocument/2006/relationships/image" Target="../media/image18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84.png"/><Relationship Id="rId5" Type="http://schemas.openxmlformats.org/officeDocument/2006/relationships/image" Target="../media/image183.png"/><Relationship Id="rId4" Type="http://schemas.openxmlformats.org/officeDocument/2006/relationships/image" Target="../media/image18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arxiv.org/pdf/2312.00752" TargetMode="Externa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png"/><Relationship Id="rId7" Type="http://schemas.openxmlformats.org/officeDocument/2006/relationships/image" Target="../media/image129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Relationship Id="rId9" Type="http://schemas.openxmlformats.org/officeDocument/2006/relationships/image" Target="../media/image18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80.png"/><Relationship Id="rId4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87.png"/><Relationship Id="rId4" Type="http://schemas.openxmlformats.org/officeDocument/2006/relationships/image" Target="../media/image2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e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arxiv.org/pdf/2312.00752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8.png"/><Relationship Id="rId4" Type="http://schemas.openxmlformats.org/officeDocument/2006/relationships/image" Target="../media/image17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312.00752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5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BDTVVlUU1Ck?si=rGJbcdHV-vJjL7C9&amp;t=1146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tate-spaces/mamba#installation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github.com/state-spaces/mamba" TargetMode="External"/><Relationship Id="rId5" Type="http://schemas.openxmlformats.org/officeDocument/2006/relationships/image" Target="../media/image177.png"/><Relationship Id="rId4" Type="http://schemas.openxmlformats.org/officeDocument/2006/relationships/image" Target="../media/image176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pdf/2504.03624" TargetMode="External"/><Relationship Id="rId3" Type="http://schemas.openxmlformats.org/officeDocument/2006/relationships/image" Target="../media/image179.png"/><Relationship Id="rId7" Type="http://schemas.openxmlformats.org/officeDocument/2006/relationships/hyperlink" Target="https://arxiv.org/pdf/2405.16712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arxiv.org/pdf/2403.19887" TargetMode="External"/><Relationship Id="rId5" Type="http://schemas.openxmlformats.org/officeDocument/2006/relationships/image" Target="../media/image186.png"/><Relationship Id="rId10" Type="http://schemas.openxmlformats.org/officeDocument/2006/relationships/image" Target="../media/image188.png"/><Relationship Id="rId4" Type="http://schemas.openxmlformats.org/officeDocument/2006/relationships/image" Target="../media/image185.png"/><Relationship Id="rId9" Type="http://schemas.openxmlformats.org/officeDocument/2006/relationships/hyperlink" Target="https://arxiv.org/pdf/2507.06607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408.01129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89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sv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93.svg"/><Relationship Id="rId5" Type="http://schemas.openxmlformats.org/officeDocument/2006/relationships/image" Target="../media/image192.svg"/><Relationship Id="rId4" Type="http://schemas.openxmlformats.org/officeDocument/2006/relationships/image" Target="../media/image191.sv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NeurIPS'26%20-%20Mamba101%20quick%20quizzes.html" TargetMode="Externa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9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EF6E7-8C91-AF3C-244A-B541762A0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51FB5DA-9946-80D4-1F22-03E39A5A6B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Autofit/>
          </a:bodyPr>
          <a:lstStyle/>
          <a:p>
            <a:pPr algn="ctr"/>
            <a:r>
              <a:rPr lang="en-US" altLang="ko-KR" sz="4400" dirty="0">
                <a:ln>
                  <a:solidFill>
                    <a:sysClr val="windowText" lastClr="000000"/>
                  </a:solidFill>
                </a:ln>
                <a:latin typeface="Avenir Book" panose="02000503020000020003" pitchFamily="2" charset="0"/>
                <a:ea typeface="Noto Sans CJK KR Regular" panose="020B0500000000000000" pitchFamily="34" charset="-128"/>
                <a:cs typeface="Arial" panose="020B0604020202020204" pitchFamily="34" charset="0"/>
              </a:rPr>
              <a:t>Deep Learning 101: </a:t>
            </a:r>
            <a:r>
              <a:rPr lang="en-US" altLang="ko-KR" sz="4400" b="1" dirty="0">
                <a:ln>
                  <a:solidFill>
                    <a:sysClr val="windowText" lastClr="000000"/>
                  </a:solidFill>
                </a:ln>
                <a:latin typeface="Avenir Book" panose="02000503020000020003" pitchFamily="2" charset="0"/>
                <a:ea typeface="Noto Sans CJK KR Regular" panose="020B0500000000000000" pitchFamily="34" charset="-128"/>
                <a:cs typeface="Arial" panose="020B0604020202020204" pitchFamily="34" charset="0"/>
              </a:rPr>
              <a:t>from SSM to Mamba</a:t>
            </a:r>
            <a:endParaRPr lang="ko-KR" altLang="en-US" sz="4000" b="1" dirty="0">
              <a:latin typeface="Avenir Book" panose="02000503020000020003" pitchFamily="2" charset="0"/>
              <a:ea typeface="Noto Sans CJK KR Regular" panose="020B05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65A79A09-EDB5-2EA1-6EDF-0CE3CA9064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>
            <a:noAutofit/>
          </a:bodyPr>
          <a:lstStyle/>
          <a:p>
            <a:pPr algn="ctr"/>
            <a:endParaRPr lang="en-US" altLang="ko-KR" sz="1800" dirty="0">
              <a:latin typeface="Avenir Book" panose="02000503020000020003" pitchFamily="2" charset="0"/>
              <a:ea typeface="Noto Sans CJK KR Regular" panose="020B0500000000000000" pitchFamily="34" charset="-128"/>
              <a:cs typeface="Arial" panose="020B0604020202020204" pitchFamily="34" charset="0"/>
            </a:endParaRPr>
          </a:p>
          <a:p>
            <a:pPr algn="ctr"/>
            <a:endParaRPr lang="en-US" altLang="ko-KR" sz="1800" dirty="0">
              <a:latin typeface="Avenir Book" panose="02000503020000020003" pitchFamily="2" charset="0"/>
              <a:ea typeface="Noto Sans CJK KR Regular" panose="020B0500000000000000" pitchFamily="34" charset="-128"/>
              <a:cs typeface="Arial" panose="020B0604020202020204" pitchFamily="34" charset="0"/>
            </a:endParaRPr>
          </a:p>
          <a:p>
            <a:pPr algn="ctr"/>
            <a:endParaRPr lang="en-US" altLang="ko-KR" sz="1800" dirty="0">
              <a:latin typeface="Avenir Book" panose="02000503020000020003" pitchFamily="2" charset="0"/>
              <a:ea typeface="Noto Sans CJK KR Regular" panose="020B0500000000000000" pitchFamily="34" charset="-128"/>
              <a:cs typeface="Arial" panose="020B0604020202020204" pitchFamily="34" charset="0"/>
            </a:endParaRPr>
          </a:p>
          <a:p>
            <a:pPr algn="ctr"/>
            <a:endParaRPr lang="en-US" altLang="ko-KR" sz="1800" dirty="0">
              <a:latin typeface="Avenir Book" panose="02000503020000020003" pitchFamily="2" charset="0"/>
              <a:ea typeface="Noto Sans CJK KR Regular" panose="020B0500000000000000" pitchFamily="34" charset="-128"/>
              <a:cs typeface="Arial" panose="020B0604020202020204" pitchFamily="34" charset="0"/>
            </a:endParaRPr>
          </a:p>
          <a:p>
            <a:pPr algn="ctr"/>
            <a:r>
              <a:rPr lang="en-US" altLang="ko-KR" sz="1800" dirty="0">
                <a:latin typeface="Avenir Book" panose="02000503020000020003" pitchFamily="2" charset="0"/>
                <a:ea typeface="Noto Sans CJK KR Regular" panose="020B0500000000000000" pitchFamily="34" charset="-128"/>
                <a:cs typeface="Arial" panose="020B0604020202020204" pitchFamily="34" charset="0"/>
              </a:rPr>
              <a:t>Department of Industrial Engineering, Seoul National University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C05EFCE3-FB7E-8CC0-097D-9FC738555D63}"/>
              </a:ext>
            </a:extLst>
          </p:cNvPr>
          <p:cNvGrpSpPr/>
          <p:nvPr/>
        </p:nvGrpSpPr>
        <p:grpSpPr>
          <a:xfrm>
            <a:off x="2984851" y="4301539"/>
            <a:ext cx="6222297" cy="846386"/>
            <a:chOff x="2414155" y="4291220"/>
            <a:chExt cx="6222297" cy="846386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88E867C-6C86-ACBF-3533-969BE61915E2}"/>
                </a:ext>
              </a:extLst>
            </p:cNvPr>
            <p:cNvSpPr txBox="1"/>
            <p:nvPr/>
          </p:nvSpPr>
          <p:spPr>
            <a:xfrm>
              <a:off x="5189936" y="4291220"/>
              <a:ext cx="3446516" cy="8156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rgbClr val="000000"/>
                  </a:solidFill>
                  <a:latin typeface="Avenir Book" panose="02000503020000020003" pitchFamily="2" charset="0"/>
                  <a:ea typeface="Noto Sans CJK KR Regular" panose="020B0500000000000000" pitchFamily="34" charset="-128"/>
                  <a:cs typeface="Arial" panose="020B0604020202020204" pitchFamily="34" charset="0"/>
                </a:rPr>
                <a:t>Doehyeon Lee</a:t>
              </a:r>
              <a:endPara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Book" panose="02000503020000020003" pitchFamily="2" charset="0"/>
                <a:ea typeface="Noto Sans CJK KR Regular" panose="020B0500000000000000" pitchFamily="34" charset="-128"/>
                <a:cs typeface="Arial" panose="020B0604020202020204" pitchFamily="34" charset="0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ko-KR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Book" panose="02000503020000020003" pitchFamily="2" charset="0"/>
                  <a:ea typeface="Noto Sans CJK KR Regular" panose="020B0500000000000000" pitchFamily="34" charset="-128"/>
                  <a:cs typeface="Arial" panose="020B0604020202020204" pitchFamily="34" charset="0"/>
                </a:rPr>
                <a:t>anthony16@snu.ac.kr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9E1C303-0BCF-B531-9FE4-85FD5170759D}"/>
                </a:ext>
              </a:extLst>
            </p:cNvPr>
            <p:cNvSpPr txBox="1"/>
            <p:nvPr/>
          </p:nvSpPr>
          <p:spPr>
            <a:xfrm>
              <a:off x="2414155" y="4291220"/>
              <a:ext cx="3708070" cy="8463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ko-KR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Book" panose="02000503020000020003" pitchFamily="2" charset="0"/>
                  <a:ea typeface="Noto Sans CJK KR Regular" panose="020B0500000000000000" pitchFamily="34" charset="-128"/>
                  <a:cs typeface="Arial" panose="020B0604020202020204" pitchFamily="34" charset="0"/>
                </a:rPr>
                <a:t>Yoo-Min Jung,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ko-KR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Book" panose="02000503020000020003" pitchFamily="2" charset="0"/>
                  <a:ea typeface="Noto Sans CJK KR Regular" panose="020B0500000000000000" pitchFamily="34" charset="-128"/>
                  <a:cs typeface="Arial" panose="020B0604020202020204" pitchFamily="34" charset="0"/>
                </a:rPr>
                <a:t>pamela7384@gmail.com</a:t>
              </a:r>
            </a:p>
          </p:txBody>
        </p:sp>
      </p:grpSp>
      <p:pic>
        <p:nvPicPr>
          <p:cNvPr id="10" name="그래픽 9">
            <a:extLst>
              <a:ext uri="{FF2B5EF4-FFF2-40B4-BE49-F238E27FC236}">
                <a16:creationId xmlns:a16="http://schemas.microsoft.com/office/drawing/2014/main" id="{30AEAD79-ADB9-C624-37E7-5B870B9EC9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362" y="295886"/>
            <a:ext cx="2653197" cy="117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572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DBC19-A418-0418-B64D-EE079D6E5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5">
            <a:extLst>
              <a:ext uri="{FF2B5EF4-FFF2-40B4-BE49-F238E27FC236}">
                <a16:creationId xmlns:a16="http://schemas.microsoft.com/office/drawing/2014/main" id="{B9E4CFDB-BE85-8DAB-A2B2-8D488141D42F}"/>
              </a:ext>
            </a:extLst>
          </p:cNvPr>
          <p:cNvSpPr txBox="1">
            <a:spLocks/>
          </p:cNvSpPr>
          <p:nvPr/>
        </p:nvSpPr>
        <p:spPr>
          <a:xfrm>
            <a:off x="5786438" y="1017456"/>
            <a:ext cx="5386386" cy="50261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00" b="0" i="0" kern="1200">
                <a:solidFill>
                  <a:schemeClr val="tx1"/>
                </a:solidFill>
                <a:latin typeface="Noto Sans CJK KR Light" panose="020B0300000000000000" pitchFamily="34" charset="-128"/>
                <a:ea typeface="Noto Sans CJK KR Light" panose="020B0300000000000000" pitchFamily="34" charset="-128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900" b="0" i="0" kern="1200">
                <a:solidFill>
                  <a:schemeClr val="tx1"/>
                </a:solidFill>
                <a:latin typeface="Noto Sans CJK KR Light" panose="020B0300000000000000" pitchFamily="34" charset="-128"/>
                <a:ea typeface="Noto Sans CJK KR Light" panose="020B0300000000000000" pitchFamily="34" charset="-128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700" b="0" i="0" kern="1200">
                <a:solidFill>
                  <a:schemeClr val="tx1"/>
                </a:solidFill>
                <a:latin typeface="Noto Sans CJK KR Light" panose="020B0300000000000000" pitchFamily="34" charset="-128"/>
                <a:ea typeface="Noto Sans CJK KR Light" panose="020B0300000000000000" pitchFamily="34" charset="-128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Noto Sans CJK KR Light" panose="020B0300000000000000" pitchFamily="34" charset="-128"/>
                <a:ea typeface="Noto Sans CJK KR Light" panose="020B0300000000000000" pitchFamily="34" charset="-128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ko-KR" sz="2800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pPr marL="514350" indent="-51435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ko-KR" sz="2800" dirty="0">
                <a:latin typeface="Arial" panose="020B0604020202020204" pitchFamily="34" charset="0"/>
                <a:cs typeface="Arial" panose="020B0604020202020204" pitchFamily="34" charset="0"/>
              </a:rPr>
              <a:t>State Space Model (SSM)</a:t>
            </a:r>
          </a:p>
          <a:p>
            <a:pPr marL="514350" indent="-51435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ko-KR" sz="2800" dirty="0">
                <a:latin typeface="Arial" panose="020B0604020202020204" pitchFamily="34" charset="0"/>
                <a:cs typeface="Arial" panose="020B0604020202020204" pitchFamily="34" charset="0"/>
              </a:rPr>
              <a:t>SSMs Before Mamba</a:t>
            </a:r>
          </a:p>
          <a:p>
            <a:pPr marL="514350" indent="-51435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ko-KR" sz="2800" dirty="0">
                <a:latin typeface="Arial" panose="020B0604020202020204" pitchFamily="34" charset="0"/>
                <a:cs typeface="Arial" panose="020B0604020202020204" pitchFamily="34" charset="0"/>
              </a:rPr>
              <a:t>Mamba Structure</a:t>
            </a:r>
          </a:p>
          <a:p>
            <a:pPr marL="514350" indent="-51435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ko-KR" sz="2800" dirty="0">
                <a:latin typeface="Arial" panose="020B0604020202020204" pitchFamily="34" charset="0"/>
                <a:cs typeface="Arial" panose="020B0604020202020204" pitchFamily="34" charset="0"/>
              </a:rPr>
              <a:t>Applications</a:t>
            </a:r>
          </a:p>
          <a:p>
            <a:pPr marL="514350" indent="-51435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ko-KR" sz="2800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61A48D1-F082-A11F-FF96-644940375B33}"/>
              </a:ext>
            </a:extLst>
          </p:cNvPr>
          <p:cNvSpPr txBox="1">
            <a:spLocks/>
          </p:cNvSpPr>
          <p:nvPr/>
        </p:nvSpPr>
        <p:spPr>
          <a:xfrm>
            <a:off x="379827" y="1017456"/>
            <a:ext cx="4851972" cy="753795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110000"/>
              </a:lnSpc>
              <a:spcBef>
                <a:spcPct val="0"/>
              </a:spcBef>
              <a:buNone/>
              <a:defRPr sz="3600" b="1" i="0" kern="1200">
                <a:solidFill>
                  <a:schemeClr val="tx1"/>
                </a:solidFill>
                <a:latin typeface="Noto Sans CJK KR Bold" panose="020B0500000000000000" pitchFamily="34" charset="-128"/>
                <a:ea typeface="Noto Sans CJK KR Bold" panose="020B0500000000000000" pitchFamily="34" charset="-128"/>
                <a:cs typeface="+mj-cs"/>
              </a:defRPr>
            </a:lvl1pPr>
          </a:lstStyle>
          <a:p>
            <a:pPr algn="ctr"/>
            <a:r>
              <a:rPr lang="en-US" altLang="ko-KR" b="0" dirty="0">
                <a:latin typeface="Arial" panose="020B0604020202020204" pitchFamily="34" charset="0"/>
                <a:cs typeface="Arial" panose="020B0604020202020204" pitchFamily="34" charset="0"/>
              </a:rPr>
              <a:t>Table of Contents</a:t>
            </a:r>
            <a:endParaRPr lang="ko-KR" altLang="en-US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7208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28B5A2-82FB-EF02-EA84-E4D1FCF42374}"/>
              </a:ext>
            </a:extLst>
          </p:cNvPr>
          <p:cNvSpPr txBox="1"/>
          <p:nvPr/>
        </p:nvSpPr>
        <p:spPr>
          <a:xfrm>
            <a:off x="3333882" y="2921172"/>
            <a:ext cx="5524269" cy="1015663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kumimoji="1" lang="en-US" altLang="ko-KR" sz="6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NanumSquareOTF ExtraBold" panose="020B0600000101010101" pitchFamily="34" charset="-127"/>
                <a:cs typeface="Pretendard ExtraBold" panose="02000503000000020004" pitchFamily="2" charset="-127"/>
              </a:rPr>
              <a:t>1. Introduction</a:t>
            </a:r>
          </a:p>
        </p:txBody>
      </p:sp>
      <p:sp>
        <p:nvSpPr>
          <p:cNvPr id="3" name="액자 2">
            <a:extLst>
              <a:ext uri="{FF2B5EF4-FFF2-40B4-BE49-F238E27FC236}">
                <a16:creationId xmlns:a16="http://schemas.microsoft.com/office/drawing/2014/main" id="{41023C31-6A28-37A0-63E6-5D7B8A7671FF}"/>
              </a:ext>
            </a:extLst>
          </p:cNvPr>
          <p:cNvSpPr/>
          <p:nvPr/>
        </p:nvSpPr>
        <p:spPr>
          <a:xfrm>
            <a:off x="62400" y="63000"/>
            <a:ext cx="12067200" cy="6732000"/>
          </a:xfrm>
          <a:prstGeom prst="frame">
            <a:avLst>
              <a:gd name="adj1" fmla="val 44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60000"/>
                </a:schemeClr>
              </a:gs>
              <a:gs pos="50000">
                <a:schemeClr val="accent5">
                  <a:lumMod val="40000"/>
                  <a:lumOff val="60000"/>
                  <a:alpha val="60000"/>
                </a:schemeClr>
              </a:gs>
              <a:gs pos="100000">
                <a:schemeClr val="accent6">
                  <a:lumMod val="75000"/>
                  <a:alpha val="20000"/>
                </a:schemeClr>
              </a:gs>
            </a:gsLst>
            <a:lin ang="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solidFill>
                <a:schemeClr val="tx1"/>
              </a:solidFill>
              <a:latin typeface="Avenir Book" panose="02000503020000020003" pitchFamily="2" charset="0"/>
              <a:ea typeface="Noto Sans CJK KR DemiLight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41052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72E46-E7FB-B5FF-1BEC-D2BAA83D3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내용 개체 틀 15">
            <a:extLst>
              <a:ext uri="{FF2B5EF4-FFF2-40B4-BE49-F238E27FC236}">
                <a16:creationId xmlns:a16="http://schemas.microsoft.com/office/drawing/2014/main" id="{B8C36513-EDE2-E448-74C9-EC4278EA2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827" y="1151467"/>
            <a:ext cx="11440697" cy="5249538"/>
          </a:xfrm>
        </p:spPr>
        <p:txBody>
          <a:bodyPr/>
          <a:lstStyle/>
          <a:p>
            <a:endParaRPr lang="en-US" altLang="ko-KR" dirty="0"/>
          </a:p>
          <a:p>
            <a:pPr lvl="1"/>
            <a:r>
              <a:rPr lang="en-US" altLang="ko-KR" dirty="0"/>
              <a:t>Anyone who has studied CNN and RNN before</a:t>
            </a:r>
          </a:p>
          <a:p>
            <a:pPr lvl="2"/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/>
              <a:t>Background and core ideas behind Mamba</a:t>
            </a:r>
          </a:p>
          <a:p>
            <a:pPr lvl="2"/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/>
              <a:t>Without prior knowledge of Transformers</a:t>
            </a:r>
          </a:p>
          <a:p>
            <a:endParaRPr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517ECD3-824A-4A49-2C16-2548474BC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913" y="118633"/>
            <a:ext cx="11404650" cy="753795"/>
          </a:xfrm>
        </p:spPr>
        <p:txBody>
          <a:bodyPr/>
          <a:lstStyle/>
          <a:p>
            <a:r>
              <a:rPr lang="en-US" altLang="ko-KR" dirty="0"/>
              <a:t>Audience and Scope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4E4ED6-FDA0-1FE3-F5F7-96C99007035E}"/>
              </a:ext>
            </a:extLst>
          </p:cNvPr>
          <p:cNvSpPr txBox="1"/>
          <p:nvPr/>
        </p:nvSpPr>
        <p:spPr>
          <a:xfrm>
            <a:off x="10153381" y="226214"/>
            <a:ext cx="1787669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kumimoji="1" lang="en-US" altLang="ko-K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NanumSquareOTF ExtraBold" panose="020B0600000101010101" pitchFamily="34" charset="-127"/>
                <a:cs typeface="Pretendard ExtraBold" panose="02000503000000020004" pitchFamily="2" charset="-127"/>
              </a:rPr>
              <a:t>1. Introduction</a:t>
            </a:r>
          </a:p>
        </p:txBody>
      </p:sp>
      <p:sp>
        <p:nvSpPr>
          <p:cNvPr id="6" name="Google Shape;380;p22">
            <a:extLst>
              <a:ext uri="{FF2B5EF4-FFF2-40B4-BE49-F238E27FC236}">
                <a16:creationId xmlns:a16="http://schemas.microsoft.com/office/drawing/2014/main" id="{E8604915-47FC-DA8D-D4FA-8958B7DBEACA}"/>
              </a:ext>
            </a:extLst>
          </p:cNvPr>
          <p:cNvSpPr/>
          <p:nvPr/>
        </p:nvSpPr>
        <p:spPr>
          <a:xfrm>
            <a:off x="371476" y="1189665"/>
            <a:ext cx="1457324" cy="519295"/>
          </a:xfrm>
          <a:prstGeom prst="roundRect">
            <a:avLst>
              <a:gd name="adj" fmla="val 50000"/>
            </a:avLst>
          </a:prstGeom>
          <a:noFill/>
          <a:ln w="38100" cap="flat" cmpd="sng">
            <a:solidFill>
              <a:schemeClr val="accent1">
                <a:lumMod val="20000"/>
                <a:lumOff val="8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914400">
              <a:buClr>
                <a:srgbClr val="000000"/>
              </a:buClr>
            </a:pPr>
            <a:r>
              <a:rPr lang="en" altLang="ko-KR" sz="2400" kern="0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/>
                <a:cs typeface="Arial"/>
                <a:sym typeface="Arial"/>
              </a:rPr>
              <a:t>WHO</a:t>
            </a:r>
          </a:p>
        </p:txBody>
      </p:sp>
      <p:sp>
        <p:nvSpPr>
          <p:cNvPr id="11" name="Google Shape;380;p22">
            <a:extLst>
              <a:ext uri="{FF2B5EF4-FFF2-40B4-BE49-F238E27FC236}">
                <a16:creationId xmlns:a16="http://schemas.microsoft.com/office/drawing/2014/main" id="{28FBF91D-CBD5-87E6-5C6A-D44DD669A1FB}"/>
              </a:ext>
            </a:extLst>
          </p:cNvPr>
          <p:cNvSpPr/>
          <p:nvPr/>
        </p:nvSpPr>
        <p:spPr>
          <a:xfrm>
            <a:off x="371475" y="2765065"/>
            <a:ext cx="1457324" cy="519295"/>
          </a:xfrm>
          <a:prstGeom prst="roundRect">
            <a:avLst>
              <a:gd name="adj" fmla="val 50000"/>
            </a:avLst>
          </a:prstGeom>
          <a:noFill/>
          <a:ln w="381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914400">
              <a:buClr>
                <a:srgbClr val="000000"/>
              </a:buClr>
            </a:pPr>
            <a:r>
              <a:rPr lang="en" altLang="ko-KR" sz="2400" kern="0" dirty="0">
                <a:solidFill>
                  <a:schemeClr val="accent5">
                    <a:lumMod val="40000"/>
                    <a:lumOff val="60000"/>
                  </a:schemeClr>
                </a:solidFill>
                <a:latin typeface="Arial"/>
                <a:cs typeface="Arial"/>
                <a:sym typeface="Arial"/>
              </a:rPr>
              <a:t>WHAT</a:t>
            </a:r>
          </a:p>
        </p:txBody>
      </p:sp>
      <p:sp>
        <p:nvSpPr>
          <p:cNvPr id="12" name="Google Shape;380;p22">
            <a:extLst>
              <a:ext uri="{FF2B5EF4-FFF2-40B4-BE49-F238E27FC236}">
                <a16:creationId xmlns:a16="http://schemas.microsoft.com/office/drawing/2014/main" id="{F65E4C5D-56D6-9CCF-5048-696A9024D0A6}"/>
              </a:ext>
            </a:extLst>
          </p:cNvPr>
          <p:cNvSpPr/>
          <p:nvPr/>
        </p:nvSpPr>
        <p:spPr>
          <a:xfrm>
            <a:off x="371475" y="4339613"/>
            <a:ext cx="1457324" cy="519295"/>
          </a:xfrm>
          <a:prstGeom prst="roundRect">
            <a:avLst>
              <a:gd name="adj" fmla="val 50000"/>
            </a:avLst>
          </a:prstGeom>
          <a:noFill/>
          <a:ln w="38100" cap="flat" cmpd="sng">
            <a:solidFill>
              <a:schemeClr val="accent6">
                <a:alpha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914400">
              <a:buClr>
                <a:srgbClr val="000000"/>
              </a:buClr>
            </a:pPr>
            <a:r>
              <a:rPr lang="en" altLang="ko-KR" sz="2400" kern="0" dirty="0">
                <a:solidFill>
                  <a:schemeClr val="accent6">
                    <a:alpha val="60000"/>
                  </a:schemeClr>
                </a:solidFill>
                <a:latin typeface="Arial"/>
                <a:cs typeface="Arial"/>
                <a:sym typeface="Arial"/>
              </a:rPr>
              <a:t>WHY</a:t>
            </a:r>
          </a:p>
        </p:txBody>
      </p:sp>
    </p:spTree>
    <p:extLst>
      <p:ext uri="{BB962C8B-B14F-4D97-AF65-F5344CB8AC3E}">
        <p14:creationId xmlns:p14="http://schemas.microsoft.com/office/powerpoint/2010/main" val="2139311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5BD0F-3DB0-F1F2-640B-BB6625760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내용 개체 틀 15">
            <a:extLst>
              <a:ext uri="{FF2B5EF4-FFF2-40B4-BE49-F238E27FC236}">
                <a16:creationId xmlns:a16="http://schemas.microsoft.com/office/drawing/2014/main" id="{5487C247-1B4D-6593-50DF-173CE9905D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827" y="1151467"/>
            <a:ext cx="11440697" cy="5249538"/>
          </a:xfrm>
        </p:spPr>
        <p:txBody>
          <a:bodyPr/>
          <a:lstStyle/>
          <a:p>
            <a:r>
              <a:rPr lang="en-US" altLang="ko-KR" dirty="0"/>
              <a:t>CNN – convolution filter</a:t>
            </a:r>
            <a:endParaRPr lang="ko-KR" altLang="en-US" dirty="0"/>
          </a:p>
          <a:p>
            <a:pPr lvl="1"/>
            <a:endParaRPr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10E088E-5304-DFE4-F095-D99F534A1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913" y="118633"/>
            <a:ext cx="11404650" cy="753795"/>
          </a:xfrm>
        </p:spPr>
        <p:txBody>
          <a:bodyPr/>
          <a:lstStyle/>
          <a:p>
            <a:r>
              <a:rPr lang="en-US" altLang="ko-KR" dirty="0"/>
              <a:t>Recap : CNN and RNN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992752-6209-D665-AF0C-F6179395C6A5}"/>
              </a:ext>
            </a:extLst>
          </p:cNvPr>
          <p:cNvSpPr txBox="1"/>
          <p:nvPr/>
        </p:nvSpPr>
        <p:spPr>
          <a:xfrm>
            <a:off x="10153381" y="226214"/>
            <a:ext cx="1787669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r"/>
            <a:r>
              <a:rPr kumimoji="1" lang="en-US" altLang="ko-K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NanumSquareOTF ExtraBold" panose="020B0600000101010101" pitchFamily="34" charset="-127"/>
                <a:cs typeface="Pretendard ExtraBold" panose="02000503000000020004" pitchFamily="2" charset="-127"/>
              </a:rPr>
              <a:t>1. Introduction</a:t>
            </a:r>
          </a:p>
        </p:txBody>
      </p:sp>
      <p:sp>
        <p:nvSpPr>
          <p:cNvPr id="143" name="오른쪽 화살표[R] 142">
            <a:extLst>
              <a:ext uri="{FF2B5EF4-FFF2-40B4-BE49-F238E27FC236}">
                <a16:creationId xmlns:a16="http://schemas.microsoft.com/office/drawing/2014/main" id="{4CF57E42-8373-C8A2-945A-505111B3BC08}"/>
              </a:ext>
            </a:extLst>
          </p:cNvPr>
          <p:cNvSpPr/>
          <p:nvPr/>
        </p:nvSpPr>
        <p:spPr>
          <a:xfrm>
            <a:off x="4404816" y="3620216"/>
            <a:ext cx="3567244" cy="984392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Avenir Book" panose="02000503020000020003" pitchFamily="2" charset="0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E43410B2-F2AA-7B3F-CB44-BE0B8B0BF8B6}"/>
              </a:ext>
            </a:extLst>
          </p:cNvPr>
          <p:cNvSpPr txBox="1"/>
          <p:nvPr/>
        </p:nvSpPr>
        <p:spPr>
          <a:xfrm>
            <a:off x="5209857" y="2551160"/>
            <a:ext cx="17722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dirty="0">
                <a:latin typeface="Arial" panose="020B0604020202020204" pitchFamily="34" charset="0"/>
                <a:cs typeface="Arial" panose="020B0604020202020204" pitchFamily="34" charset="0"/>
              </a:rPr>
              <a:t>filter</a:t>
            </a:r>
            <a:endParaRPr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69B2648F-A286-41AB-DD80-5964226BA63D}"/>
              </a:ext>
            </a:extLst>
          </p:cNvPr>
          <p:cNvSpPr txBox="1"/>
          <p:nvPr/>
        </p:nvSpPr>
        <p:spPr>
          <a:xfrm>
            <a:off x="1505750" y="2066672"/>
            <a:ext cx="17722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dirty="0"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  <a:endParaRPr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C2B16DF8-16B1-7394-D813-C5766B46A7AC}"/>
              </a:ext>
            </a:extLst>
          </p:cNvPr>
          <p:cNvSpPr txBox="1"/>
          <p:nvPr/>
        </p:nvSpPr>
        <p:spPr>
          <a:xfrm>
            <a:off x="8831181" y="2279987"/>
            <a:ext cx="21444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dirty="0"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  <a:endParaRPr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7" name="그룹 146">
            <a:extLst>
              <a:ext uri="{FF2B5EF4-FFF2-40B4-BE49-F238E27FC236}">
                <a16:creationId xmlns:a16="http://schemas.microsoft.com/office/drawing/2014/main" id="{5C5AF06D-D2DF-3E4D-39F1-D3458F814F6A}"/>
              </a:ext>
            </a:extLst>
          </p:cNvPr>
          <p:cNvGrpSpPr/>
          <p:nvPr/>
        </p:nvGrpSpPr>
        <p:grpSpPr>
          <a:xfrm>
            <a:off x="5289177" y="3260153"/>
            <a:ext cx="1620000" cy="1620000"/>
            <a:chOff x="5296391" y="3279348"/>
            <a:chExt cx="1620000" cy="1620000"/>
          </a:xfrm>
        </p:grpSpPr>
        <p:grpSp>
          <p:nvGrpSpPr>
            <p:cNvPr id="148" name="그룹 147">
              <a:extLst>
                <a:ext uri="{FF2B5EF4-FFF2-40B4-BE49-F238E27FC236}">
                  <a16:creationId xmlns:a16="http://schemas.microsoft.com/office/drawing/2014/main" id="{3BB5A387-893F-5DDF-5DF6-0AB63A508BBE}"/>
                </a:ext>
              </a:extLst>
            </p:cNvPr>
            <p:cNvGrpSpPr/>
            <p:nvPr/>
          </p:nvGrpSpPr>
          <p:grpSpPr>
            <a:xfrm>
              <a:off x="5296391" y="3279348"/>
              <a:ext cx="1620000" cy="1620000"/>
              <a:chOff x="5211128" y="2791778"/>
              <a:chExt cx="1807845" cy="1807845"/>
            </a:xfrm>
          </p:grpSpPr>
          <p:sp>
            <p:nvSpPr>
              <p:cNvPr id="150" name="kernel-r1-c1">
                <a:extLst>
                  <a:ext uri="{FF2B5EF4-FFF2-40B4-BE49-F238E27FC236}">
                    <a16:creationId xmlns:a16="http://schemas.microsoft.com/office/drawing/2014/main" id="{CA1AAB07-CFBE-783A-C1BA-987353F77DF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211128" y="2791778"/>
                <a:ext cx="607695" cy="60769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4">
                    <a:lumMod val="60000"/>
                    <a:lumOff val="40000"/>
                    <a:alpha val="28000"/>
                  </a:schemeClr>
                </a:solidFill>
                <a:prstDash val="solid"/>
              </a:ln>
            </p:spPr>
            <p:txBody>
              <a:bodyPr lIns="9525" tIns="9525" rIns="9525" bIns="9525" anchor="ctr">
                <a:normAutofit/>
              </a:bodyPr>
              <a:lstStyle/>
              <a:p>
                <a:pPr algn="ctr">
                  <a:defRPr sz="1725" b="1">
                    <a:solidFill>
                      <a:srgbClr val="246BFD"/>
                    </a:solidFill>
                    <a:latin typeface="Apple SD Gothic Neo"/>
                    <a:ea typeface="Apple SD Gothic Neo"/>
                    <a:cs typeface="Apple SD Gothic Neo"/>
                  </a:defRPr>
                </a:pPr>
                <a:r>
                  <a:rPr lang="ko-KR" altLang="en-US" b="1" dirty="0">
                    <a:solidFill>
                      <a:srgbClr val="246BFD"/>
                    </a:solidFill>
                    <a:latin typeface="Arial" panose="020B0604020202020204" pitchFamily="34" charset="0"/>
                    <a:ea typeface="Apple SD Gothic Neo"/>
                    <a:cs typeface="Arial" panose="020B0604020202020204" pitchFamily="34" charset="0"/>
                  </a:rPr>
                  <a:t>−</a:t>
                </a:r>
                <a:r>
                  <a:rPr lang="en-US" altLang="ko-KR" b="1" dirty="0">
                    <a:solidFill>
                      <a:srgbClr val="246BFD"/>
                    </a:solidFill>
                    <a:latin typeface="Arial" panose="020B0604020202020204" pitchFamily="34" charset="0"/>
                    <a:ea typeface="Apple SD Gothic Neo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51" name="kernel-r1-c2">
                <a:extLst>
                  <a:ext uri="{FF2B5EF4-FFF2-40B4-BE49-F238E27FC236}">
                    <a16:creationId xmlns:a16="http://schemas.microsoft.com/office/drawing/2014/main" id="{7FA62A61-A6B3-A5A2-7FFE-8B95B9C211E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811203" y="2791778"/>
                <a:ext cx="607695" cy="60769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4">
                    <a:lumMod val="60000"/>
                    <a:lumOff val="40000"/>
                    <a:alpha val="28000"/>
                  </a:schemeClr>
                </a:solidFill>
                <a:prstDash val="solid"/>
              </a:ln>
            </p:spPr>
            <p:txBody>
              <a:bodyPr lIns="9525" tIns="9525" rIns="9525" bIns="9525" anchor="ctr">
                <a:normAutofit/>
              </a:bodyPr>
              <a:lstStyle/>
              <a:p>
                <a:pPr algn="ctr">
                  <a:defRPr sz="1725" b="1">
                    <a:solidFill>
                      <a:srgbClr val="246BFD"/>
                    </a:solidFill>
                    <a:latin typeface="Apple SD Gothic Neo"/>
                    <a:ea typeface="Apple SD Gothic Neo"/>
                    <a:cs typeface="Apple SD Gothic Neo"/>
                  </a:defRPr>
                </a:pPr>
                <a:r>
                  <a:rPr b="1" dirty="0">
                    <a:solidFill>
                      <a:srgbClr val="246BFD"/>
                    </a:solidFill>
                    <a:latin typeface="Arial" panose="020B0604020202020204" pitchFamily="34" charset="0"/>
                    <a:ea typeface="Apple SD Gothic Neo"/>
                    <a:cs typeface="Arial" panose="020B0604020202020204" pitchFamily="34" charset="0"/>
                  </a:rPr>
                  <a:t>−1</a:t>
                </a:r>
              </a:p>
            </p:txBody>
          </p:sp>
          <p:sp>
            <p:nvSpPr>
              <p:cNvPr id="152" name="kernel-r1-c3">
                <a:extLst>
                  <a:ext uri="{FF2B5EF4-FFF2-40B4-BE49-F238E27FC236}">
                    <a16:creationId xmlns:a16="http://schemas.microsoft.com/office/drawing/2014/main" id="{C6E5E64C-90DA-F28A-DCDF-B68B6FB3304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411278" y="2791778"/>
                <a:ext cx="607695" cy="60769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4">
                    <a:lumMod val="60000"/>
                    <a:lumOff val="40000"/>
                    <a:alpha val="28000"/>
                  </a:schemeClr>
                </a:solidFill>
                <a:prstDash val="solid"/>
              </a:ln>
            </p:spPr>
            <p:txBody>
              <a:bodyPr lIns="9525" tIns="9525" rIns="9525" bIns="9525" anchor="ctr">
                <a:normAutofit/>
              </a:bodyPr>
              <a:lstStyle/>
              <a:p>
                <a:pPr algn="ctr">
                  <a:defRPr sz="1725" b="1">
                    <a:solidFill>
                      <a:srgbClr val="246BFD"/>
                    </a:solidFill>
                    <a:latin typeface="Apple SD Gothic Neo"/>
                    <a:ea typeface="Apple SD Gothic Neo"/>
                    <a:cs typeface="Apple SD Gothic Neo"/>
                  </a:defRPr>
                </a:pPr>
                <a:r>
                  <a:rPr b="1" dirty="0">
                    <a:solidFill>
                      <a:srgbClr val="246BFD"/>
                    </a:solidFill>
                    <a:latin typeface="Arial" panose="020B0604020202020204" pitchFamily="34" charset="0"/>
                    <a:ea typeface="Apple SD Gothic Neo"/>
                    <a:cs typeface="Arial" panose="020B0604020202020204" pitchFamily="34" charset="0"/>
                  </a:rPr>
                  <a:t>−1</a:t>
                </a:r>
              </a:p>
            </p:txBody>
          </p:sp>
          <p:sp>
            <p:nvSpPr>
              <p:cNvPr id="153" name="kernel-r2-c1">
                <a:extLst>
                  <a:ext uri="{FF2B5EF4-FFF2-40B4-BE49-F238E27FC236}">
                    <a16:creationId xmlns:a16="http://schemas.microsoft.com/office/drawing/2014/main" id="{BCF210EF-8604-0C57-3FD0-D0532142CC9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211128" y="3391853"/>
                <a:ext cx="607695" cy="60769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4">
                    <a:lumMod val="60000"/>
                    <a:lumOff val="40000"/>
                    <a:alpha val="28000"/>
                  </a:schemeClr>
                </a:solidFill>
                <a:prstDash val="solid"/>
              </a:ln>
            </p:spPr>
            <p:txBody>
              <a:bodyPr lIns="9525" tIns="9525" rIns="9525" bIns="9525" anchor="ctr">
                <a:normAutofit/>
              </a:bodyPr>
              <a:lstStyle/>
              <a:p>
                <a:pPr algn="ctr">
                  <a:defRPr sz="1725" b="1">
                    <a:solidFill>
                      <a:srgbClr val="246BFD"/>
                    </a:solidFill>
                    <a:latin typeface="Apple SD Gothic Neo"/>
                    <a:ea typeface="Apple SD Gothic Neo"/>
                    <a:cs typeface="Apple SD Gothic Neo"/>
                  </a:defRPr>
                </a:pPr>
                <a:r>
                  <a:rPr b="1">
                    <a:solidFill>
                      <a:srgbClr val="246BFD"/>
                    </a:solidFill>
                    <a:latin typeface="Arial" panose="020B0604020202020204" pitchFamily="34" charset="0"/>
                    <a:ea typeface="Apple SD Gothic Neo"/>
                    <a:cs typeface="Arial" panose="020B0604020202020204" pitchFamily="34" charset="0"/>
                  </a:rPr>
                  <a:t>−1</a:t>
                </a:r>
              </a:p>
            </p:txBody>
          </p:sp>
          <p:sp>
            <p:nvSpPr>
              <p:cNvPr id="154" name="kernel-r2-c2">
                <a:extLst>
                  <a:ext uri="{FF2B5EF4-FFF2-40B4-BE49-F238E27FC236}">
                    <a16:creationId xmlns:a16="http://schemas.microsoft.com/office/drawing/2014/main" id="{CA98C46A-47D5-9D36-3EC0-0DCE5115FD0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811203" y="3391853"/>
                <a:ext cx="607695" cy="607695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  <a:alpha val="92000"/>
                </a:schemeClr>
              </a:solidFill>
              <a:ln w="9525">
                <a:solidFill>
                  <a:schemeClr val="accent4">
                    <a:lumMod val="60000"/>
                    <a:lumOff val="40000"/>
                    <a:alpha val="28000"/>
                  </a:schemeClr>
                </a:solidFill>
                <a:prstDash val="solid"/>
              </a:ln>
            </p:spPr>
            <p:txBody>
              <a:bodyPr lIns="9525" tIns="9525" rIns="9525" bIns="9525" anchor="ctr">
                <a:normAutofit/>
              </a:bodyPr>
              <a:lstStyle/>
              <a:p>
                <a:pPr algn="ctr">
                  <a:defRPr sz="1725" b="1">
                    <a:solidFill>
                      <a:srgbClr val="FFFFFF"/>
                    </a:solidFill>
                    <a:latin typeface="Apple SD Gothic Neo"/>
                    <a:ea typeface="Apple SD Gothic Neo"/>
                    <a:cs typeface="Apple SD Gothic Neo"/>
                  </a:defRPr>
                </a:pPr>
                <a:r>
                  <a:rPr b="1" dirty="0">
                    <a:solidFill>
                      <a:srgbClr val="FFFFFF"/>
                    </a:solidFill>
                    <a:latin typeface="Arial" panose="020B0604020202020204" pitchFamily="34" charset="0"/>
                    <a:ea typeface="Apple SD Gothic Neo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155" name="kernel-r2-c3">
                <a:extLst>
                  <a:ext uri="{FF2B5EF4-FFF2-40B4-BE49-F238E27FC236}">
                    <a16:creationId xmlns:a16="http://schemas.microsoft.com/office/drawing/2014/main" id="{09EE95B5-64A5-6552-5135-D7A6A4C9A32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411278" y="3391853"/>
                <a:ext cx="607695" cy="60769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4">
                    <a:lumMod val="60000"/>
                    <a:lumOff val="40000"/>
                    <a:alpha val="28000"/>
                  </a:schemeClr>
                </a:solidFill>
                <a:prstDash val="solid"/>
              </a:ln>
            </p:spPr>
            <p:txBody>
              <a:bodyPr lIns="9525" tIns="9525" rIns="9525" bIns="9525" anchor="ctr">
                <a:normAutofit/>
              </a:bodyPr>
              <a:lstStyle/>
              <a:p>
                <a:pPr algn="ctr">
                  <a:defRPr sz="1725" b="1">
                    <a:solidFill>
                      <a:srgbClr val="246BFD"/>
                    </a:solidFill>
                    <a:latin typeface="Apple SD Gothic Neo"/>
                    <a:ea typeface="Apple SD Gothic Neo"/>
                    <a:cs typeface="Apple SD Gothic Neo"/>
                  </a:defRPr>
                </a:pPr>
                <a:r>
                  <a:rPr b="1" dirty="0">
                    <a:solidFill>
                      <a:srgbClr val="246BFD"/>
                    </a:solidFill>
                    <a:latin typeface="Arial" panose="020B0604020202020204" pitchFamily="34" charset="0"/>
                    <a:ea typeface="Apple SD Gothic Neo"/>
                    <a:cs typeface="Arial" panose="020B0604020202020204" pitchFamily="34" charset="0"/>
                  </a:rPr>
                  <a:t>−1</a:t>
                </a:r>
              </a:p>
            </p:txBody>
          </p:sp>
          <p:sp>
            <p:nvSpPr>
              <p:cNvPr id="156" name="kernel-r3-c1">
                <a:extLst>
                  <a:ext uri="{FF2B5EF4-FFF2-40B4-BE49-F238E27FC236}">
                    <a16:creationId xmlns:a16="http://schemas.microsoft.com/office/drawing/2014/main" id="{81971A13-646A-393B-C41D-DF66093F24A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211128" y="3991928"/>
                <a:ext cx="607695" cy="60769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4">
                    <a:lumMod val="60000"/>
                    <a:lumOff val="40000"/>
                    <a:alpha val="28000"/>
                  </a:schemeClr>
                </a:solidFill>
                <a:prstDash val="solid"/>
              </a:ln>
            </p:spPr>
            <p:txBody>
              <a:bodyPr lIns="9525" tIns="9525" rIns="9525" bIns="9525" anchor="ctr">
                <a:normAutofit/>
              </a:bodyPr>
              <a:lstStyle/>
              <a:p>
                <a:pPr algn="ctr">
                  <a:defRPr sz="1725" b="1">
                    <a:solidFill>
                      <a:srgbClr val="246BFD"/>
                    </a:solidFill>
                    <a:latin typeface="Apple SD Gothic Neo"/>
                    <a:ea typeface="Apple SD Gothic Neo"/>
                    <a:cs typeface="Apple SD Gothic Neo"/>
                  </a:defRPr>
                </a:pPr>
                <a:r>
                  <a:rPr b="1" dirty="0">
                    <a:solidFill>
                      <a:srgbClr val="246BFD"/>
                    </a:solidFill>
                    <a:latin typeface="Arial" panose="020B0604020202020204" pitchFamily="34" charset="0"/>
                    <a:ea typeface="Apple SD Gothic Neo"/>
                    <a:cs typeface="Arial" panose="020B0604020202020204" pitchFamily="34" charset="0"/>
                  </a:rPr>
                  <a:t>−1</a:t>
                </a:r>
              </a:p>
            </p:txBody>
          </p:sp>
          <p:sp>
            <p:nvSpPr>
              <p:cNvPr id="157" name="kernel-r3-c2">
                <a:extLst>
                  <a:ext uri="{FF2B5EF4-FFF2-40B4-BE49-F238E27FC236}">
                    <a16:creationId xmlns:a16="http://schemas.microsoft.com/office/drawing/2014/main" id="{0C8DE4B1-C2A5-5480-AD32-7E4501A4B57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811203" y="3991928"/>
                <a:ext cx="607695" cy="60769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4">
                    <a:lumMod val="60000"/>
                    <a:lumOff val="40000"/>
                    <a:alpha val="28000"/>
                  </a:schemeClr>
                </a:solidFill>
                <a:prstDash val="solid"/>
              </a:ln>
            </p:spPr>
            <p:txBody>
              <a:bodyPr lIns="9525" tIns="9525" rIns="9525" bIns="9525" anchor="ctr">
                <a:normAutofit/>
              </a:bodyPr>
              <a:lstStyle/>
              <a:p>
                <a:pPr algn="ctr">
                  <a:defRPr sz="1725" b="1">
                    <a:solidFill>
                      <a:srgbClr val="246BFD"/>
                    </a:solidFill>
                    <a:latin typeface="Apple SD Gothic Neo"/>
                    <a:ea typeface="Apple SD Gothic Neo"/>
                    <a:cs typeface="Apple SD Gothic Neo"/>
                  </a:defRPr>
                </a:pPr>
                <a:r>
                  <a:rPr b="1" dirty="0">
                    <a:solidFill>
                      <a:srgbClr val="246BFD"/>
                    </a:solidFill>
                    <a:latin typeface="Arial" panose="020B0604020202020204" pitchFamily="34" charset="0"/>
                    <a:ea typeface="Apple SD Gothic Neo"/>
                    <a:cs typeface="Arial" panose="020B0604020202020204" pitchFamily="34" charset="0"/>
                  </a:rPr>
                  <a:t>−1</a:t>
                </a:r>
              </a:p>
            </p:txBody>
          </p:sp>
          <p:sp>
            <p:nvSpPr>
              <p:cNvPr id="158" name="kernel-r3-c3">
                <a:extLst>
                  <a:ext uri="{FF2B5EF4-FFF2-40B4-BE49-F238E27FC236}">
                    <a16:creationId xmlns:a16="http://schemas.microsoft.com/office/drawing/2014/main" id="{4F3B4C5D-5360-947C-A133-18A4BACCD35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411278" y="3991928"/>
                <a:ext cx="607695" cy="60769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4">
                    <a:lumMod val="60000"/>
                    <a:lumOff val="40000"/>
                    <a:alpha val="28000"/>
                  </a:schemeClr>
                </a:solidFill>
                <a:prstDash val="solid"/>
              </a:ln>
            </p:spPr>
            <p:txBody>
              <a:bodyPr lIns="9525" tIns="9525" rIns="9525" bIns="9525" anchor="ctr">
                <a:normAutofit/>
              </a:bodyPr>
              <a:lstStyle/>
              <a:p>
                <a:pPr algn="ctr">
                  <a:defRPr sz="1725" b="1">
                    <a:solidFill>
                      <a:srgbClr val="246BFD"/>
                    </a:solidFill>
                    <a:latin typeface="Apple SD Gothic Neo"/>
                    <a:ea typeface="Apple SD Gothic Neo"/>
                    <a:cs typeface="Apple SD Gothic Neo"/>
                  </a:defRPr>
                </a:pPr>
                <a:r>
                  <a:rPr b="1">
                    <a:solidFill>
                      <a:srgbClr val="246BFD"/>
                    </a:solidFill>
                    <a:latin typeface="Arial" panose="020B0604020202020204" pitchFamily="34" charset="0"/>
                    <a:ea typeface="Apple SD Gothic Neo"/>
                    <a:cs typeface="Arial" panose="020B0604020202020204" pitchFamily="34" charset="0"/>
                  </a:rPr>
                  <a:t>−1</a:t>
                </a:r>
              </a:p>
            </p:txBody>
          </p:sp>
        </p:grpSp>
        <p:sp>
          <p:nvSpPr>
            <p:cNvPr id="149" name="직사각형 148">
              <a:extLst>
                <a:ext uri="{FF2B5EF4-FFF2-40B4-BE49-F238E27FC236}">
                  <a16:creationId xmlns:a16="http://schemas.microsoft.com/office/drawing/2014/main" id="{26D8B412-54C5-7514-24ED-EEE75755817A}"/>
                </a:ext>
              </a:extLst>
            </p:cNvPr>
            <p:cNvSpPr/>
            <p:nvPr/>
          </p:nvSpPr>
          <p:spPr>
            <a:xfrm>
              <a:off x="5299568" y="3282525"/>
              <a:ext cx="1613647" cy="1613647"/>
            </a:xfrm>
            <a:prstGeom prst="rect">
              <a:avLst/>
            </a:prstGeom>
            <a:no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6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F2CFBCFD-EF80-B221-AADD-7F2D28D5991F}"/>
              </a:ext>
            </a:extLst>
          </p:cNvPr>
          <p:cNvGrpSpPr/>
          <p:nvPr/>
        </p:nvGrpSpPr>
        <p:grpSpPr>
          <a:xfrm>
            <a:off x="8618577" y="2842535"/>
            <a:ext cx="2539753" cy="2539753"/>
            <a:chOff x="7930991" y="2054066"/>
            <a:chExt cx="3407093" cy="3407093"/>
          </a:xfrm>
        </p:grpSpPr>
        <p:sp>
          <p:nvSpPr>
            <p:cNvPr id="56" name="output-r1-c1">
              <a:extLst>
                <a:ext uri="{FF2B5EF4-FFF2-40B4-BE49-F238E27FC236}">
                  <a16:creationId xmlns:a16="http://schemas.microsoft.com/office/drawing/2014/main" id="{31CCBAE5-68E5-2054-4E4A-DC115F5F8FA6}"/>
                </a:ext>
              </a:extLst>
            </p:cNvPr>
            <p:cNvSpPr/>
            <p:nvPr/>
          </p:nvSpPr>
          <p:spPr>
            <a:xfrm>
              <a:off x="7930991" y="2054066"/>
              <a:ext cx="492443" cy="492443"/>
            </a:xfrm>
            <a:prstGeom prst="rect">
              <a:avLst/>
            </a:prstGeom>
            <a:solidFill>
              <a:srgbClr val="246BFD">
                <a:alpha val="42000"/>
              </a:srgbClr>
            </a:solidFill>
            <a:ln w="9525">
              <a:solidFill>
                <a:srgbClr val="246BFD">
                  <a:alpha val="28000"/>
                </a:srgb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500" b="1">
                  <a:solidFill>
                    <a:srgbClr val="246BFD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−3</a:t>
              </a:r>
              <a:endParaRPr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output-r1-c2">
              <a:extLst>
                <a:ext uri="{FF2B5EF4-FFF2-40B4-BE49-F238E27FC236}">
                  <a16:creationId xmlns:a16="http://schemas.microsoft.com/office/drawing/2014/main" id="{82E7FD5B-4F22-56C8-6E4C-1B2B3CA43F87}"/>
                </a:ext>
              </a:extLst>
            </p:cNvPr>
            <p:cNvSpPr/>
            <p:nvPr/>
          </p:nvSpPr>
          <p:spPr>
            <a:xfrm>
              <a:off x="8416766" y="2054066"/>
              <a:ext cx="492443" cy="492443"/>
            </a:xfrm>
            <a:prstGeom prst="rect">
              <a:avLst/>
            </a:prstGeom>
            <a:solidFill>
              <a:srgbClr val="246BFD">
                <a:alpha val="50000"/>
              </a:srgbClr>
            </a:solidFill>
            <a:ln w="9525">
              <a:solidFill>
                <a:srgbClr val="246BFD">
                  <a:alpha val="28000"/>
                </a:srgb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500" b="1">
                  <a:solidFill>
                    <a:srgbClr val="246BFD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1</a:t>
              </a:r>
              <a:endParaRPr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output-r1-c3">
              <a:extLst>
                <a:ext uri="{FF2B5EF4-FFF2-40B4-BE49-F238E27FC236}">
                  <a16:creationId xmlns:a16="http://schemas.microsoft.com/office/drawing/2014/main" id="{8CA6FBF2-44BC-6703-9CFC-BD10C99240B7}"/>
                </a:ext>
              </a:extLst>
            </p:cNvPr>
            <p:cNvSpPr/>
            <p:nvPr/>
          </p:nvSpPr>
          <p:spPr>
            <a:xfrm>
              <a:off x="8902541" y="2054066"/>
              <a:ext cx="492443" cy="492443"/>
            </a:xfrm>
            <a:prstGeom prst="rect">
              <a:avLst/>
            </a:prstGeom>
            <a:solidFill>
              <a:srgbClr val="246BFD">
                <a:alpha val="42000"/>
              </a:srgbClr>
            </a:solidFill>
            <a:ln w="9525">
              <a:solidFill>
                <a:srgbClr val="246BFD">
                  <a:alpha val="28000"/>
                </a:srgb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500" b="1">
                  <a:solidFill>
                    <a:srgbClr val="246BFD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−3</a:t>
              </a:r>
              <a:endParaRPr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output-r1-c4">
              <a:extLst>
                <a:ext uri="{FF2B5EF4-FFF2-40B4-BE49-F238E27FC236}">
                  <a16:creationId xmlns:a16="http://schemas.microsoft.com/office/drawing/2014/main" id="{BC2242C1-F3D4-37F5-A447-6F7EE163C74F}"/>
                </a:ext>
              </a:extLst>
            </p:cNvPr>
            <p:cNvSpPr/>
            <p:nvPr/>
          </p:nvSpPr>
          <p:spPr>
            <a:xfrm>
              <a:off x="9388316" y="2054066"/>
              <a:ext cx="492443" cy="492443"/>
            </a:xfrm>
            <a:prstGeom prst="rect">
              <a:avLst/>
            </a:prstGeom>
            <a:solidFill>
              <a:srgbClr val="246BFD">
                <a:alpha val="30000"/>
              </a:srgbClr>
            </a:solidFill>
            <a:ln w="9525">
              <a:solidFill>
                <a:srgbClr val="246BFD">
                  <a:alpha val="28000"/>
                </a:srgb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500" b="1">
                  <a:solidFill>
                    <a:srgbClr val="246BFD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−9</a:t>
              </a:r>
              <a:endParaRPr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output-r1-c5">
              <a:extLst>
                <a:ext uri="{FF2B5EF4-FFF2-40B4-BE49-F238E27FC236}">
                  <a16:creationId xmlns:a16="http://schemas.microsoft.com/office/drawing/2014/main" id="{3363E0E2-E66C-612C-54CF-7A8F129FDD65}"/>
                </a:ext>
              </a:extLst>
            </p:cNvPr>
            <p:cNvSpPr/>
            <p:nvPr/>
          </p:nvSpPr>
          <p:spPr>
            <a:xfrm>
              <a:off x="9874091" y="2054066"/>
              <a:ext cx="492443" cy="492443"/>
            </a:xfrm>
            <a:prstGeom prst="rect">
              <a:avLst/>
            </a:prstGeom>
            <a:solidFill>
              <a:srgbClr val="246BFD">
                <a:alpha val="42000"/>
              </a:srgbClr>
            </a:solidFill>
            <a:ln w="9525">
              <a:solidFill>
                <a:srgbClr val="246BFD">
                  <a:alpha val="28000"/>
                </a:srgb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500" b="1">
                  <a:solidFill>
                    <a:srgbClr val="246BFD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−3</a:t>
              </a:r>
              <a:endParaRPr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9" name="output-r1-c6">
              <a:extLst>
                <a:ext uri="{FF2B5EF4-FFF2-40B4-BE49-F238E27FC236}">
                  <a16:creationId xmlns:a16="http://schemas.microsoft.com/office/drawing/2014/main" id="{56284E92-C232-C7AA-D0C9-81ECC49CA44B}"/>
                </a:ext>
              </a:extLst>
            </p:cNvPr>
            <p:cNvSpPr/>
            <p:nvPr/>
          </p:nvSpPr>
          <p:spPr>
            <a:xfrm>
              <a:off x="10359866" y="2054066"/>
              <a:ext cx="492443" cy="492443"/>
            </a:xfrm>
            <a:prstGeom prst="rect">
              <a:avLst/>
            </a:prstGeom>
            <a:solidFill>
              <a:srgbClr val="246BFD">
                <a:alpha val="76000"/>
              </a:srgbClr>
            </a:solidFill>
            <a:ln w="9525">
              <a:solidFill>
                <a:srgbClr val="246BFD">
                  <a:alpha val="28000"/>
                </a:srgb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14</a:t>
              </a:r>
              <a:endParaRPr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0" name="output-r1-c7">
              <a:extLst>
                <a:ext uri="{FF2B5EF4-FFF2-40B4-BE49-F238E27FC236}">
                  <a16:creationId xmlns:a16="http://schemas.microsoft.com/office/drawing/2014/main" id="{22C2CDA0-E469-BD44-84FB-7D3525DB841F}"/>
                </a:ext>
              </a:extLst>
            </p:cNvPr>
            <p:cNvSpPr/>
            <p:nvPr/>
          </p:nvSpPr>
          <p:spPr>
            <a:xfrm>
              <a:off x="10845641" y="2054066"/>
              <a:ext cx="492443" cy="492443"/>
            </a:xfrm>
            <a:prstGeom prst="rect">
              <a:avLst/>
            </a:prstGeom>
            <a:solidFill>
              <a:srgbClr val="246BFD">
                <a:alpha val="20000"/>
              </a:srgbClr>
            </a:solidFill>
            <a:ln w="9525">
              <a:solidFill>
                <a:srgbClr val="246BFD">
                  <a:alpha val="28000"/>
                </a:srgb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500" b="1">
                  <a:solidFill>
                    <a:srgbClr val="246BFD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−14</a:t>
              </a:r>
              <a:endParaRPr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1" name="output-r2-c1">
              <a:extLst>
                <a:ext uri="{FF2B5EF4-FFF2-40B4-BE49-F238E27FC236}">
                  <a16:creationId xmlns:a16="http://schemas.microsoft.com/office/drawing/2014/main" id="{B1984276-A303-86AD-5F57-3F2CDDA8223E}"/>
                </a:ext>
              </a:extLst>
            </p:cNvPr>
            <p:cNvSpPr/>
            <p:nvPr/>
          </p:nvSpPr>
          <p:spPr>
            <a:xfrm>
              <a:off x="7930991" y="2539841"/>
              <a:ext cx="492443" cy="492443"/>
            </a:xfrm>
            <a:prstGeom prst="rect">
              <a:avLst/>
            </a:prstGeom>
            <a:solidFill>
              <a:srgbClr val="246BFD">
                <a:alpha val="50000"/>
              </a:srgbClr>
            </a:solidFill>
            <a:ln w="9525">
              <a:solidFill>
                <a:srgbClr val="246BFD">
                  <a:alpha val="28000"/>
                </a:srgb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500" b="1">
                  <a:solidFill>
                    <a:srgbClr val="246BFD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1</a:t>
              </a:r>
              <a:endParaRPr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2" name="output-r2-c2">
              <a:extLst>
                <a:ext uri="{FF2B5EF4-FFF2-40B4-BE49-F238E27FC236}">
                  <a16:creationId xmlns:a16="http://schemas.microsoft.com/office/drawing/2014/main" id="{665D8B30-1BFE-D666-B92A-31658FF6BF91}"/>
                </a:ext>
              </a:extLst>
            </p:cNvPr>
            <p:cNvSpPr/>
            <p:nvPr/>
          </p:nvSpPr>
          <p:spPr>
            <a:xfrm>
              <a:off x="8416766" y="2539841"/>
              <a:ext cx="492443" cy="492443"/>
            </a:xfrm>
            <a:prstGeom prst="rect">
              <a:avLst/>
            </a:prstGeom>
            <a:solidFill>
              <a:srgbClr val="246BFD">
                <a:alpha val="50000"/>
              </a:srgbClr>
            </a:solidFill>
            <a:ln w="9525">
              <a:solidFill>
                <a:srgbClr val="246BFD">
                  <a:alpha val="28000"/>
                </a:srgb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500" b="1">
                  <a:solidFill>
                    <a:srgbClr val="246BFD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1</a:t>
              </a:r>
              <a:endParaRPr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3" name="output-r2-c3">
              <a:extLst>
                <a:ext uri="{FF2B5EF4-FFF2-40B4-BE49-F238E27FC236}">
                  <a16:creationId xmlns:a16="http://schemas.microsoft.com/office/drawing/2014/main" id="{D384D166-C037-8C34-C13D-224F2C2DD4AF}"/>
                </a:ext>
              </a:extLst>
            </p:cNvPr>
            <p:cNvSpPr/>
            <p:nvPr/>
          </p:nvSpPr>
          <p:spPr>
            <a:xfrm>
              <a:off x="8902541" y="2539841"/>
              <a:ext cx="492443" cy="492443"/>
            </a:xfrm>
            <a:prstGeom prst="rect">
              <a:avLst/>
            </a:prstGeom>
            <a:solidFill>
              <a:srgbClr val="246BFD">
                <a:alpha val="46000"/>
              </a:srgbClr>
            </a:solidFill>
            <a:ln w="9525">
              <a:solidFill>
                <a:srgbClr val="246BFD">
                  <a:alpha val="28000"/>
                </a:srgb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500" b="1">
                  <a:solidFill>
                    <a:srgbClr val="246BFD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−1</a:t>
              </a:r>
              <a:endParaRPr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4" name="output-r2-c4">
              <a:extLst>
                <a:ext uri="{FF2B5EF4-FFF2-40B4-BE49-F238E27FC236}">
                  <a16:creationId xmlns:a16="http://schemas.microsoft.com/office/drawing/2014/main" id="{B557CB60-574E-CE19-13A4-14DC5E9B79F8}"/>
                </a:ext>
              </a:extLst>
            </p:cNvPr>
            <p:cNvSpPr/>
            <p:nvPr/>
          </p:nvSpPr>
          <p:spPr>
            <a:xfrm>
              <a:off x="9388316" y="2539841"/>
              <a:ext cx="492443" cy="492443"/>
            </a:xfrm>
            <a:prstGeom prst="rect">
              <a:avLst/>
            </a:prstGeom>
            <a:solidFill>
              <a:srgbClr val="246BFD">
                <a:alpha val="38000"/>
              </a:srgbClr>
            </a:solidFill>
            <a:ln w="9525">
              <a:solidFill>
                <a:srgbClr val="246BFD">
                  <a:alpha val="28000"/>
                </a:srgb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500" b="1">
                  <a:solidFill>
                    <a:srgbClr val="246BFD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−5</a:t>
              </a:r>
              <a:endParaRPr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5" name="output-r2-c5">
              <a:extLst>
                <a:ext uri="{FF2B5EF4-FFF2-40B4-BE49-F238E27FC236}">
                  <a16:creationId xmlns:a16="http://schemas.microsoft.com/office/drawing/2014/main" id="{E4E742CD-2925-0813-A565-AA6E32A09BC7}"/>
                </a:ext>
              </a:extLst>
            </p:cNvPr>
            <p:cNvSpPr/>
            <p:nvPr/>
          </p:nvSpPr>
          <p:spPr>
            <a:xfrm>
              <a:off x="9874091" y="2539841"/>
              <a:ext cx="492443" cy="492443"/>
            </a:xfrm>
            <a:prstGeom prst="rect">
              <a:avLst/>
            </a:prstGeom>
            <a:solidFill>
              <a:srgbClr val="246BFD">
                <a:alpha val="38000"/>
              </a:srgbClr>
            </a:solidFill>
            <a:ln w="9525">
              <a:solidFill>
                <a:srgbClr val="246BFD">
                  <a:alpha val="28000"/>
                </a:srgb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500" b="1">
                  <a:solidFill>
                    <a:srgbClr val="246BFD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−5</a:t>
              </a:r>
              <a:endParaRPr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6" name="output-r2-c6">
              <a:extLst>
                <a:ext uri="{FF2B5EF4-FFF2-40B4-BE49-F238E27FC236}">
                  <a16:creationId xmlns:a16="http://schemas.microsoft.com/office/drawing/2014/main" id="{4C544AEC-3331-1EF3-1678-79A5BB3E5A9B}"/>
                </a:ext>
              </a:extLst>
            </p:cNvPr>
            <p:cNvSpPr/>
            <p:nvPr/>
          </p:nvSpPr>
          <p:spPr>
            <a:xfrm>
              <a:off x="10359866" y="2539841"/>
              <a:ext cx="492443" cy="492443"/>
            </a:xfrm>
            <a:prstGeom prst="rect">
              <a:avLst/>
            </a:prstGeom>
            <a:solidFill>
              <a:srgbClr val="246BFD">
                <a:alpha val="58000"/>
              </a:srgbClr>
            </a:solidFill>
            <a:ln w="9525">
              <a:solidFill>
                <a:srgbClr val="246BFD">
                  <a:alpha val="28000"/>
                </a:srgb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5</a:t>
              </a:r>
              <a:endParaRPr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7" name="output-r2-c7">
              <a:extLst>
                <a:ext uri="{FF2B5EF4-FFF2-40B4-BE49-F238E27FC236}">
                  <a16:creationId xmlns:a16="http://schemas.microsoft.com/office/drawing/2014/main" id="{8BE1EF5D-4FD7-4BD1-709E-30E991E5E090}"/>
                </a:ext>
              </a:extLst>
            </p:cNvPr>
            <p:cNvSpPr/>
            <p:nvPr/>
          </p:nvSpPr>
          <p:spPr>
            <a:xfrm>
              <a:off x="10845641" y="2539841"/>
              <a:ext cx="492443" cy="492443"/>
            </a:xfrm>
            <a:prstGeom prst="rect">
              <a:avLst/>
            </a:prstGeom>
            <a:solidFill>
              <a:srgbClr val="246BFD">
                <a:alpha val="92000"/>
              </a:srgbClr>
            </a:solidFill>
            <a:ln w="9525">
              <a:solidFill>
                <a:srgbClr val="246BFD">
                  <a:alpha val="28000"/>
                </a:srgb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22</a:t>
              </a:r>
              <a:endParaRPr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8" name="output-r3-c1">
              <a:extLst>
                <a:ext uri="{FF2B5EF4-FFF2-40B4-BE49-F238E27FC236}">
                  <a16:creationId xmlns:a16="http://schemas.microsoft.com/office/drawing/2014/main" id="{E82BC6A6-F570-39A7-ADEA-B2440E8069E7}"/>
                </a:ext>
              </a:extLst>
            </p:cNvPr>
            <p:cNvSpPr/>
            <p:nvPr/>
          </p:nvSpPr>
          <p:spPr>
            <a:xfrm>
              <a:off x="7930991" y="3025616"/>
              <a:ext cx="492443" cy="492443"/>
            </a:xfrm>
            <a:prstGeom prst="rect">
              <a:avLst/>
            </a:prstGeom>
            <a:solidFill>
              <a:srgbClr val="246BFD">
                <a:alpha val="38000"/>
              </a:srgbClr>
            </a:solidFill>
            <a:ln w="9525">
              <a:solidFill>
                <a:srgbClr val="246BFD">
                  <a:alpha val="28000"/>
                </a:srgb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500" b="1">
                  <a:solidFill>
                    <a:srgbClr val="246BFD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−5</a:t>
              </a:r>
              <a:endParaRPr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9" name="output-r3-c2">
              <a:extLst>
                <a:ext uri="{FF2B5EF4-FFF2-40B4-BE49-F238E27FC236}">
                  <a16:creationId xmlns:a16="http://schemas.microsoft.com/office/drawing/2014/main" id="{E181EDD7-C433-1DCF-BF89-953C42B7409A}"/>
                </a:ext>
              </a:extLst>
            </p:cNvPr>
            <p:cNvSpPr/>
            <p:nvPr/>
          </p:nvSpPr>
          <p:spPr>
            <a:xfrm>
              <a:off x="8416766" y="3025616"/>
              <a:ext cx="492443" cy="492443"/>
            </a:xfrm>
            <a:prstGeom prst="rect">
              <a:avLst/>
            </a:prstGeom>
            <a:solidFill>
              <a:srgbClr val="246BFD">
                <a:alpha val="42000"/>
              </a:srgbClr>
            </a:solidFill>
            <a:ln w="9525">
              <a:solidFill>
                <a:srgbClr val="246BFD">
                  <a:alpha val="28000"/>
                </a:srgb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500" b="1">
                  <a:solidFill>
                    <a:srgbClr val="246BFD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−3</a:t>
              </a:r>
              <a:endParaRPr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0" name="output-r3-c3">
              <a:extLst>
                <a:ext uri="{FF2B5EF4-FFF2-40B4-BE49-F238E27FC236}">
                  <a16:creationId xmlns:a16="http://schemas.microsoft.com/office/drawing/2014/main" id="{F5B1668F-989A-85E4-D2FC-D35B0434BC65}"/>
                </a:ext>
              </a:extLst>
            </p:cNvPr>
            <p:cNvSpPr/>
            <p:nvPr/>
          </p:nvSpPr>
          <p:spPr>
            <a:xfrm>
              <a:off x="8902541" y="3025616"/>
              <a:ext cx="492443" cy="492443"/>
            </a:xfrm>
            <a:prstGeom prst="rect">
              <a:avLst/>
            </a:prstGeom>
            <a:solidFill>
              <a:srgbClr val="246BFD">
                <a:alpha val="38000"/>
              </a:srgbClr>
            </a:solidFill>
            <a:ln w="9525">
              <a:solidFill>
                <a:srgbClr val="246BFD">
                  <a:alpha val="28000"/>
                </a:srgb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500" b="1">
                  <a:solidFill>
                    <a:srgbClr val="246BFD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−5</a:t>
              </a:r>
              <a:endParaRPr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1" name="output-r3-c4">
              <a:extLst>
                <a:ext uri="{FF2B5EF4-FFF2-40B4-BE49-F238E27FC236}">
                  <a16:creationId xmlns:a16="http://schemas.microsoft.com/office/drawing/2014/main" id="{CCCBF4D4-C4CD-8B4E-5F81-15E588C0C41E}"/>
                </a:ext>
              </a:extLst>
            </p:cNvPr>
            <p:cNvSpPr/>
            <p:nvPr/>
          </p:nvSpPr>
          <p:spPr>
            <a:xfrm>
              <a:off x="9388316" y="3025616"/>
              <a:ext cx="492443" cy="492443"/>
            </a:xfrm>
            <a:prstGeom prst="rect">
              <a:avLst/>
            </a:prstGeom>
            <a:solidFill>
              <a:srgbClr val="246BFD">
                <a:alpha val="46000"/>
              </a:srgbClr>
            </a:solidFill>
            <a:ln w="9525">
              <a:solidFill>
                <a:srgbClr val="246BFD">
                  <a:alpha val="28000"/>
                </a:srgb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500" b="1">
                  <a:solidFill>
                    <a:srgbClr val="246BFD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−1</a:t>
              </a:r>
              <a:endParaRPr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2" name="output-r3-c5">
              <a:extLst>
                <a:ext uri="{FF2B5EF4-FFF2-40B4-BE49-F238E27FC236}">
                  <a16:creationId xmlns:a16="http://schemas.microsoft.com/office/drawing/2014/main" id="{50F9A82E-DFCF-25B4-1822-B8605492DB5C}"/>
                </a:ext>
              </a:extLst>
            </p:cNvPr>
            <p:cNvSpPr/>
            <p:nvPr/>
          </p:nvSpPr>
          <p:spPr>
            <a:xfrm>
              <a:off x="9874091" y="3025616"/>
              <a:ext cx="492443" cy="492443"/>
            </a:xfrm>
            <a:prstGeom prst="rect">
              <a:avLst/>
            </a:prstGeom>
            <a:solidFill>
              <a:srgbClr val="246BFD">
                <a:alpha val="46000"/>
              </a:srgbClr>
            </a:solidFill>
            <a:ln w="9525">
              <a:solidFill>
                <a:srgbClr val="246BFD">
                  <a:alpha val="28000"/>
                </a:srgb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500" b="1">
                  <a:solidFill>
                    <a:srgbClr val="246BFD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−1</a:t>
              </a:r>
              <a:endParaRPr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3" name="output-r3-c6">
              <a:extLst>
                <a:ext uri="{FF2B5EF4-FFF2-40B4-BE49-F238E27FC236}">
                  <a16:creationId xmlns:a16="http://schemas.microsoft.com/office/drawing/2014/main" id="{1161A259-1D95-D329-F0DC-F3F504D4CC8A}"/>
                </a:ext>
              </a:extLst>
            </p:cNvPr>
            <p:cNvSpPr/>
            <p:nvPr/>
          </p:nvSpPr>
          <p:spPr>
            <a:xfrm>
              <a:off x="10359866" y="3025616"/>
              <a:ext cx="492443" cy="492443"/>
            </a:xfrm>
            <a:prstGeom prst="rect">
              <a:avLst/>
            </a:prstGeom>
            <a:solidFill>
              <a:srgbClr val="246BFD">
                <a:alpha val="38000"/>
              </a:srgbClr>
            </a:solidFill>
            <a:ln w="9525">
              <a:solidFill>
                <a:srgbClr val="246BFD">
                  <a:alpha val="28000"/>
                </a:srgb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500" b="1">
                  <a:solidFill>
                    <a:srgbClr val="246BFD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−5</a:t>
              </a:r>
              <a:endParaRPr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4" name="output-r3-c7">
              <a:extLst>
                <a:ext uri="{FF2B5EF4-FFF2-40B4-BE49-F238E27FC236}">
                  <a16:creationId xmlns:a16="http://schemas.microsoft.com/office/drawing/2014/main" id="{8E29E8B9-3A1C-454E-64B2-22C6D4FE0DEF}"/>
                </a:ext>
              </a:extLst>
            </p:cNvPr>
            <p:cNvSpPr/>
            <p:nvPr/>
          </p:nvSpPr>
          <p:spPr>
            <a:xfrm>
              <a:off x="10845641" y="3025616"/>
              <a:ext cx="492443" cy="492443"/>
            </a:xfrm>
            <a:prstGeom prst="rect">
              <a:avLst/>
            </a:prstGeom>
            <a:solidFill>
              <a:srgbClr val="246BFD">
                <a:alpha val="60000"/>
              </a:srgbClr>
            </a:solidFill>
            <a:ln w="9525">
              <a:solidFill>
                <a:srgbClr val="246BFD">
                  <a:alpha val="28000"/>
                </a:srgb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6</a:t>
              </a:r>
              <a:endParaRPr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5" name="output-r4-c1">
              <a:extLst>
                <a:ext uri="{FF2B5EF4-FFF2-40B4-BE49-F238E27FC236}">
                  <a16:creationId xmlns:a16="http://schemas.microsoft.com/office/drawing/2014/main" id="{BA58701C-8DD7-14F7-B2DD-BF251C874A3A}"/>
                </a:ext>
              </a:extLst>
            </p:cNvPr>
            <p:cNvSpPr/>
            <p:nvPr/>
          </p:nvSpPr>
          <p:spPr>
            <a:xfrm>
              <a:off x="7930991" y="3511391"/>
              <a:ext cx="492443" cy="492443"/>
            </a:xfrm>
            <a:prstGeom prst="rect">
              <a:avLst/>
            </a:prstGeom>
            <a:solidFill>
              <a:srgbClr val="246BFD">
                <a:alpha val="38000"/>
              </a:srgbClr>
            </a:solidFill>
            <a:ln w="9525">
              <a:solidFill>
                <a:srgbClr val="246BFD">
                  <a:alpha val="28000"/>
                </a:srgb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500" b="1">
                  <a:solidFill>
                    <a:srgbClr val="246BFD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−5</a:t>
              </a:r>
              <a:endParaRPr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6" name="output-r4-c2">
              <a:extLst>
                <a:ext uri="{FF2B5EF4-FFF2-40B4-BE49-F238E27FC236}">
                  <a16:creationId xmlns:a16="http://schemas.microsoft.com/office/drawing/2014/main" id="{EB1A4D81-3456-CB83-4170-9E9E63682139}"/>
                </a:ext>
              </a:extLst>
            </p:cNvPr>
            <p:cNvSpPr/>
            <p:nvPr/>
          </p:nvSpPr>
          <p:spPr>
            <a:xfrm>
              <a:off x="8416766" y="3511391"/>
              <a:ext cx="492443" cy="492443"/>
            </a:xfrm>
            <a:prstGeom prst="rect">
              <a:avLst/>
            </a:prstGeom>
            <a:solidFill>
              <a:srgbClr val="246BFD">
                <a:alpha val="48000"/>
              </a:srgbClr>
            </a:solidFill>
            <a:ln w="9525">
              <a:solidFill>
                <a:srgbClr val="246BFD">
                  <a:alpha val="28000"/>
                </a:srgb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500" b="1">
                  <a:solidFill>
                    <a:srgbClr val="246BFD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0</a:t>
              </a:r>
              <a:endParaRPr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7" name="output-r4-c3">
              <a:extLst>
                <a:ext uri="{FF2B5EF4-FFF2-40B4-BE49-F238E27FC236}">
                  <a16:creationId xmlns:a16="http://schemas.microsoft.com/office/drawing/2014/main" id="{2BD2E47B-B70E-11F4-35A7-5FACC6CA5D23}"/>
                </a:ext>
              </a:extLst>
            </p:cNvPr>
            <p:cNvSpPr/>
            <p:nvPr/>
          </p:nvSpPr>
          <p:spPr>
            <a:xfrm>
              <a:off x="8902541" y="3511391"/>
              <a:ext cx="492443" cy="492443"/>
            </a:xfrm>
            <a:prstGeom prst="rect">
              <a:avLst/>
            </a:prstGeom>
            <a:solidFill>
              <a:srgbClr val="246BFD">
                <a:alpha val="42000"/>
              </a:srgbClr>
            </a:solidFill>
            <a:ln w="9525">
              <a:solidFill>
                <a:srgbClr val="246BFD">
                  <a:alpha val="28000"/>
                </a:srgb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500" b="1">
                  <a:solidFill>
                    <a:srgbClr val="246BFD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−3</a:t>
              </a:r>
              <a:endParaRPr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8" name="output-r4-c4">
              <a:extLst>
                <a:ext uri="{FF2B5EF4-FFF2-40B4-BE49-F238E27FC236}">
                  <a16:creationId xmlns:a16="http://schemas.microsoft.com/office/drawing/2014/main" id="{0DA34415-3482-11EF-FC0F-CA16B2FD4C1E}"/>
                </a:ext>
              </a:extLst>
            </p:cNvPr>
            <p:cNvSpPr/>
            <p:nvPr/>
          </p:nvSpPr>
          <p:spPr>
            <a:xfrm>
              <a:off x="9388316" y="3511391"/>
              <a:ext cx="492443" cy="492443"/>
            </a:xfrm>
            <a:prstGeom prst="rect">
              <a:avLst/>
            </a:prstGeom>
            <a:solidFill>
              <a:srgbClr val="246BFD">
                <a:alpha val="48000"/>
              </a:srgbClr>
            </a:solidFill>
            <a:ln w="9525">
              <a:solidFill>
                <a:srgbClr val="246BFD">
                  <a:alpha val="28000"/>
                </a:srgb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500" b="1">
                  <a:solidFill>
                    <a:srgbClr val="246BFD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0</a:t>
              </a:r>
              <a:endParaRPr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9" name="output-r4-c5">
              <a:extLst>
                <a:ext uri="{FF2B5EF4-FFF2-40B4-BE49-F238E27FC236}">
                  <a16:creationId xmlns:a16="http://schemas.microsoft.com/office/drawing/2014/main" id="{3A81E0BF-72C9-A126-3B22-2E75913290D3}"/>
                </a:ext>
              </a:extLst>
            </p:cNvPr>
            <p:cNvSpPr/>
            <p:nvPr/>
          </p:nvSpPr>
          <p:spPr>
            <a:xfrm>
              <a:off x="9874091" y="3511391"/>
              <a:ext cx="492443" cy="492443"/>
            </a:xfrm>
            <a:prstGeom prst="rect">
              <a:avLst/>
            </a:prstGeom>
            <a:solidFill>
              <a:srgbClr val="246BFD">
                <a:alpha val="48000"/>
              </a:srgbClr>
            </a:solidFill>
            <a:ln w="9525">
              <a:solidFill>
                <a:srgbClr val="246BFD">
                  <a:alpha val="28000"/>
                </a:srgb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500" b="1">
                  <a:solidFill>
                    <a:srgbClr val="246BFD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0</a:t>
              </a:r>
              <a:endParaRPr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0" name="output-r4-c6">
              <a:extLst>
                <a:ext uri="{FF2B5EF4-FFF2-40B4-BE49-F238E27FC236}">
                  <a16:creationId xmlns:a16="http://schemas.microsoft.com/office/drawing/2014/main" id="{A21102EC-2630-AA52-0946-3CDC35B792EA}"/>
                </a:ext>
              </a:extLst>
            </p:cNvPr>
            <p:cNvSpPr/>
            <p:nvPr/>
          </p:nvSpPr>
          <p:spPr>
            <a:xfrm>
              <a:off x="10359866" y="3511391"/>
              <a:ext cx="492443" cy="492443"/>
            </a:xfrm>
            <a:prstGeom prst="rect">
              <a:avLst/>
            </a:prstGeom>
            <a:solidFill>
              <a:srgbClr val="246BFD">
                <a:alpha val="42000"/>
              </a:srgbClr>
            </a:solidFill>
            <a:ln w="9525">
              <a:solidFill>
                <a:srgbClr val="246BFD">
                  <a:alpha val="28000"/>
                </a:srgb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500" b="1">
                  <a:solidFill>
                    <a:srgbClr val="246BFD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−3</a:t>
              </a:r>
              <a:endParaRPr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1" name="output-r4-c7">
              <a:extLst>
                <a:ext uri="{FF2B5EF4-FFF2-40B4-BE49-F238E27FC236}">
                  <a16:creationId xmlns:a16="http://schemas.microsoft.com/office/drawing/2014/main" id="{93796981-6719-96EA-E0C4-1096CB88BE2C}"/>
                </a:ext>
              </a:extLst>
            </p:cNvPr>
            <p:cNvSpPr/>
            <p:nvPr/>
          </p:nvSpPr>
          <p:spPr>
            <a:xfrm>
              <a:off x="10845641" y="3511391"/>
              <a:ext cx="492443" cy="492443"/>
            </a:xfrm>
            <a:prstGeom prst="rect">
              <a:avLst/>
            </a:prstGeom>
            <a:solidFill>
              <a:srgbClr val="246BFD">
                <a:alpha val="54000"/>
              </a:srgbClr>
            </a:solidFill>
            <a:ln w="9525">
              <a:solidFill>
                <a:srgbClr val="246BFD">
                  <a:alpha val="28000"/>
                </a:srgb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500" b="1" dirty="0">
                  <a:solidFill>
                    <a:srgbClr val="246BFD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3</a:t>
              </a:r>
              <a:endParaRPr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2" name="output-r5-c1">
              <a:extLst>
                <a:ext uri="{FF2B5EF4-FFF2-40B4-BE49-F238E27FC236}">
                  <a16:creationId xmlns:a16="http://schemas.microsoft.com/office/drawing/2014/main" id="{B13402B0-4F9A-17E6-ACB1-9402BB2B43EE}"/>
                </a:ext>
              </a:extLst>
            </p:cNvPr>
            <p:cNvSpPr/>
            <p:nvPr/>
          </p:nvSpPr>
          <p:spPr>
            <a:xfrm>
              <a:off x="7930991" y="3997166"/>
              <a:ext cx="492443" cy="492443"/>
            </a:xfrm>
            <a:prstGeom prst="rect">
              <a:avLst/>
            </a:prstGeom>
            <a:solidFill>
              <a:srgbClr val="246BFD">
                <a:alpha val="46000"/>
              </a:srgbClr>
            </a:solidFill>
            <a:ln w="9525">
              <a:solidFill>
                <a:srgbClr val="246BFD">
                  <a:alpha val="28000"/>
                </a:srgb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500" b="1">
                  <a:solidFill>
                    <a:srgbClr val="246BFD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−1</a:t>
              </a:r>
              <a:endParaRPr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3" name="output-r5-c2">
              <a:extLst>
                <a:ext uri="{FF2B5EF4-FFF2-40B4-BE49-F238E27FC236}">
                  <a16:creationId xmlns:a16="http://schemas.microsoft.com/office/drawing/2014/main" id="{A48D95E5-5C73-6516-2C65-FF7FBD1D3853}"/>
                </a:ext>
              </a:extLst>
            </p:cNvPr>
            <p:cNvSpPr/>
            <p:nvPr/>
          </p:nvSpPr>
          <p:spPr>
            <a:xfrm>
              <a:off x="8416766" y="3997166"/>
              <a:ext cx="492443" cy="492443"/>
            </a:xfrm>
            <a:prstGeom prst="rect">
              <a:avLst/>
            </a:prstGeom>
            <a:solidFill>
              <a:srgbClr val="246BFD">
                <a:alpha val="42000"/>
              </a:srgbClr>
            </a:solidFill>
            <a:ln w="9525">
              <a:solidFill>
                <a:srgbClr val="246BFD">
                  <a:alpha val="28000"/>
                </a:srgb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500" b="1">
                  <a:solidFill>
                    <a:srgbClr val="246BFD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−3</a:t>
              </a:r>
              <a:endParaRPr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4" name="output-r5-c3">
              <a:extLst>
                <a:ext uri="{FF2B5EF4-FFF2-40B4-BE49-F238E27FC236}">
                  <a16:creationId xmlns:a16="http://schemas.microsoft.com/office/drawing/2014/main" id="{14D732EB-8F6E-6145-26E3-52B373B4DE88}"/>
                </a:ext>
              </a:extLst>
            </p:cNvPr>
            <p:cNvSpPr/>
            <p:nvPr/>
          </p:nvSpPr>
          <p:spPr>
            <a:xfrm>
              <a:off x="8902541" y="3997166"/>
              <a:ext cx="492443" cy="492443"/>
            </a:xfrm>
            <a:prstGeom prst="rect">
              <a:avLst/>
            </a:prstGeom>
            <a:solidFill>
              <a:srgbClr val="246BFD">
                <a:alpha val="38000"/>
              </a:srgbClr>
            </a:solidFill>
            <a:ln w="9525">
              <a:solidFill>
                <a:srgbClr val="246BFD">
                  <a:alpha val="28000"/>
                </a:srgb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500" b="1">
                  <a:solidFill>
                    <a:srgbClr val="246BFD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−5</a:t>
              </a:r>
              <a:endParaRPr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5" name="output-r5-c4">
              <a:extLst>
                <a:ext uri="{FF2B5EF4-FFF2-40B4-BE49-F238E27FC236}">
                  <a16:creationId xmlns:a16="http://schemas.microsoft.com/office/drawing/2014/main" id="{AE8B1389-BB5A-579B-62B2-407E97DE8F42}"/>
                </a:ext>
              </a:extLst>
            </p:cNvPr>
            <p:cNvSpPr/>
            <p:nvPr/>
          </p:nvSpPr>
          <p:spPr>
            <a:xfrm>
              <a:off x="9388316" y="3997166"/>
              <a:ext cx="492443" cy="492443"/>
            </a:xfrm>
            <a:prstGeom prst="rect">
              <a:avLst/>
            </a:prstGeom>
            <a:solidFill>
              <a:srgbClr val="246BFD">
                <a:alpha val="44000"/>
              </a:srgbClr>
            </a:solidFill>
            <a:ln w="9525">
              <a:solidFill>
                <a:srgbClr val="246BFD">
                  <a:alpha val="28000"/>
                </a:srgb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500" b="1">
                  <a:solidFill>
                    <a:srgbClr val="246BFD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−2</a:t>
              </a:r>
              <a:endParaRPr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6" name="output-r5-c5">
              <a:extLst>
                <a:ext uri="{FF2B5EF4-FFF2-40B4-BE49-F238E27FC236}">
                  <a16:creationId xmlns:a16="http://schemas.microsoft.com/office/drawing/2014/main" id="{70FAAFD3-31F7-86FE-A08D-2B5B1593D944}"/>
                </a:ext>
              </a:extLst>
            </p:cNvPr>
            <p:cNvSpPr/>
            <p:nvPr/>
          </p:nvSpPr>
          <p:spPr>
            <a:xfrm>
              <a:off x="9874091" y="3997166"/>
              <a:ext cx="492443" cy="492443"/>
            </a:xfrm>
            <a:prstGeom prst="rect">
              <a:avLst/>
            </a:prstGeom>
            <a:solidFill>
              <a:srgbClr val="246BFD">
                <a:alpha val="44000"/>
              </a:srgbClr>
            </a:solidFill>
            <a:ln w="9525">
              <a:solidFill>
                <a:srgbClr val="246BFD">
                  <a:alpha val="28000"/>
                </a:srgb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500" b="1">
                  <a:solidFill>
                    <a:srgbClr val="246BFD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−2</a:t>
              </a:r>
              <a:endParaRPr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7" name="output-r5-c6">
              <a:extLst>
                <a:ext uri="{FF2B5EF4-FFF2-40B4-BE49-F238E27FC236}">
                  <a16:creationId xmlns:a16="http://schemas.microsoft.com/office/drawing/2014/main" id="{0C0F50C1-A71B-0B52-B91B-A10ACCE5ACE5}"/>
                </a:ext>
              </a:extLst>
            </p:cNvPr>
            <p:cNvSpPr/>
            <p:nvPr/>
          </p:nvSpPr>
          <p:spPr>
            <a:xfrm>
              <a:off x="10359866" y="3997166"/>
              <a:ext cx="492443" cy="492443"/>
            </a:xfrm>
            <a:prstGeom prst="rect">
              <a:avLst/>
            </a:prstGeom>
            <a:solidFill>
              <a:srgbClr val="246BFD">
                <a:alpha val="40000"/>
              </a:srgbClr>
            </a:solidFill>
            <a:ln w="9525">
              <a:solidFill>
                <a:srgbClr val="246BFD">
                  <a:alpha val="28000"/>
                </a:srgb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500" b="1">
                  <a:solidFill>
                    <a:srgbClr val="246BFD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−4</a:t>
              </a:r>
              <a:endParaRPr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8" name="output-r5-c7">
              <a:extLst>
                <a:ext uri="{FF2B5EF4-FFF2-40B4-BE49-F238E27FC236}">
                  <a16:creationId xmlns:a16="http://schemas.microsoft.com/office/drawing/2014/main" id="{511A7F76-AB7F-0F83-3535-FF554D5A67B7}"/>
                </a:ext>
              </a:extLst>
            </p:cNvPr>
            <p:cNvSpPr/>
            <p:nvPr/>
          </p:nvSpPr>
          <p:spPr>
            <a:xfrm>
              <a:off x="10845641" y="3997166"/>
              <a:ext cx="492443" cy="492443"/>
            </a:xfrm>
            <a:prstGeom prst="rect">
              <a:avLst/>
            </a:prstGeom>
            <a:solidFill>
              <a:srgbClr val="246BFD">
                <a:alpha val="76000"/>
              </a:srgbClr>
            </a:solidFill>
            <a:ln w="9525">
              <a:solidFill>
                <a:srgbClr val="246BFD">
                  <a:alpha val="28000"/>
                </a:srgb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14</a:t>
              </a:r>
              <a:endParaRPr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9" name="output-r6-c1">
              <a:extLst>
                <a:ext uri="{FF2B5EF4-FFF2-40B4-BE49-F238E27FC236}">
                  <a16:creationId xmlns:a16="http://schemas.microsoft.com/office/drawing/2014/main" id="{035B406F-8654-931B-ED52-064D3A54E52C}"/>
                </a:ext>
              </a:extLst>
            </p:cNvPr>
            <p:cNvSpPr/>
            <p:nvPr/>
          </p:nvSpPr>
          <p:spPr>
            <a:xfrm>
              <a:off x="7930991" y="4482941"/>
              <a:ext cx="492443" cy="492443"/>
            </a:xfrm>
            <a:prstGeom prst="rect">
              <a:avLst/>
            </a:prstGeom>
            <a:solidFill>
              <a:srgbClr val="246BFD">
                <a:alpha val="82000"/>
              </a:srgbClr>
            </a:solidFill>
            <a:ln w="9525">
              <a:solidFill>
                <a:srgbClr val="246BFD">
                  <a:alpha val="28000"/>
                </a:srgb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17</a:t>
              </a:r>
              <a:endParaRPr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0" name="output-r6-c2">
              <a:extLst>
                <a:ext uri="{FF2B5EF4-FFF2-40B4-BE49-F238E27FC236}">
                  <a16:creationId xmlns:a16="http://schemas.microsoft.com/office/drawing/2014/main" id="{B2B4112E-71BE-2767-BC87-35F96BBEB5CB}"/>
                </a:ext>
              </a:extLst>
            </p:cNvPr>
            <p:cNvSpPr/>
            <p:nvPr/>
          </p:nvSpPr>
          <p:spPr>
            <a:xfrm>
              <a:off x="8416766" y="4482941"/>
              <a:ext cx="492443" cy="492443"/>
            </a:xfrm>
            <a:prstGeom prst="rect">
              <a:avLst/>
            </a:prstGeom>
            <a:solidFill>
              <a:srgbClr val="246BFD">
                <a:alpha val="62000"/>
              </a:srgbClr>
            </a:solidFill>
            <a:ln w="9525">
              <a:solidFill>
                <a:srgbClr val="246BFD">
                  <a:alpha val="28000"/>
                </a:srgb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7</a:t>
              </a:r>
              <a:endParaRPr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1" name="output-r6-c3">
              <a:extLst>
                <a:ext uri="{FF2B5EF4-FFF2-40B4-BE49-F238E27FC236}">
                  <a16:creationId xmlns:a16="http://schemas.microsoft.com/office/drawing/2014/main" id="{B02C5BEB-1B85-8357-428E-768442CB5E20}"/>
                </a:ext>
              </a:extLst>
            </p:cNvPr>
            <p:cNvSpPr/>
            <p:nvPr/>
          </p:nvSpPr>
          <p:spPr>
            <a:xfrm>
              <a:off x="8902541" y="4482941"/>
              <a:ext cx="492443" cy="492443"/>
            </a:xfrm>
            <a:prstGeom prst="rect">
              <a:avLst/>
            </a:prstGeom>
            <a:solidFill>
              <a:srgbClr val="246BFD">
                <a:alpha val="44000"/>
              </a:srgbClr>
            </a:solidFill>
            <a:ln w="9525">
              <a:solidFill>
                <a:srgbClr val="246BFD">
                  <a:alpha val="28000"/>
                </a:srgb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500" b="1">
                  <a:solidFill>
                    <a:srgbClr val="246BFD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−2</a:t>
              </a:r>
              <a:endParaRPr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2" name="output-r6-c4">
              <a:extLst>
                <a:ext uri="{FF2B5EF4-FFF2-40B4-BE49-F238E27FC236}">
                  <a16:creationId xmlns:a16="http://schemas.microsoft.com/office/drawing/2014/main" id="{D06085FA-971F-8447-A9EC-086881E81AE2}"/>
                </a:ext>
              </a:extLst>
            </p:cNvPr>
            <p:cNvSpPr/>
            <p:nvPr/>
          </p:nvSpPr>
          <p:spPr>
            <a:xfrm>
              <a:off x="9388316" y="4482941"/>
              <a:ext cx="492443" cy="492443"/>
            </a:xfrm>
            <a:prstGeom prst="rect">
              <a:avLst/>
            </a:prstGeom>
            <a:solidFill>
              <a:srgbClr val="246BFD">
                <a:alpha val="34000"/>
              </a:srgbClr>
            </a:solidFill>
            <a:ln w="9525">
              <a:solidFill>
                <a:srgbClr val="246BFD">
                  <a:alpha val="28000"/>
                </a:srgb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500" b="1">
                  <a:solidFill>
                    <a:srgbClr val="246BFD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−7</a:t>
              </a:r>
              <a:endParaRPr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3" name="output-r6-c5">
              <a:extLst>
                <a:ext uri="{FF2B5EF4-FFF2-40B4-BE49-F238E27FC236}">
                  <a16:creationId xmlns:a16="http://schemas.microsoft.com/office/drawing/2014/main" id="{43F9C70F-8FDA-C199-18B2-DE7CD3C557DA}"/>
                </a:ext>
              </a:extLst>
            </p:cNvPr>
            <p:cNvSpPr/>
            <p:nvPr/>
          </p:nvSpPr>
          <p:spPr>
            <a:xfrm>
              <a:off x="9874091" y="4482941"/>
              <a:ext cx="492443" cy="492443"/>
            </a:xfrm>
            <a:prstGeom prst="rect">
              <a:avLst/>
            </a:prstGeom>
            <a:solidFill>
              <a:srgbClr val="246BFD">
                <a:alpha val="56000"/>
              </a:srgbClr>
            </a:solidFill>
            <a:ln w="9525">
              <a:solidFill>
                <a:srgbClr val="246BFD">
                  <a:alpha val="28000"/>
                </a:srgb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500" b="1">
                  <a:solidFill>
                    <a:srgbClr val="246BFD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4</a:t>
              </a:r>
              <a:endParaRPr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4" name="output-r6-c6">
              <a:extLst>
                <a:ext uri="{FF2B5EF4-FFF2-40B4-BE49-F238E27FC236}">
                  <a16:creationId xmlns:a16="http://schemas.microsoft.com/office/drawing/2014/main" id="{FAFD92D1-6E41-DE63-3620-63A51A5A68E9}"/>
                </a:ext>
              </a:extLst>
            </p:cNvPr>
            <p:cNvSpPr/>
            <p:nvPr/>
          </p:nvSpPr>
          <p:spPr>
            <a:xfrm>
              <a:off x="10359866" y="4482941"/>
              <a:ext cx="492443" cy="492443"/>
            </a:xfrm>
            <a:prstGeom prst="rect">
              <a:avLst/>
            </a:prstGeom>
            <a:solidFill>
              <a:srgbClr val="246BFD">
                <a:alpha val="76000"/>
              </a:srgbClr>
            </a:solidFill>
            <a:ln w="9525">
              <a:solidFill>
                <a:srgbClr val="246BFD">
                  <a:alpha val="28000"/>
                </a:srgb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14</a:t>
              </a:r>
              <a:endParaRPr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5" name="output-r6-c7">
              <a:extLst>
                <a:ext uri="{FF2B5EF4-FFF2-40B4-BE49-F238E27FC236}">
                  <a16:creationId xmlns:a16="http://schemas.microsoft.com/office/drawing/2014/main" id="{4F5F5595-3B9D-BA6B-C89E-EC761FEA419C}"/>
                </a:ext>
              </a:extLst>
            </p:cNvPr>
            <p:cNvSpPr/>
            <p:nvPr/>
          </p:nvSpPr>
          <p:spPr>
            <a:xfrm>
              <a:off x="10845641" y="4482941"/>
              <a:ext cx="492443" cy="492443"/>
            </a:xfrm>
            <a:prstGeom prst="rect">
              <a:avLst/>
            </a:prstGeom>
            <a:solidFill>
              <a:srgbClr val="246BFD">
                <a:alpha val="100000"/>
              </a:srgbClr>
            </a:solidFill>
            <a:ln w="9525">
              <a:solidFill>
                <a:srgbClr val="246BFD">
                  <a:alpha val="28000"/>
                </a:srgb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26</a:t>
              </a:r>
              <a:endParaRPr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6" name="output-r7-c1">
              <a:extLst>
                <a:ext uri="{FF2B5EF4-FFF2-40B4-BE49-F238E27FC236}">
                  <a16:creationId xmlns:a16="http://schemas.microsoft.com/office/drawing/2014/main" id="{4B3FC0A3-52A9-33BD-4C34-00EE30110C1D}"/>
                </a:ext>
              </a:extLst>
            </p:cNvPr>
            <p:cNvSpPr/>
            <p:nvPr/>
          </p:nvSpPr>
          <p:spPr>
            <a:xfrm>
              <a:off x="7930991" y="4968716"/>
              <a:ext cx="492443" cy="492443"/>
            </a:xfrm>
            <a:prstGeom prst="rect">
              <a:avLst/>
            </a:prstGeom>
            <a:solidFill>
              <a:srgbClr val="246BFD">
                <a:alpha val="14000"/>
              </a:srgbClr>
            </a:solidFill>
            <a:ln w="9525">
              <a:solidFill>
                <a:srgbClr val="246BFD">
                  <a:alpha val="28000"/>
                </a:srgb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500" b="1">
                  <a:solidFill>
                    <a:srgbClr val="246BFD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−17</a:t>
              </a:r>
              <a:endParaRPr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7" name="output-r7-c2">
              <a:extLst>
                <a:ext uri="{FF2B5EF4-FFF2-40B4-BE49-F238E27FC236}">
                  <a16:creationId xmlns:a16="http://schemas.microsoft.com/office/drawing/2014/main" id="{01EDBE0C-FE9C-86D8-8E73-7705BA12F944}"/>
                </a:ext>
              </a:extLst>
            </p:cNvPr>
            <p:cNvSpPr/>
            <p:nvPr/>
          </p:nvSpPr>
          <p:spPr>
            <a:xfrm>
              <a:off x="8416766" y="4968716"/>
              <a:ext cx="492443" cy="492443"/>
            </a:xfrm>
            <a:prstGeom prst="rect">
              <a:avLst/>
            </a:prstGeom>
            <a:solidFill>
              <a:srgbClr val="246BFD">
                <a:alpha val="100000"/>
              </a:srgbClr>
            </a:solidFill>
            <a:ln w="9525">
              <a:solidFill>
                <a:srgbClr val="246BFD">
                  <a:alpha val="28000"/>
                </a:srgb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26</a:t>
              </a:r>
              <a:endParaRPr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8" name="output-r7-c3">
              <a:extLst>
                <a:ext uri="{FF2B5EF4-FFF2-40B4-BE49-F238E27FC236}">
                  <a16:creationId xmlns:a16="http://schemas.microsoft.com/office/drawing/2014/main" id="{ABF60092-FEC3-16E6-CE84-8E428F5BE0EB}"/>
                </a:ext>
              </a:extLst>
            </p:cNvPr>
            <p:cNvSpPr/>
            <p:nvPr/>
          </p:nvSpPr>
          <p:spPr>
            <a:xfrm>
              <a:off x="8902541" y="4968716"/>
              <a:ext cx="492443" cy="492443"/>
            </a:xfrm>
            <a:prstGeom prst="rect">
              <a:avLst/>
            </a:prstGeom>
            <a:solidFill>
              <a:srgbClr val="246BFD">
                <a:alpha val="68000"/>
              </a:srgbClr>
            </a:solidFill>
            <a:ln w="9525">
              <a:solidFill>
                <a:srgbClr val="246BFD">
                  <a:alpha val="28000"/>
                </a:srgb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10</a:t>
              </a:r>
              <a:endParaRPr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9" name="output-r7-c4">
              <a:extLst>
                <a:ext uri="{FF2B5EF4-FFF2-40B4-BE49-F238E27FC236}">
                  <a16:creationId xmlns:a16="http://schemas.microsoft.com/office/drawing/2014/main" id="{2CD392BC-B299-046B-66E5-48F58C511190}"/>
                </a:ext>
              </a:extLst>
            </p:cNvPr>
            <p:cNvSpPr/>
            <p:nvPr/>
          </p:nvSpPr>
          <p:spPr>
            <a:xfrm>
              <a:off x="9388316" y="4968716"/>
              <a:ext cx="492443" cy="492443"/>
            </a:xfrm>
            <a:prstGeom prst="rect">
              <a:avLst/>
            </a:prstGeom>
            <a:solidFill>
              <a:srgbClr val="246BFD">
                <a:alpha val="64000"/>
              </a:srgbClr>
            </a:solidFill>
            <a:ln w="9525">
              <a:solidFill>
                <a:srgbClr val="246BFD">
                  <a:alpha val="28000"/>
                </a:srgb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8</a:t>
              </a:r>
              <a:endParaRPr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0" name="output-r7-c5">
              <a:extLst>
                <a:ext uri="{FF2B5EF4-FFF2-40B4-BE49-F238E27FC236}">
                  <a16:creationId xmlns:a16="http://schemas.microsoft.com/office/drawing/2014/main" id="{B09BA77F-2254-2C17-63FD-4BF680E4A1D0}"/>
                </a:ext>
              </a:extLst>
            </p:cNvPr>
            <p:cNvSpPr/>
            <p:nvPr/>
          </p:nvSpPr>
          <p:spPr>
            <a:xfrm>
              <a:off x="9874091" y="4968716"/>
              <a:ext cx="492443" cy="492443"/>
            </a:xfrm>
            <a:prstGeom prst="rect">
              <a:avLst/>
            </a:prstGeom>
            <a:solidFill>
              <a:srgbClr val="246BFD">
                <a:alpha val="72000"/>
              </a:srgbClr>
            </a:solidFill>
            <a:ln w="9525">
              <a:solidFill>
                <a:srgbClr val="246BFD">
                  <a:alpha val="28000"/>
                </a:srgb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12</a:t>
              </a:r>
              <a:endParaRPr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1" name="output-r7-c6">
              <a:extLst>
                <a:ext uri="{FF2B5EF4-FFF2-40B4-BE49-F238E27FC236}">
                  <a16:creationId xmlns:a16="http://schemas.microsoft.com/office/drawing/2014/main" id="{FD3C1FFD-9049-B074-97EB-D0A964126176}"/>
                </a:ext>
              </a:extLst>
            </p:cNvPr>
            <p:cNvSpPr/>
            <p:nvPr/>
          </p:nvSpPr>
          <p:spPr>
            <a:xfrm>
              <a:off x="10359866" y="4968716"/>
              <a:ext cx="492443" cy="492443"/>
            </a:xfrm>
            <a:prstGeom prst="rect">
              <a:avLst/>
            </a:prstGeom>
            <a:solidFill>
              <a:srgbClr val="246BFD">
                <a:alpha val="98000"/>
              </a:srgbClr>
            </a:solidFill>
            <a:ln w="9525">
              <a:solidFill>
                <a:srgbClr val="246BFD">
                  <a:alpha val="28000"/>
                </a:srgb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25</a:t>
              </a:r>
              <a:endParaRPr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2" name="output-r7-c7">
              <a:extLst>
                <a:ext uri="{FF2B5EF4-FFF2-40B4-BE49-F238E27FC236}">
                  <a16:creationId xmlns:a16="http://schemas.microsoft.com/office/drawing/2014/main" id="{A4AA07A1-F374-3990-B618-ABAF392B309B}"/>
                </a:ext>
              </a:extLst>
            </p:cNvPr>
            <p:cNvSpPr/>
            <p:nvPr/>
          </p:nvSpPr>
          <p:spPr>
            <a:xfrm>
              <a:off x="10845641" y="4968716"/>
              <a:ext cx="492443" cy="492443"/>
            </a:xfrm>
            <a:prstGeom prst="rect">
              <a:avLst/>
            </a:prstGeom>
            <a:solidFill>
              <a:srgbClr val="246BFD">
                <a:alpha val="0"/>
              </a:srgbClr>
            </a:solidFill>
            <a:ln w="9525">
              <a:solidFill>
                <a:srgbClr val="246BFD">
                  <a:alpha val="28000"/>
                </a:srgb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500" b="1">
                  <a:solidFill>
                    <a:srgbClr val="246BFD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−24</a:t>
              </a:r>
              <a:endParaRPr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5" name="그룹 334">
            <a:extLst>
              <a:ext uri="{FF2B5EF4-FFF2-40B4-BE49-F238E27FC236}">
                <a16:creationId xmlns:a16="http://schemas.microsoft.com/office/drawing/2014/main" id="{9A293BC6-7477-D1DA-7715-FA3CD30810FD}"/>
              </a:ext>
            </a:extLst>
          </p:cNvPr>
          <p:cNvGrpSpPr/>
          <p:nvPr/>
        </p:nvGrpSpPr>
        <p:grpSpPr>
          <a:xfrm>
            <a:off x="877267" y="2597786"/>
            <a:ext cx="3029251" cy="3029251"/>
            <a:chOff x="665321" y="1694021"/>
            <a:chExt cx="4031933" cy="4031933"/>
          </a:xfrm>
        </p:grpSpPr>
        <p:sp>
          <p:nvSpPr>
            <p:cNvPr id="336" name="input-r1-c1">
              <a:extLst>
                <a:ext uri="{FF2B5EF4-FFF2-40B4-BE49-F238E27FC236}">
                  <a16:creationId xmlns:a16="http://schemas.microsoft.com/office/drawing/2014/main" id="{2F7BDFA4-E284-EDF2-3014-EF6EFE3F1189}"/>
                </a:ext>
              </a:extLst>
            </p:cNvPr>
            <p:cNvSpPr/>
            <p:nvPr/>
          </p:nvSpPr>
          <p:spPr>
            <a:xfrm>
              <a:off x="665321" y="1694021"/>
              <a:ext cx="450533" cy="450533"/>
            </a:xfrm>
            <a:prstGeom prst="rect">
              <a:avLst/>
            </a:prstGeom>
            <a:solidFill>
              <a:srgbClr val="111827">
                <a:alpha val="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111827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0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7" name="input-r1-c2">
              <a:extLst>
                <a:ext uri="{FF2B5EF4-FFF2-40B4-BE49-F238E27FC236}">
                  <a16:creationId xmlns:a16="http://schemas.microsoft.com/office/drawing/2014/main" id="{51AE02E6-B929-0216-A56E-2960319A5BB4}"/>
                </a:ext>
              </a:extLst>
            </p:cNvPr>
            <p:cNvSpPr/>
            <p:nvPr/>
          </p:nvSpPr>
          <p:spPr>
            <a:xfrm>
              <a:off x="1112996" y="1694021"/>
              <a:ext cx="450533" cy="450533"/>
            </a:xfrm>
            <a:prstGeom prst="rect">
              <a:avLst/>
            </a:prstGeom>
            <a:solidFill>
              <a:srgbClr val="111827">
                <a:alpha val="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111827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0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8" name="input-r1-c3">
              <a:extLst>
                <a:ext uri="{FF2B5EF4-FFF2-40B4-BE49-F238E27FC236}">
                  <a16:creationId xmlns:a16="http://schemas.microsoft.com/office/drawing/2014/main" id="{B861B935-92DC-BF68-727C-375C03E0DF0D}"/>
                </a:ext>
              </a:extLst>
            </p:cNvPr>
            <p:cNvSpPr/>
            <p:nvPr/>
          </p:nvSpPr>
          <p:spPr>
            <a:xfrm>
              <a:off x="1560671" y="1694021"/>
              <a:ext cx="450533" cy="450533"/>
            </a:xfrm>
            <a:prstGeom prst="rect">
              <a:avLst/>
            </a:prstGeom>
            <a:solidFill>
              <a:srgbClr val="111827">
                <a:alpha val="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111827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0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9" name="input-r1-c4">
              <a:extLst>
                <a:ext uri="{FF2B5EF4-FFF2-40B4-BE49-F238E27FC236}">
                  <a16:creationId xmlns:a16="http://schemas.microsoft.com/office/drawing/2014/main" id="{DA84FF20-9DE2-5E71-744C-30C516A805BE}"/>
                </a:ext>
              </a:extLst>
            </p:cNvPr>
            <p:cNvSpPr/>
            <p:nvPr/>
          </p:nvSpPr>
          <p:spPr>
            <a:xfrm>
              <a:off x="2008346" y="1694021"/>
              <a:ext cx="450533" cy="450533"/>
            </a:xfrm>
            <a:prstGeom prst="rect">
              <a:avLst/>
            </a:prstGeom>
            <a:solidFill>
              <a:srgbClr val="111827">
                <a:alpha val="3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111827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3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0" name="input-r1-c5">
              <a:extLst>
                <a:ext uri="{FF2B5EF4-FFF2-40B4-BE49-F238E27FC236}">
                  <a16:creationId xmlns:a16="http://schemas.microsoft.com/office/drawing/2014/main" id="{621B75D1-BCEC-A12C-F482-984C67F40A69}"/>
                </a:ext>
              </a:extLst>
            </p:cNvPr>
            <p:cNvSpPr/>
            <p:nvPr/>
          </p:nvSpPr>
          <p:spPr>
            <a:xfrm>
              <a:off x="2456021" y="1694021"/>
              <a:ext cx="450533" cy="450533"/>
            </a:xfrm>
            <a:prstGeom prst="rect">
              <a:avLst/>
            </a:prstGeom>
            <a:solidFill>
              <a:srgbClr val="111827">
                <a:alpha val="3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111827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3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1" name="input-r1-c6">
              <a:extLst>
                <a:ext uri="{FF2B5EF4-FFF2-40B4-BE49-F238E27FC236}">
                  <a16:creationId xmlns:a16="http://schemas.microsoft.com/office/drawing/2014/main" id="{A4D559A0-00E2-8997-BF63-B736A3EBBCB8}"/>
                </a:ext>
              </a:extLst>
            </p:cNvPr>
            <p:cNvSpPr/>
            <p:nvPr/>
          </p:nvSpPr>
          <p:spPr>
            <a:xfrm>
              <a:off x="2903696" y="1694021"/>
              <a:ext cx="450533" cy="450533"/>
            </a:xfrm>
            <a:prstGeom prst="rect">
              <a:avLst/>
            </a:prstGeom>
            <a:solidFill>
              <a:srgbClr val="111827">
                <a:alpha val="4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111827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4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2" name="input-r1-c7">
              <a:extLst>
                <a:ext uri="{FF2B5EF4-FFF2-40B4-BE49-F238E27FC236}">
                  <a16:creationId xmlns:a16="http://schemas.microsoft.com/office/drawing/2014/main" id="{66F1927A-1E35-DF76-EAA1-92AECFEE747F}"/>
                </a:ext>
              </a:extLst>
            </p:cNvPr>
            <p:cNvSpPr/>
            <p:nvPr/>
          </p:nvSpPr>
          <p:spPr>
            <a:xfrm>
              <a:off x="3351371" y="1694021"/>
              <a:ext cx="450533" cy="450533"/>
            </a:xfrm>
            <a:prstGeom prst="rect">
              <a:avLst/>
            </a:prstGeom>
            <a:solidFill>
              <a:srgbClr val="111827">
                <a:alpha val="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111827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0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3" name="input-r1-c8">
              <a:extLst>
                <a:ext uri="{FF2B5EF4-FFF2-40B4-BE49-F238E27FC236}">
                  <a16:creationId xmlns:a16="http://schemas.microsoft.com/office/drawing/2014/main" id="{0F007A63-6340-B953-C50B-C55114284518}"/>
                </a:ext>
              </a:extLst>
            </p:cNvPr>
            <p:cNvSpPr/>
            <p:nvPr/>
          </p:nvSpPr>
          <p:spPr>
            <a:xfrm>
              <a:off x="3799046" y="1694021"/>
              <a:ext cx="450533" cy="450533"/>
            </a:xfrm>
            <a:prstGeom prst="rect">
              <a:avLst/>
            </a:prstGeom>
            <a:solidFill>
              <a:srgbClr val="111827">
                <a:alpha val="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111827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0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4" name="input-r1-c9">
              <a:extLst>
                <a:ext uri="{FF2B5EF4-FFF2-40B4-BE49-F238E27FC236}">
                  <a16:creationId xmlns:a16="http://schemas.microsoft.com/office/drawing/2014/main" id="{1967062A-FE5C-9477-4113-3A51A597BFE6}"/>
                </a:ext>
              </a:extLst>
            </p:cNvPr>
            <p:cNvSpPr/>
            <p:nvPr/>
          </p:nvSpPr>
          <p:spPr>
            <a:xfrm>
              <a:off x="4246721" y="1694021"/>
              <a:ext cx="450533" cy="450533"/>
            </a:xfrm>
            <a:prstGeom prst="rect">
              <a:avLst/>
            </a:prstGeom>
            <a:solidFill>
              <a:srgbClr val="111827">
                <a:alpha val="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111827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0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5" name="input-r2-c1">
              <a:extLst>
                <a:ext uri="{FF2B5EF4-FFF2-40B4-BE49-F238E27FC236}">
                  <a16:creationId xmlns:a16="http://schemas.microsoft.com/office/drawing/2014/main" id="{155688B8-A670-E019-C257-F4BA42F26EE6}"/>
                </a:ext>
              </a:extLst>
            </p:cNvPr>
            <p:cNvSpPr/>
            <p:nvPr/>
          </p:nvSpPr>
          <p:spPr>
            <a:xfrm>
              <a:off x="665321" y="2141696"/>
              <a:ext cx="450533" cy="450533"/>
            </a:xfrm>
            <a:prstGeom prst="rect">
              <a:avLst/>
            </a:prstGeom>
            <a:solidFill>
              <a:srgbClr val="111827">
                <a:alpha val="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111827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0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6" name="input-r2-c2">
              <a:extLst>
                <a:ext uri="{FF2B5EF4-FFF2-40B4-BE49-F238E27FC236}">
                  <a16:creationId xmlns:a16="http://schemas.microsoft.com/office/drawing/2014/main" id="{0F5AA547-15D1-3B4A-9043-7136728DA9C6}"/>
                </a:ext>
              </a:extLst>
            </p:cNvPr>
            <p:cNvSpPr/>
            <p:nvPr/>
          </p:nvSpPr>
          <p:spPr>
            <a:xfrm>
              <a:off x="1112996" y="2141696"/>
              <a:ext cx="450533" cy="450533"/>
            </a:xfrm>
            <a:prstGeom prst="rect">
              <a:avLst/>
            </a:prstGeom>
            <a:solidFill>
              <a:srgbClr val="111827">
                <a:alpha val="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111827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0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7" name="input-r2-c3">
              <a:extLst>
                <a:ext uri="{FF2B5EF4-FFF2-40B4-BE49-F238E27FC236}">
                  <a16:creationId xmlns:a16="http://schemas.microsoft.com/office/drawing/2014/main" id="{6111E3D5-B9D8-0241-D051-C814F996D220}"/>
                </a:ext>
              </a:extLst>
            </p:cNvPr>
            <p:cNvSpPr/>
            <p:nvPr/>
          </p:nvSpPr>
          <p:spPr>
            <a:xfrm>
              <a:off x="1560671" y="2141696"/>
              <a:ext cx="450533" cy="450533"/>
            </a:xfrm>
            <a:prstGeom prst="rect">
              <a:avLst/>
            </a:prstGeom>
            <a:solidFill>
              <a:srgbClr val="111827">
                <a:alpha val="1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111827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1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8" name="input-r2-c4">
              <a:extLst>
                <a:ext uri="{FF2B5EF4-FFF2-40B4-BE49-F238E27FC236}">
                  <a16:creationId xmlns:a16="http://schemas.microsoft.com/office/drawing/2014/main" id="{04C20E9E-33B9-8232-C434-B87B190CBCC6}"/>
                </a:ext>
              </a:extLst>
            </p:cNvPr>
            <p:cNvSpPr/>
            <p:nvPr/>
          </p:nvSpPr>
          <p:spPr>
            <a:xfrm>
              <a:off x="2008346" y="2141696"/>
              <a:ext cx="450533" cy="450533"/>
            </a:xfrm>
            <a:prstGeom prst="rect">
              <a:avLst/>
            </a:prstGeom>
            <a:solidFill>
              <a:srgbClr val="111827">
                <a:alpha val="1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111827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1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9" name="input-r2-c5">
              <a:extLst>
                <a:ext uri="{FF2B5EF4-FFF2-40B4-BE49-F238E27FC236}">
                  <a16:creationId xmlns:a16="http://schemas.microsoft.com/office/drawing/2014/main" id="{BE1A80A5-0286-3C96-2B64-64C85BCB5E1A}"/>
                </a:ext>
              </a:extLst>
            </p:cNvPr>
            <p:cNvSpPr/>
            <p:nvPr/>
          </p:nvSpPr>
          <p:spPr>
            <a:xfrm>
              <a:off x="2456021" y="2141696"/>
              <a:ext cx="450533" cy="450533"/>
            </a:xfrm>
            <a:prstGeom prst="rect">
              <a:avLst/>
            </a:prstGeom>
            <a:solidFill>
              <a:srgbClr val="111827">
                <a:alpha val="1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111827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1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0" name="input-r2-c6">
              <a:extLst>
                <a:ext uri="{FF2B5EF4-FFF2-40B4-BE49-F238E27FC236}">
                  <a16:creationId xmlns:a16="http://schemas.microsoft.com/office/drawing/2014/main" id="{A64A38BC-0014-4100-893D-6C1E82966ED0}"/>
                </a:ext>
              </a:extLst>
            </p:cNvPr>
            <p:cNvSpPr/>
            <p:nvPr/>
          </p:nvSpPr>
          <p:spPr>
            <a:xfrm>
              <a:off x="2903696" y="2141696"/>
              <a:ext cx="450533" cy="450533"/>
            </a:xfrm>
            <a:prstGeom prst="rect">
              <a:avLst/>
            </a:prstGeom>
            <a:solidFill>
              <a:srgbClr val="111827">
                <a:alpha val="2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111827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2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1" name="input-r2-c7">
              <a:extLst>
                <a:ext uri="{FF2B5EF4-FFF2-40B4-BE49-F238E27FC236}">
                  <a16:creationId xmlns:a16="http://schemas.microsoft.com/office/drawing/2014/main" id="{BF390206-898F-2079-12FA-DB867B21F0ED}"/>
                </a:ext>
              </a:extLst>
            </p:cNvPr>
            <p:cNvSpPr/>
            <p:nvPr/>
          </p:nvSpPr>
          <p:spPr>
            <a:xfrm>
              <a:off x="3351371" y="2141696"/>
              <a:ext cx="450533" cy="450533"/>
            </a:xfrm>
            <a:prstGeom prst="rect">
              <a:avLst/>
            </a:prstGeom>
            <a:solidFill>
              <a:srgbClr val="111827">
                <a:alpha val="4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111827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4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2" name="input-r2-c8">
              <a:extLst>
                <a:ext uri="{FF2B5EF4-FFF2-40B4-BE49-F238E27FC236}">
                  <a16:creationId xmlns:a16="http://schemas.microsoft.com/office/drawing/2014/main" id="{DD3DE663-85A9-9395-2683-C16C88594DE5}"/>
                </a:ext>
              </a:extLst>
            </p:cNvPr>
            <p:cNvSpPr/>
            <p:nvPr/>
          </p:nvSpPr>
          <p:spPr>
            <a:xfrm>
              <a:off x="3799046" y="2141696"/>
              <a:ext cx="450533" cy="450533"/>
            </a:xfrm>
            <a:prstGeom prst="rect">
              <a:avLst/>
            </a:prstGeom>
            <a:solidFill>
              <a:srgbClr val="111827">
                <a:alpha val="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111827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0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3" name="input-r2-c9">
              <a:extLst>
                <a:ext uri="{FF2B5EF4-FFF2-40B4-BE49-F238E27FC236}">
                  <a16:creationId xmlns:a16="http://schemas.microsoft.com/office/drawing/2014/main" id="{ED50ADC8-8ACF-E357-3D53-11F1D25992DB}"/>
                </a:ext>
              </a:extLst>
            </p:cNvPr>
            <p:cNvSpPr/>
            <p:nvPr/>
          </p:nvSpPr>
          <p:spPr>
            <a:xfrm>
              <a:off x="4246721" y="2141696"/>
              <a:ext cx="450533" cy="450533"/>
            </a:xfrm>
            <a:prstGeom prst="rect">
              <a:avLst/>
            </a:prstGeom>
            <a:solidFill>
              <a:srgbClr val="111827">
                <a:alpha val="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111827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0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4" name="input-r3-c1">
              <a:extLst>
                <a:ext uri="{FF2B5EF4-FFF2-40B4-BE49-F238E27FC236}">
                  <a16:creationId xmlns:a16="http://schemas.microsoft.com/office/drawing/2014/main" id="{3DDB3E14-9E7A-AC90-BD7E-ECF5111D5DF5}"/>
                </a:ext>
              </a:extLst>
            </p:cNvPr>
            <p:cNvSpPr/>
            <p:nvPr/>
          </p:nvSpPr>
          <p:spPr>
            <a:xfrm>
              <a:off x="665321" y="2589371"/>
              <a:ext cx="450533" cy="450533"/>
            </a:xfrm>
            <a:prstGeom prst="rect">
              <a:avLst/>
            </a:prstGeom>
            <a:solidFill>
              <a:srgbClr val="111827">
                <a:alpha val="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111827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0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5" name="input-r3-c2">
              <a:extLst>
                <a:ext uri="{FF2B5EF4-FFF2-40B4-BE49-F238E27FC236}">
                  <a16:creationId xmlns:a16="http://schemas.microsoft.com/office/drawing/2014/main" id="{24AE49F3-E263-062B-7738-C1421CCC02CD}"/>
                </a:ext>
              </a:extLst>
            </p:cNvPr>
            <p:cNvSpPr/>
            <p:nvPr/>
          </p:nvSpPr>
          <p:spPr>
            <a:xfrm>
              <a:off x="1112996" y="2589371"/>
              <a:ext cx="450533" cy="450533"/>
            </a:xfrm>
            <a:prstGeom prst="rect">
              <a:avLst/>
            </a:prstGeom>
            <a:solidFill>
              <a:srgbClr val="111827">
                <a:alpha val="1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111827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1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6" name="input-r3-c3">
              <a:extLst>
                <a:ext uri="{FF2B5EF4-FFF2-40B4-BE49-F238E27FC236}">
                  <a16:creationId xmlns:a16="http://schemas.microsoft.com/office/drawing/2014/main" id="{D432C4A6-403D-1EA7-E9C9-AABEFBA0491E}"/>
                </a:ext>
              </a:extLst>
            </p:cNvPr>
            <p:cNvSpPr/>
            <p:nvPr/>
          </p:nvSpPr>
          <p:spPr>
            <a:xfrm>
              <a:off x="1560671" y="2589371"/>
              <a:ext cx="450533" cy="450533"/>
            </a:xfrm>
            <a:prstGeom prst="rect">
              <a:avLst/>
            </a:prstGeom>
            <a:solidFill>
              <a:srgbClr val="111827">
                <a:alpha val="1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111827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1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7" name="input-r3-c4">
              <a:extLst>
                <a:ext uri="{FF2B5EF4-FFF2-40B4-BE49-F238E27FC236}">
                  <a16:creationId xmlns:a16="http://schemas.microsoft.com/office/drawing/2014/main" id="{1485B0BA-6AB8-9CD7-1F3B-4214EC761275}"/>
                </a:ext>
              </a:extLst>
            </p:cNvPr>
            <p:cNvSpPr/>
            <p:nvPr/>
          </p:nvSpPr>
          <p:spPr>
            <a:xfrm>
              <a:off x="2008346" y="2589371"/>
              <a:ext cx="450533" cy="450533"/>
            </a:xfrm>
            <a:prstGeom prst="rect">
              <a:avLst/>
            </a:prstGeom>
            <a:solidFill>
              <a:srgbClr val="111827">
                <a:alpha val="1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111827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1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8" name="input-r3-c5">
              <a:extLst>
                <a:ext uri="{FF2B5EF4-FFF2-40B4-BE49-F238E27FC236}">
                  <a16:creationId xmlns:a16="http://schemas.microsoft.com/office/drawing/2014/main" id="{95BC175D-9957-E06E-2292-BA79A74766C4}"/>
                </a:ext>
              </a:extLst>
            </p:cNvPr>
            <p:cNvSpPr/>
            <p:nvPr/>
          </p:nvSpPr>
          <p:spPr>
            <a:xfrm>
              <a:off x="2456021" y="2589371"/>
              <a:ext cx="450533" cy="450533"/>
            </a:xfrm>
            <a:prstGeom prst="rect">
              <a:avLst/>
            </a:prstGeom>
            <a:solidFill>
              <a:srgbClr val="111827">
                <a:alpha val="1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111827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1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9" name="input-r3-c6">
              <a:extLst>
                <a:ext uri="{FF2B5EF4-FFF2-40B4-BE49-F238E27FC236}">
                  <a16:creationId xmlns:a16="http://schemas.microsoft.com/office/drawing/2014/main" id="{C21A1CB6-1915-7D7A-22E2-BB866BB7C25D}"/>
                </a:ext>
              </a:extLst>
            </p:cNvPr>
            <p:cNvSpPr/>
            <p:nvPr/>
          </p:nvSpPr>
          <p:spPr>
            <a:xfrm>
              <a:off x="2903696" y="2589371"/>
              <a:ext cx="450533" cy="450533"/>
            </a:xfrm>
            <a:prstGeom prst="rect">
              <a:avLst/>
            </a:prstGeom>
            <a:solidFill>
              <a:srgbClr val="111827">
                <a:alpha val="2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111827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2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0" name="input-r3-c7">
              <a:extLst>
                <a:ext uri="{FF2B5EF4-FFF2-40B4-BE49-F238E27FC236}">
                  <a16:creationId xmlns:a16="http://schemas.microsoft.com/office/drawing/2014/main" id="{80EBDB71-56B1-402B-C60C-C63D37538763}"/>
                </a:ext>
              </a:extLst>
            </p:cNvPr>
            <p:cNvSpPr/>
            <p:nvPr/>
          </p:nvSpPr>
          <p:spPr>
            <a:xfrm>
              <a:off x="3351371" y="2589371"/>
              <a:ext cx="450533" cy="450533"/>
            </a:xfrm>
            <a:prstGeom prst="rect">
              <a:avLst/>
            </a:prstGeom>
            <a:solidFill>
              <a:srgbClr val="111827">
                <a:alpha val="4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111827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4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1" name="input-r3-c8">
              <a:extLst>
                <a:ext uri="{FF2B5EF4-FFF2-40B4-BE49-F238E27FC236}">
                  <a16:creationId xmlns:a16="http://schemas.microsoft.com/office/drawing/2014/main" id="{67801275-E30B-196A-7983-A4E2B5A76557}"/>
                </a:ext>
              </a:extLst>
            </p:cNvPr>
            <p:cNvSpPr/>
            <p:nvPr/>
          </p:nvSpPr>
          <p:spPr>
            <a:xfrm>
              <a:off x="3799046" y="2589371"/>
              <a:ext cx="450533" cy="450533"/>
            </a:xfrm>
            <a:prstGeom prst="rect">
              <a:avLst/>
            </a:prstGeom>
            <a:solidFill>
              <a:srgbClr val="111827">
                <a:alpha val="6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6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2" name="input-r3-c9">
              <a:extLst>
                <a:ext uri="{FF2B5EF4-FFF2-40B4-BE49-F238E27FC236}">
                  <a16:creationId xmlns:a16="http://schemas.microsoft.com/office/drawing/2014/main" id="{CE6B114C-3238-5E1A-7258-D25EDDF8B416}"/>
                </a:ext>
              </a:extLst>
            </p:cNvPr>
            <p:cNvSpPr/>
            <p:nvPr/>
          </p:nvSpPr>
          <p:spPr>
            <a:xfrm>
              <a:off x="4246721" y="2589371"/>
              <a:ext cx="450533" cy="450533"/>
            </a:xfrm>
            <a:prstGeom prst="rect">
              <a:avLst/>
            </a:prstGeom>
            <a:solidFill>
              <a:srgbClr val="111827">
                <a:alpha val="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111827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0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3" name="input-r4-c1">
              <a:extLst>
                <a:ext uri="{FF2B5EF4-FFF2-40B4-BE49-F238E27FC236}">
                  <a16:creationId xmlns:a16="http://schemas.microsoft.com/office/drawing/2014/main" id="{4F6413B2-BED5-56AA-5729-F2A52166F04F}"/>
                </a:ext>
              </a:extLst>
            </p:cNvPr>
            <p:cNvSpPr/>
            <p:nvPr/>
          </p:nvSpPr>
          <p:spPr>
            <a:xfrm>
              <a:off x="665321" y="3037046"/>
              <a:ext cx="450533" cy="450533"/>
            </a:xfrm>
            <a:prstGeom prst="rect">
              <a:avLst/>
            </a:prstGeom>
            <a:solidFill>
              <a:srgbClr val="111827">
                <a:alpha val="3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111827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3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4" name="input-r4-c2">
              <a:extLst>
                <a:ext uri="{FF2B5EF4-FFF2-40B4-BE49-F238E27FC236}">
                  <a16:creationId xmlns:a16="http://schemas.microsoft.com/office/drawing/2014/main" id="{95EE3300-76CB-BA8B-062E-C4E77D70D9B8}"/>
                </a:ext>
              </a:extLst>
            </p:cNvPr>
            <p:cNvSpPr/>
            <p:nvPr/>
          </p:nvSpPr>
          <p:spPr>
            <a:xfrm>
              <a:off x="1112996" y="3037046"/>
              <a:ext cx="450533" cy="450533"/>
            </a:xfrm>
            <a:prstGeom prst="rect">
              <a:avLst/>
            </a:prstGeom>
            <a:solidFill>
              <a:srgbClr val="111827">
                <a:alpha val="1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111827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1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5" name="input-r4-c3">
              <a:extLst>
                <a:ext uri="{FF2B5EF4-FFF2-40B4-BE49-F238E27FC236}">
                  <a16:creationId xmlns:a16="http://schemas.microsoft.com/office/drawing/2014/main" id="{30B71FA2-1125-89DD-9DB1-A933712C8179}"/>
                </a:ext>
              </a:extLst>
            </p:cNvPr>
            <p:cNvSpPr/>
            <p:nvPr/>
          </p:nvSpPr>
          <p:spPr>
            <a:xfrm>
              <a:off x="1560671" y="3037046"/>
              <a:ext cx="450533" cy="450533"/>
            </a:xfrm>
            <a:prstGeom prst="rect">
              <a:avLst/>
            </a:prstGeom>
            <a:solidFill>
              <a:srgbClr val="111827">
                <a:alpha val="1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111827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1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6" name="input-r4-c4">
              <a:extLst>
                <a:ext uri="{FF2B5EF4-FFF2-40B4-BE49-F238E27FC236}">
                  <a16:creationId xmlns:a16="http://schemas.microsoft.com/office/drawing/2014/main" id="{839C55F6-27CD-3E7C-A5F0-483155A26E77}"/>
                </a:ext>
              </a:extLst>
            </p:cNvPr>
            <p:cNvSpPr/>
            <p:nvPr/>
          </p:nvSpPr>
          <p:spPr>
            <a:xfrm>
              <a:off x="2008346" y="3037046"/>
              <a:ext cx="450533" cy="450533"/>
            </a:xfrm>
            <a:prstGeom prst="rect">
              <a:avLst/>
            </a:prstGeom>
            <a:solidFill>
              <a:srgbClr val="111827">
                <a:alpha val="1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111827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1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7" name="input-r4-c5">
              <a:extLst>
                <a:ext uri="{FF2B5EF4-FFF2-40B4-BE49-F238E27FC236}">
                  <a16:creationId xmlns:a16="http://schemas.microsoft.com/office/drawing/2014/main" id="{EC1D74A8-61C6-896C-068F-F02A4FA85847}"/>
                </a:ext>
              </a:extLst>
            </p:cNvPr>
            <p:cNvSpPr/>
            <p:nvPr/>
          </p:nvSpPr>
          <p:spPr>
            <a:xfrm>
              <a:off x="2456021" y="3037046"/>
              <a:ext cx="450533" cy="450533"/>
            </a:xfrm>
            <a:prstGeom prst="rect">
              <a:avLst/>
            </a:prstGeom>
            <a:solidFill>
              <a:srgbClr val="111827">
                <a:alpha val="2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111827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2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8" name="input-r4-c6">
              <a:extLst>
                <a:ext uri="{FF2B5EF4-FFF2-40B4-BE49-F238E27FC236}">
                  <a16:creationId xmlns:a16="http://schemas.microsoft.com/office/drawing/2014/main" id="{101685F1-47B6-4684-552F-AFF8EA615276}"/>
                </a:ext>
              </a:extLst>
            </p:cNvPr>
            <p:cNvSpPr/>
            <p:nvPr/>
          </p:nvSpPr>
          <p:spPr>
            <a:xfrm>
              <a:off x="2903696" y="3037046"/>
              <a:ext cx="450533" cy="450533"/>
            </a:xfrm>
            <a:prstGeom prst="rect">
              <a:avLst/>
            </a:prstGeom>
            <a:solidFill>
              <a:srgbClr val="111827">
                <a:alpha val="3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111827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3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9" name="input-r4-c7">
              <a:extLst>
                <a:ext uri="{FF2B5EF4-FFF2-40B4-BE49-F238E27FC236}">
                  <a16:creationId xmlns:a16="http://schemas.microsoft.com/office/drawing/2014/main" id="{C33CD9A9-8D99-5C21-A30A-4A9FAB94644D}"/>
                </a:ext>
              </a:extLst>
            </p:cNvPr>
            <p:cNvSpPr/>
            <p:nvPr/>
          </p:nvSpPr>
          <p:spPr>
            <a:xfrm>
              <a:off x="3351371" y="3037046"/>
              <a:ext cx="450533" cy="450533"/>
            </a:xfrm>
            <a:prstGeom prst="rect">
              <a:avLst/>
            </a:prstGeom>
            <a:solidFill>
              <a:srgbClr val="111827">
                <a:alpha val="4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111827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4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0" name="input-r4-c8">
              <a:extLst>
                <a:ext uri="{FF2B5EF4-FFF2-40B4-BE49-F238E27FC236}">
                  <a16:creationId xmlns:a16="http://schemas.microsoft.com/office/drawing/2014/main" id="{F5E52BEB-08BC-8DF4-CB25-66345C755CC1}"/>
                </a:ext>
              </a:extLst>
            </p:cNvPr>
            <p:cNvSpPr/>
            <p:nvPr/>
          </p:nvSpPr>
          <p:spPr>
            <a:xfrm>
              <a:off x="3799046" y="3037046"/>
              <a:ext cx="450533" cy="450533"/>
            </a:xfrm>
            <a:prstGeom prst="rect">
              <a:avLst/>
            </a:prstGeom>
            <a:solidFill>
              <a:srgbClr val="111827">
                <a:alpha val="6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6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1" name="input-r4-c9">
              <a:extLst>
                <a:ext uri="{FF2B5EF4-FFF2-40B4-BE49-F238E27FC236}">
                  <a16:creationId xmlns:a16="http://schemas.microsoft.com/office/drawing/2014/main" id="{17C88AC3-3CE7-E777-4268-C7956453631A}"/>
                </a:ext>
              </a:extLst>
            </p:cNvPr>
            <p:cNvSpPr/>
            <p:nvPr/>
          </p:nvSpPr>
          <p:spPr>
            <a:xfrm>
              <a:off x="4246721" y="3037046"/>
              <a:ext cx="450533" cy="450533"/>
            </a:xfrm>
            <a:prstGeom prst="rect">
              <a:avLst/>
            </a:prstGeom>
            <a:solidFill>
              <a:srgbClr val="111827">
                <a:alpha val="8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8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2" name="input-r5-c1">
              <a:extLst>
                <a:ext uri="{FF2B5EF4-FFF2-40B4-BE49-F238E27FC236}">
                  <a16:creationId xmlns:a16="http://schemas.microsoft.com/office/drawing/2014/main" id="{C7FB75C0-AE9E-9696-4CD9-3268A0A91482}"/>
                </a:ext>
              </a:extLst>
            </p:cNvPr>
            <p:cNvSpPr/>
            <p:nvPr/>
          </p:nvSpPr>
          <p:spPr>
            <a:xfrm>
              <a:off x="665321" y="3484721"/>
              <a:ext cx="450533" cy="450533"/>
            </a:xfrm>
            <a:prstGeom prst="rect">
              <a:avLst/>
            </a:prstGeom>
            <a:solidFill>
              <a:srgbClr val="111827">
                <a:alpha val="3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111827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3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3" name="input-r5-c2">
              <a:extLst>
                <a:ext uri="{FF2B5EF4-FFF2-40B4-BE49-F238E27FC236}">
                  <a16:creationId xmlns:a16="http://schemas.microsoft.com/office/drawing/2014/main" id="{BD5D402A-4667-9829-E2D2-6CE60BFBE8FF}"/>
                </a:ext>
              </a:extLst>
            </p:cNvPr>
            <p:cNvSpPr/>
            <p:nvPr/>
          </p:nvSpPr>
          <p:spPr>
            <a:xfrm>
              <a:off x="1112996" y="3484721"/>
              <a:ext cx="450533" cy="450533"/>
            </a:xfrm>
            <a:prstGeom prst="rect">
              <a:avLst/>
            </a:prstGeom>
            <a:solidFill>
              <a:srgbClr val="111827">
                <a:alpha val="2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111827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2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4" name="input-r5-c3">
              <a:extLst>
                <a:ext uri="{FF2B5EF4-FFF2-40B4-BE49-F238E27FC236}">
                  <a16:creationId xmlns:a16="http://schemas.microsoft.com/office/drawing/2014/main" id="{47CA2157-7399-92D4-A35F-2F6B3B24BE91}"/>
                </a:ext>
              </a:extLst>
            </p:cNvPr>
            <p:cNvSpPr/>
            <p:nvPr/>
          </p:nvSpPr>
          <p:spPr>
            <a:xfrm>
              <a:off x="1560671" y="3484721"/>
              <a:ext cx="450533" cy="450533"/>
            </a:xfrm>
            <a:prstGeom prst="rect">
              <a:avLst/>
            </a:prstGeom>
            <a:solidFill>
              <a:srgbClr val="111827">
                <a:alpha val="2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111827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2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5" name="input-r5-c4">
              <a:extLst>
                <a:ext uri="{FF2B5EF4-FFF2-40B4-BE49-F238E27FC236}">
                  <a16:creationId xmlns:a16="http://schemas.microsoft.com/office/drawing/2014/main" id="{9246E496-32A8-AC85-C580-86B80BA957F9}"/>
                </a:ext>
              </a:extLst>
            </p:cNvPr>
            <p:cNvSpPr/>
            <p:nvPr/>
          </p:nvSpPr>
          <p:spPr>
            <a:xfrm>
              <a:off x="2008346" y="3484721"/>
              <a:ext cx="450533" cy="450533"/>
            </a:xfrm>
            <a:prstGeom prst="rect">
              <a:avLst/>
            </a:prstGeom>
            <a:solidFill>
              <a:srgbClr val="111827">
                <a:alpha val="2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111827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2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6" name="input-r5-c5">
              <a:extLst>
                <a:ext uri="{FF2B5EF4-FFF2-40B4-BE49-F238E27FC236}">
                  <a16:creationId xmlns:a16="http://schemas.microsoft.com/office/drawing/2014/main" id="{A1454C7C-F940-DE9F-B406-60F9BA64EC1E}"/>
                </a:ext>
              </a:extLst>
            </p:cNvPr>
            <p:cNvSpPr/>
            <p:nvPr/>
          </p:nvSpPr>
          <p:spPr>
            <a:xfrm>
              <a:off x="2456021" y="3484721"/>
              <a:ext cx="450533" cy="450533"/>
            </a:xfrm>
            <a:prstGeom prst="rect">
              <a:avLst/>
            </a:prstGeom>
            <a:solidFill>
              <a:srgbClr val="111827">
                <a:alpha val="3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111827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3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7" name="input-r5-c6">
              <a:extLst>
                <a:ext uri="{FF2B5EF4-FFF2-40B4-BE49-F238E27FC236}">
                  <a16:creationId xmlns:a16="http://schemas.microsoft.com/office/drawing/2014/main" id="{599C94D4-CA6B-191C-5A71-900A1B581FCE}"/>
                </a:ext>
              </a:extLst>
            </p:cNvPr>
            <p:cNvSpPr/>
            <p:nvPr/>
          </p:nvSpPr>
          <p:spPr>
            <a:xfrm>
              <a:off x="2903696" y="3484721"/>
              <a:ext cx="450533" cy="450533"/>
            </a:xfrm>
            <a:prstGeom prst="rect">
              <a:avLst/>
            </a:prstGeom>
            <a:solidFill>
              <a:srgbClr val="111827">
                <a:alpha val="4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111827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4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8" name="input-r5-c7">
              <a:extLst>
                <a:ext uri="{FF2B5EF4-FFF2-40B4-BE49-F238E27FC236}">
                  <a16:creationId xmlns:a16="http://schemas.microsoft.com/office/drawing/2014/main" id="{05814CE6-3254-3B75-00DE-3C953E7F074A}"/>
                </a:ext>
              </a:extLst>
            </p:cNvPr>
            <p:cNvSpPr/>
            <p:nvPr/>
          </p:nvSpPr>
          <p:spPr>
            <a:xfrm>
              <a:off x="3351371" y="3484721"/>
              <a:ext cx="450533" cy="450533"/>
            </a:xfrm>
            <a:prstGeom prst="rect">
              <a:avLst/>
            </a:prstGeom>
            <a:solidFill>
              <a:srgbClr val="111827">
                <a:alpha val="5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111827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5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9" name="input-r5-c8">
              <a:extLst>
                <a:ext uri="{FF2B5EF4-FFF2-40B4-BE49-F238E27FC236}">
                  <a16:creationId xmlns:a16="http://schemas.microsoft.com/office/drawing/2014/main" id="{80A26E6B-169E-A62D-2517-266207FE7759}"/>
                </a:ext>
              </a:extLst>
            </p:cNvPr>
            <p:cNvSpPr/>
            <p:nvPr/>
          </p:nvSpPr>
          <p:spPr>
            <a:xfrm>
              <a:off x="3799046" y="3484721"/>
              <a:ext cx="450533" cy="450533"/>
            </a:xfrm>
            <a:prstGeom prst="rect">
              <a:avLst/>
            </a:prstGeom>
            <a:solidFill>
              <a:srgbClr val="111827">
                <a:alpha val="7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7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0" name="input-r5-c9">
              <a:extLst>
                <a:ext uri="{FF2B5EF4-FFF2-40B4-BE49-F238E27FC236}">
                  <a16:creationId xmlns:a16="http://schemas.microsoft.com/office/drawing/2014/main" id="{05B3EA04-3D3D-C9EC-713C-18D02E270FDD}"/>
                </a:ext>
              </a:extLst>
            </p:cNvPr>
            <p:cNvSpPr/>
            <p:nvPr/>
          </p:nvSpPr>
          <p:spPr>
            <a:xfrm>
              <a:off x="4246721" y="3484721"/>
              <a:ext cx="450533" cy="450533"/>
            </a:xfrm>
            <a:prstGeom prst="rect">
              <a:avLst/>
            </a:prstGeom>
            <a:solidFill>
              <a:srgbClr val="111827">
                <a:alpha val="8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8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1" name="input-r6-c1">
              <a:extLst>
                <a:ext uri="{FF2B5EF4-FFF2-40B4-BE49-F238E27FC236}">
                  <a16:creationId xmlns:a16="http://schemas.microsoft.com/office/drawing/2014/main" id="{E8CD7988-AF59-6F1D-C2CA-01F45A065152}"/>
                </a:ext>
              </a:extLst>
            </p:cNvPr>
            <p:cNvSpPr/>
            <p:nvPr/>
          </p:nvSpPr>
          <p:spPr>
            <a:xfrm>
              <a:off x="665321" y="3932396"/>
              <a:ext cx="450533" cy="450533"/>
            </a:xfrm>
            <a:prstGeom prst="rect">
              <a:avLst/>
            </a:prstGeom>
            <a:solidFill>
              <a:srgbClr val="111827">
                <a:alpha val="5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111827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5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2" name="input-r6-c2">
              <a:extLst>
                <a:ext uri="{FF2B5EF4-FFF2-40B4-BE49-F238E27FC236}">
                  <a16:creationId xmlns:a16="http://schemas.microsoft.com/office/drawing/2014/main" id="{61CCADC2-9F90-6317-E42B-EFB984BA5D64}"/>
                </a:ext>
              </a:extLst>
            </p:cNvPr>
            <p:cNvSpPr/>
            <p:nvPr/>
          </p:nvSpPr>
          <p:spPr>
            <a:xfrm>
              <a:off x="1112996" y="3932396"/>
              <a:ext cx="450533" cy="450533"/>
            </a:xfrm>
            <a:prstGeom prst="rect">
              <a:avLst/>
            </a:prstGeom>
            <a:solidFill>
              <a:srgbClr val="111827">
                <a:alpha val="3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111827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3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3" name="input-r6-c3">
              <a:extLst>
                <a:ext uri="{FF2B5EF4-FFF2-40B4-BE49-F238E27FC236}">
                  <a16:creationId xmlns:a16="http://schemas.microsoft.com/office/drawing/2014/main" id="{B2463D55-4DAE-53D4-6D93-0A286074AE9D}"/>
                </a:ext>
              </a:extLst>
            </p:cNvPr>
            <p:cNvSpPr/>
            <p:nvPr/>
          </p:nvSpPr>
          <p:spPr>
            <a:xfrm>
              <a:off x="1560671" y="3932396"/>
              <a:ext cx="450533" cy="450533"/>
            </a:xfrm>
            <a:prstGeom prst="rect">
              <a:avLst/>
            </a:prstGeom>
            <a:solidFill>
              <a:srgbClr val="111827">
                <a:alpha val="3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111827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3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4" name="input-r6-c4">
              <a:extLst>
                <a:ext uri="{FF2B5EF4-FFF2-40B4-BE49-F238E27FC236}">
                  <a16:creationId xmlns:a16="http://schemas.microsoft.com/office/drawing/2014/main" id="{02415C5F-56AF-FE4F-FCBF-E8A16E246F08}"/>
                </a:ext>
              </a:extLst>
            </p:cNvPr>
            <p:cNvSpPr/>
            <p:nvPr/>
          </p:nvSpPr>
          <p:spPr>
            <a:xfrm>
              <a:off x="2008346" y="3932396"/>
              <a:ext cx="450533" cy="450533"/>
            </a:xfrm>
            <a:prstGeom prst="rect">
              <a:avLst/>
            </a:prstGeom>
            <a:solidFill>
              <a:srgbClr val="111827">
                <a:alpha val="3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111827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3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5" name="input-r6-c5">
              <a:extLst>
                <a:ext uri="{FF2B5EF4-FFF2-40B4-BE49-F238E27FC236}">
                  <a16:creationId xmlns:a16="http://schemas.microsoft.com/office/drawing/2014/main" id="{F748B681-D900-123A-B724-9FE7A09005E8}"/>
                </a:ext>
              </a:extLst>
            </p:cNvPr>
            <p:cNvSpPr/>
            <p:nvPr/>
          </p:nvSpPr>
          <p:spPr>
            <a:xfrm>
              <a:off x="2456021" y="3932396"/>
              <a:ext cx="450533" cy="450533"/>
            </a:xfrm>
            <a:prstGeom prst="rect">
              <a:avLst/>
            </a:prstGeom>
            <a:solidFill>
              <a:srgbClr val="111827">
                <a:alpha val="4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111827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4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6" name="input-r6-c6">
              <a:extLst>
                <a:ext uri="{FF2B5EF4-FFF2-40B4-BE49-F238E27FC236}">
                  <a16:creationId xmlns:a16="http://schemas.microsoft.com/office/drawing/2014/main" id="{2E2B88AD-32AD-4556-275D-3213D8233E8E}"/>
                </a:ext>
              </a:extLst>
            </p:cNvPr>
            <p:cNvSpPr/>
            <p:nvPr/>
          </p:nvSpPr>
          <p:spPr>
            <a:xfrm>
              <a:off x="2903696" y="3932396"/>
              <a:ext cx="450533" cy="450533"/>
            </a:xfrm>
            <a:prstGeom prst="rect">
              <a:avLst/>
            </a:prstGeom>
            <a:solidFill>
              <a:srgbClr val="111827">
                <a:alpha val="5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111827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5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7" name="input-r6-c7">
              <a:extLst>
                <a:ext uri="{FF2B5EF4-FFF2-40B4-BE49-F238E27FC236}">
                  <a16:creationId xmlns:a16="http://schemas.microsoft.com/office/drawing/2014/main" id="{9033E938-0168-833C-0257-E3C2ABEF9132}"/>
                </a:ext>
              </a:extLst>
            </p:cNvPr>
            <p:cNvSpPr/>
            <p:nvPr/>
          </p:nvSpPr>
          <p:spPr>
            <a:xfrm>
              <a:off x="3351371" y="3932396"/>
              <a:ext cx="450533" cy="450533"/>
            </a:xfrm>
            <a:prstGeom prst="rect">
              <a:avLst/>
            </a:prstGeom>
            <a:solidFill>
              <a:srgbClr val="111827">
                <a:alpha val="6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6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8" name="input-r6-c8">
              <a:extLst>
                <a:ext uri="{FF2B5EF4-FFF2-40B4-BE49-F238E27FC236}">
                  <a16:creationId xmlns:a16="http://schemas.microsoft.com/office/drawing/2014/main" id="{C2A76DB4-1EE6-93F5-46A2-3329E641FAA5}"/>
                </a:ext>
              </a:extLst>
            </p:cNvPr>
            <p:cNvSpPr/>
            <p:nvPr/>
          </p:nvSpPr>
          <p:spPr>
            <a:xfrm>
              <a:off x="3799046" y="3932396"/>
              <a:ext cx="450533" cy="450533"/>
            </a:xfrm>
            <a:prstGeom prst="rect">
              <a:avLst/>
            </a:prstGeom>
            <a:solidFill>
              <a:srgbClr val="111827">
                <a:alpha val="8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8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9" name="input-r6-c9">
              <a:extLst>
                <a:ext uri="{FF2B5EF4-FFF2-40B4-BE49-F238E27FC236}">
                  <a16:creationId xmlns:a16="http://schemas.microsoft.com/office/drawing/2014/main" id="{C87ECFD0-4B01-ED4E-5EF7-E2D2C8704A24}"/>
                </a:ext>
              </a:extLst>
            </p:cNvPr>
            <p:cNvSpPr/>
            <p:nvPr/>
          </p:nvSpPr>
          <p:spPr>
            <a:xfrm>
              <a:off x="4246721" y="3932396"/>
              <a:ext cx="450533" cy="450533"/>
            </a:xfrm>
            <a:prstGeom prst="rect">
              <a:avLst/>
            </a:prstGeom>
            <a:solidFill>
              <a:srgbClr val="111827">
                <a:alpha val="8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8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0" name="input-r7-c1">
              <a:extLst>
                <a:ext uri="{FF2B5EF4-FFF2-40B4-BE49-F238E27FC236}">
                  <a16:creationId xmlns:a16="http://schemas.microsoft.com/office/drawing/2014/main" id="{F2BE3AD5-E6A3-95DC-AD5C-9A0F5675BB1D}"/>
                </a:ext>
              </a:extLst>
            </p:cNvPr>
            <p:cNvSpPr/>
            <p:nvPr/>
          </p:nvSpPr>
          <p:spPr>
            <a:xfrm>
              <a:off x="665321" y="4380071"/>
              <a:ext cx="450533" cy="450533"/>
            </a:xfrm>
            <a:prstGeom prst="rect">
              <a:avLst/>
            </a:prstGeom>
            <a:solidFill>
              <a:srgbClr val="111827">
                <a:alpha val="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111827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0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1" name="input-r7-c2">
              <a:extLst>
                <a:ext uri="{FF2B5EF4-FFF2-40B4-BE49-F238E27FC236}">
                  <a16:creationId xmlns:a16="http://schemas.microsoft.com/office/drawing/2014/main" id="{0A37AB69-1C90-C019-2EFA-AC4E3E4AAE15}"/>
                </a:ext>
              </a:extLst>
            </p:cNvPr>
            <p:cNvSpPr/>
            <p:nvPr/>
          </p:nvSpPr>
          <p:spPr>
            <a:xfrm>
              <a:off x="1112996" y="4380071"/>
              <a:ext cx="450533" cy="450533"/>
            </a:xfrm>
            <a:prstGeom prst="rect">
              <a:avLst/>
            </a:prstGeom>
            <a:solidFill>
              <a:srgbClr val="111827">
                <a:alpha val="5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111827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5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2" name="input-r7-c3">
              <a:extLst>
                <a:ext uri="{FF2B5EF4-FFF2-40B4-BE49-F238E27FC236}">
                  <a16:creationId xmlns:a16="http://schemas.microsoft.com/office/drawing/2014/main" id="{E374058F-D028-0BD2-43C4-26C9CC47AC4F}"/>
                </a:ext>
              </a:extLst>
            </p:cNvPr>
            <p:cNvSpPr/>
            <p:nvPr/>
          </p:nvSpPr>
          <p:spPr>
            <a:xfrm>
              <a:off x="1560671" y="4380071"/>
              <a:ext cx="450533" cy="450533"/>
            </a:xfrm>
            <a:prstGeom prst="rect">
              <a:avLst/>
            </a:prstGeom>
            <a:solidFill>
              <a:srgbClr val="111827">
                <a:alpha val="5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111827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5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3" name="input-r7-c4">
              <a:extLst>
                <a:ext uri="{FF2B5EF4-FFF2-40B4-BE49-F238E27FC236}">
                  <a16:creationId xmlns:a16="http://schemas.microsoft.com/office/drawing/2014/main" id="{47D14423-D519-924C-8E3E-2A8C90B4E8F1}"/>
                </a:ext>
              </a:extLst>
            </p:cNvPr>
            <p:cNvSpPr/>
            <p:nvPr/>
          </p:nvSpPr>
          <p:spPr>
            <a:xfrm>
              <a:off x="2008346" y="4380071"/>
              <a:ext cx="450533" cy="450533"/>
            </a:xfrm>
            <a:prstGeom prst="rect">
              <a:avLst/>
            </a:prstGeom>
            <a:solidFill>
              <a:srgbClr val="111827">
                <a:alpha val="5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111827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5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4" name="input-r7-c5">
              <a:extLst>
                <a:ext uri="{FF2B5EF4-FFF2-40B4-BE49-F238E27FC236}">
                  <a16:creationId xmlns:a16="http://schemas.microsoft.com/office/drawing/2014/main" id="{DFAE0F7A-3681-3353-CAC7-8D8EE8C3EB2E}"/>
                </a:ext>
              </a:extLst>
            </p:cNvPr>
            <p:cNvSpPr/>
            <p:nvPr/>
          </p:nvSpPr>
          <p:spPr>
            <a:xfrm>
              <a:off x="2456021" y="4380071"/>
              <a:ext cx="450533" cy="450533"/>
            </a:xfrm>
            <a:prstGeom prst="rect">
              <a:avLst/>
            </a:prstGeom>
            <a:solidFill>
              <a:srgbClr val="111827">
                <a:alpha val="5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111827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5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5" name="input-r7-c6">
              <a:extLst>
                <a:ext uri="{FF2B5EF4-FFF2-40B4-BE49-F238E27FC236}">
                  <a16:creationId xmlns:a16="http://schemas.microsoft.com/office/drawing/2014/main" id="{81A702FE-2D57-C36B-3927-08F94C25C495}"/>
                </a:ext>
              </a:extLst>
            </p:cNvPr>
            <p:cNvSpPr/>
            <p:nvPr/>
          </p:nvSpPr>
          <p:spPr>
            <a:xfrm>
              <a:off x="2903696" y="4380071"/>
              <a:ext cx="450533" cy="450533"/>
            </a:xfrm>
            <a:prstGeom prst="rect">
              <a:avLst/>
            </a:prstGeom>
            <a:solidFill>
              <a:srgbClr val="111827">
                <a:alpha val="7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7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6" name="input-r7-c7">
              <a:extLst>
                <a:ext uri="{FF2B5EF4-FFF2-40B4-BE49-F238E27FC236}">
                  <a16:creationId xmlns:a16="http://schemas.microsoft.com/office/drawing/2014/main" id="{F0D4BAA9-9220-76E4-D2B6-29421D04700A}"/>
                </a:ext>
              </a:extLst>
            </p:cNvPr>
            <p:cNvSpPr/>
            <p:nvPr/>
          </p:nvSpPr>
          <p:spPr>
            <a:xfrm>
              <a:off x="3351371" y="4380071"/>
              <a:ext cx="450533" cy="450533"/>
            </a:xfrm>
            <a:prstGeom prst="rect">
              <a:avLst/>
            </a:prstGeom>
            <a:solidFill>
              <a:srgbClr val="111827">
                <a:alpha val="8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8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7" name="input-r7-c8">
              <a:extLst>
                <a:ext uri="{FF2B5EF4-FFF2-40B4-BE49-F238E27FC236}">
                  <a16:creationId xmlns:a16="http://schemas.microsoft.com/office/drawing/2014/main" id="{54E3AA75-E778-BE9E-C73E-583AB63804DB}"/>
                </a:ext>
              </a:extLst>
            </p:cNvPr>
            <p:cNvSpPr/>
            <p:nvPr/>
          </p:nvSpPr>
          <p:spPr>
            <a:xfrm>
              <a:off x="3799046" y="4380071"/>
              <a:ext cx="450533" cy="450533"/>
            </a:xfrm>
            <a:prstGeom prst="rect">
              <a:avLst/>
            </a:prstGeom>
            <a:solidFill>
              <a:srgbClr val="111827">
                <a:alpha val="8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8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8" name="input-r7-c9">
              <a:extLst>
                <a:ext uri="{FF2B5EF4-FFF2-40B4-BE49-F238E27FC236}">
                  <a16:creationId xmlns:a16="http://schemas.microsoft.com/office/drawing/2014/main" id="{2CEDA8B4-7EE0-A06B-274A-625C49ECA14B}"/>
                </a:ext>
              </a:extLst>
            </p:cNvPr>
            <p:cNvSpPr/>
            <p:nvPr/>
          </p:nvSpPr>
          <p:spPr>
            <a:xfrm>
              <a:off x="4246721" y="4380071"/>
              <a:ext cx="450533" cy="450533"/>
            </a:xfrm>
            <a:prstGeom prst="rect">
              <a:avLst/>
            </a:prstGeom>
            <a:solidFill>
              <a:srgbClr val="111827">
                <a:alpha val="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111827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0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9" name="input-r8-c1">
              <a:extLst>
                <a:ext uri="{FF2B5EF4-FFF2-40B4-BE49-F238E27FC236}">
                  <a16:creationId xmlns:a16="http://schemas.microsoft.com/office/drawing/2014/main" id="{3CEEA8A0-876D-9CD2-25F8-724CAE13CEA5}"/>
                </a:ext>
              </a:extLst>
            </p:cNvPr>
            <p:cNvSpPr/>
            <p:nvPr/>
          </p:nvSpPr>
          <p:spPr>
            <a:xfrm>
              <a:off x="665321" y="4827746"/>
              <a:ext cx="450533" cy="450533"/>
            </a:xfrm>
            <a:prstGeom prst="rect">
              <a:avLst/>
            </a:prstGeom>
            <a:solidFill>
              <a:srgbClr val="111827">
                <a:alpha val="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111827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0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0" name="input-r8-c2">
              <a:extLst>
                <a:ext uri="{FF2B5EF4-FFF2-40B4-BE49-F238E27FC236}">
                  <a16:creationId xmlns:a16="http://schemas.microsoft.com/office/drawing/2014/main" id="{13B3AF64-8FF3-5DE5-ECC0-AA95D2DAC624}"/>
                </a:ext>
              </a:extLst>
            </p:cNvPr>
            <p:cNvSpPr/>
            <p:nvPr/>
          </p:nvSpPr>
          <p:spPr>
            <a:xfrm>
              <a:off x="1112996" y="4827746"/>
              <a:ext cx="450533" cy="450533"/>
            </a:xfrm>
            <a:prstGeom prst="rect">
              <a:avLst/>
            </a:prstGeom>
            <a:solidFill>
              <a:srgbClr val="111827">
                <a:alpha val="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111827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0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1" name="input-r8-c3">
              <a:extLst>
                <a:ext uri="{FF2B5EF4-FFF2-40B4-BE49-F238E27FC236}">
                  <a16:creationId xmlns:a16="http://schemas.microsoft.com/office/drawing/2014/main" id="{FE13D8AB-47D7-ABD3-B90B-648D6738B94A}"/>
                </a:ext>
              </a:extLst>
            </p:cNvPr>
            <p:cNvSpPr/>
            <p:nvPr/>
          </p:nvSpPr>
          <p:spPr>
            <a:xfrm>
              <a:off x="1560671" y="4827746"/>
              <a:ext cx="450533" cy="450533"/>
            </a:xfrm>
            <a:prstGeom prst="rect">
              <a:avLst/>
            </a:prstGeom>
            <a:solidFill>
              <a:srgbClr val="111827">
                <a:alpha val="7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7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2" name="input-r8-c4">
              <a:extLst>
                <a:ext uri="{FF2B5EF4-FFF2-40B4-BE49-F238E27FC236}">
                  <a16:creationId xmlns:a16="http://schemas.microsoft.com/office/drawing/2014/main" id="{BD5C64E2-D371-0B90-3316-80DA0CD14B7C}"/>
                </a:ext>
              </a:extLst>
            </p:cNvPr>
            <p:cNvSpPr/>
            <p:nvPr/>
          </p:nvSpPr>
          <p:spPr>
            <a:xfrm>
              <a:off x="2008346" y="4827746"/>
              <a:ext cx="450533" cy="450533"/>
            </a:xfrm>
            <a:prstGeom prst="rect">
              <a:avLst/>
            </a:prstGeom>
            <a:solidFill>
              <a:srgbClr val="111827">
                <a:alpha val="7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7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3" name="input-r8-c5">
              <a:extLst>
                <a:ext uri="{FF2B5EF4-FFF2-40B4-BE49-F238E27FC236}">
                  <a16:creationId xmlns:a16="http://schemas.microsoft.com/office/drawing/2014/main" id="{E624DCDE-1E89-7AA4-7FDC-A40F66210D60}"/>
                </a:ext>
              </a:extLst>
            </p:cNvPr>
            <p:cNvSpPr/>
            <p:nvPr/>
          </p:nvSpPr>
          <p:spPr>
            <a:xfrm>
              <a:off x="2456021" y="4827746"/>
              <a:ext cx="450533" cy="450533"/>
            </a:xfrm>
            <a:prstGeom prst="rect">
              <a:avLst/>
            </a:prstGeom>
            <a:solidFill>
              <a:srgbClr val="111827">
                <a:alpha val="8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8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4" name="input-r8-c6">
              <a:extLst>
                <a:ext uri="{FF2B5EF4-FFF2-40B4-BE49-F238E27FC236}">
                  <a16:creationId xmlns:a16="http://schemas.microsoft.com/office/drawing/2014/main" id="{B938B5E7-CE3D-C255-7120-120308F5778F}"/>
                </a:ext>
              </a:extLst>
            </p:cNvPr>
            <p:cNvSpPr/>
            <p:nvPr/>
          </p:nvSpPr>
          <p:spPr>
            <a:xfrm>
              <a:off x="2903696" y="4827746"/>
              <a:ext cx="450533" cy="450533"/>
            </a:xfrm>
            <a:prstGeom prst="rect">
              <a:avLst/>
            </a:prstGeom>
            <a:solidFill>
              <a:srgbClr val="111827">
                <a:alpha val="8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8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5" name="input-r8-c7">
              <a:extLst>
                <a:ext uri="{FF2B5EF4-FFF2-40B4-BE49-F238E27FC236}">
                  <a16:creationId xmlns:a16="http://schemas.microsoft.com/office/drawing/2014/main" id="{8B225A80-E8F8-7137-BF95-91D59D75F1D1}"/>
                </a:ext>
              </a:extLst>
            </p:cNvPr>
            <p:cNvSpPr/>
            <p:nvPr/>
          </p:nvSpPr>
          <p:spPr>
            <a:xfrm>
              <a:off x="3351371" y="4827746"/>
              <a:ext cx="450533" cy="450533"/>
            </a:xfrm>
            <a:prstGeom prst="rect">
              <a:avLst/>
            </a:prstGeom>
            <a:solidFill>
              <a:srgbClr val="111827">
                <a:alpha val="8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8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6" name="input-r8-c8">
              <a:extLst>
                <a:ext uri="{FF2B5EF4-FFF2-40B4-BE49-F238E27FC236}">
                  <a16:creationId xmlns:a16="http://schemas.microsoft.com/office/drawing/2014/main" id="{9966D31F-AD74-58C2-4AF6-68799D4F9A39}"/>
                </a:ext>
              </a:extLst>
            </p:cNvPr>
            <p:cNvSpPr/>
            <p:nvPr/>
          </p:nvSpPr>
          <p:spPr>
            <a:xfrm>
              <a:off x="3799046" y="4827746"/>
              <a:ext cx="450533" cy="450533"/>
            </a:xfrm>
            <a:prstGeom prst="rect">
              <a:avLst/>
            </a:prstGeom>
            <a:solidFill>
              <a:srgbClr val="111827">
                <a:alpha val="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111827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0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7" name="input-r8-c9">
              <a:extLst>
                <a:ext uri="{FF2B5EF4-FFF2-40B4-BE49-F238E27FC236}">
                  <a16:creationId xmlns:a16="http://schemas.microsoft.com/office/drawing/2014/main" id="{D7AC5BD1-D479-6356-2732-037935C54822}"/>
                </a:ext>
              </a:extLst>
            </p:cNvPr>
            <p:cNvSpPr/>
            <p:nvPr/>
          </p:nvSpPr>
          <p:spPr>
            <a:xfrm>
              <a:off x="4246721" y="4827746"/>
              <a:ext cx="450533" cy="450533"/>
            </a:xfrm>
            <a:prstGeom prst="rect">
              <a:avLst/>
            </a:prstGeom>
            <a:solidFill>
              <a:srgbClr val="111827">
                <a:alpha val="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111827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0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8" name="input-r9-c1">
              <a:extLst>
                <a:ext uri="{FF2B5EF4-FFF2-40B4-BE49-F238E27FC236}">
                  <a16:creationId xmlns:a16="http://schemas.microsoft.com/office/drawing/2014/main" id="{824D8D8E-21AD-791D-F809-D0DFF4F9E41F}"/>
                </a:ext>
              </a:extLst>
            </p:cNvPr>
            <p:cNvSpPr/>
            <p:nvPr/>
          </p:nvSpPr>
          <p:spPr>
            <a:xfrm>
              <a:off x="665321" y="5275421"/>
              <a:ext cx="450533" cy="450533"/>
            </a:xfrm>
            <a:prstGeom prst="rect">
              <a:avLst/>
            </a:prstGeom>
            <a:solidFill>
              <a:srgbClr val="111827">
                <a:alpha val="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111827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0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9" name="input-r9-c2">
              <a:extLst>
                <a:ext uri="{FF2B5EF4-FFF2-40B4-BE49-F238E27FC236}">
                  <a16:creationId xmlns:a16="http://schemas.microsoft.com/office/drawing/2014/main" id="{868AF3A1-6BD1-29B6-6200-711E35ACDBBA}"/>
                </a:ext>
              </a:extLst>
            </p:cNvPr>
            <p:cNvSpPr/>
            <p:nvPr/>
          </p:nvSpPr>
          <p:spPr>
            <a:xfrm>
              <a:off x="1112996" y="5275421"/>
              <a:ext cx="450533" cy="450533"/>
            </a:xfrm>
            <a:prstGeom prst="rect">
              <a:avLst/>
            </a:prstGeom>
            <a:solidFill>
              <a:srgbClr val="111827">
                <a:alpha val="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111827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0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0" name="input-r9-c3">
              <a:extLst>
                <a:ext uri="{FF2B5EF4-FFF2-40B4-BE49-F238E27FC236}">
                  <a16:creationId xmlns:a16="http://schemas.microsoft.com/office/drawing/2014/main" id="{3C0622B7-B46F-2B96-081A-95121369661C}"/>
                </a:ext>
              </a:extLst>
            </p:cNvPr>
            <p:cNvSpPr/>
            <p:nvPr/>
          </p:nvSpPr>
          <p:spPr>
            <a:xfrm>
              <a:off x="1560671" y="5275421"/>
              <a:ext cx="450533" cy="450533"/>
            </a:xfrm>
            <a:prstGeom prst="rect">
              <a:avLst/>
            </a:prstGeom>
            <a:solidFill>
              <a:srgbClr val="111827">
                <a:alpha val="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111827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0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1" name="input-r9-c4">
              <a:extLst>
                <a:ext uri="{FF2B5EF4-FFF2-40B4-BE49-F238E27FC236}">
                  <a16:creationId xmlns:a16="http://schemas.microsoft.com/office/drawing/2014/main" id="{0D8B9D4D-B1B3-4EF2-8BD9-72FBC1E222D6}"/>
                </a:ext>
              </a:extLst>
            </p:cNvPr>
            <p:cNvSpPr/>
            <p:nvPr/>
          </p:nvSpPr>
          <p:spPr>
            <a:xfrm>
              <a:off x="2008346" y="5275421"/>
              <a:ext cx="450533" cy="450533"/>
            </a:xfrm>
            <a:prstGeom prst="rect">
              <a:avLst/>
            </a:prstGeom>
            <a:solidFill>
              <a:srgbClr val="111827">
                <a:alpha val="8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8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2" name="input-r9-c5">
              <a:extLst>
                <a:ext uri="{FF2B5EF4-FFF2-40B4-BE49-F238E27FC236}">
                  <a16:creationId xmlns:a16="http://schemas.microsoft.com/office/drawing/2014/main" id="{03D29D7F-7B2C-24E3-B88D-80DAE4A36E16}"/>
                </a:ext>
              </a:extLst>
            </p:cNvPr>
            <p:cNvSpPr/>
            <p:nvPr/>
          </p:nvSpPr>
          <p:spPr>
            <a:xfrm>
              <a:off x="2456021" y="5275421"/>
              <a:ext cx="450533" cy="450533"/>
            </a:xfrm>
            <a:prstGeom prst="rect">
              <a:avLst/>
            </a:prstGeom>
            <a:solidFill>
              <a:srgbClr val="111827">
                <a:alpha val="8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8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3" name="input-r9-c6">
              <a:extLst>
                <a:ext uri="{FF2B5EF4-FFF2-40B4-BE49-F238E27FC236}">
                  <a16:creationId xmlns:a16="http://schemas.microsoft.com/office/drawing/2014/main" id="{830FD601-8EA0-B67E-8C16-572A180B6E25}"/>
                </a:ext>
              </a:extLst>
            </p:cNvPr>
            <p:cNvSpPr/>
            <p:nvPr/>
          </p:nvSpPr>
          <p:spPr>
            <a:xfrm>
              <a:off x="2903696" y="5275421"/>
              <a:ext cx="450533" cy="450533"/>
            </a:xfrm>
            <a:prstGeom prst="rect">
              <a:avLst/>
            </a:prstGeom>
            <a:solidFill>
              <a:srgbClr val="111827">
                <a:alpha val="8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8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4" name="input-r9-c7">
              <a:extLst>
                <a:ext uri="{FF2B5EF4-FFF2-40B4-BE49-F238E27FC236}">
                  <a16:creationId xmlns:a16="http://schemas.microsoft.com/office/drawing/2014/main" id="{AE4F68F1-F36D-23D6-AD50-1B676BD5D0B3}"/>
                </a:ext>
              </a:extLst>
            </p:cNvPr>
            <p:cNvSpPr/>
            <p:nvPr/>
          </p:nvSpPr>
          <p:spPr>
            <a:xfrm>
              <a:off x="3351371" y="5275421"/>
              <a:ext cx="450533" cy="450533"/>
            </a:xfrm>
            <a:prstGeom prst="rect">
              <a:avLst/>
            </a:prstGeom>
            <a:solidFill>
              <a:srgbClr val="111827">
                <a:alpha val="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111827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0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5" name="input-r9-c8">
              <a:extLst>
                <a:ext uri="{FF2B5EF4-FFF2-40B4-BE49-F238E27FC236}">
                  <a16:creationId xmlns:a16="http://schemas.microsoft.com/office/drawing/2014/main" id="{41203206-644D-563E-C417-AFC7B96BF3BB}"/>
                </a:ext>
              </a:extLst>
            </p:cNvPr>
            <p:cNvSpPr/>
            <p:nvPr/>
          </p:nvSpPr>
          <p:spPr>
            <a:xfrm>
              <a:off x="3799046" y="5275421"/>
              <a:ext cx="450533" cy="450533"/>
            </a:xfrm>
            <a:prstGeom prst="rect">
              <a:avLst/>
            </a:prstGeom>
            <a:solidFill>
              <a:srgbClr val="111827">
                <a:alpha val="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111827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0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6" name="input-r9-c9">
              <a:extLst>
                <a:ext uri="{FF2B5EF4-FFF2-40B4-BE49-F238E27FC236}">
                  <a16:creationId xmlns:a16="http://schemas.microsoft.com/office/drawing/2014/main" id="{0797090C-2ED3-821E-B6EE-2029630BAC2C}"/>
                </a:ext>
              </a:extLst>
            </p:cNvPr>
            <p:cNvSpPr/>
            <p:nvPr/>
          </p:nvSpPr>
          <p:spPr>
            <a:xfrm>
              <a:off x="4246721" y="5275421"/>
              <a:ext cx="450533" cy="450533"/>
            </a:xfrm>
            <a:prstGeom prst="rect">
              <a:avLst/>
            </a:prstGeom>
            <a:solidFill>
              <a:srgbClr val="111827">
                <a:alpha val="2000"/>
              </a:srgbClr>
            </a:solidFill>
            <a:ln w="9525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 lIns="9525" tIns="9525" rIns="9525" bIns="9525" anchor="ctr">
              <a:noAutofit/>
            </a:bodyPr>
            <a:lstStyle/>
            <a:p>
              <a:pPr algn="ctr"/>
              <a:r>
                <a:rPr sz="1600" b="1">
                  <a:solidFill>
                    <a:srgbClr val="111827"/>
                  </a:solidFill>
                  <a:latin typeface="Arial" panose="020B0604020202020204" pitchFamily="34" charset="0"/>
                  <a:ea typeface="Apple SD Gothic Neo"/>
                  <a:cs typeface="Arial" panose="020B0604020202020204" pitchFamily="34" charset="0"/>
                </a:rPr>
                <a:t>0</a:t>
              </a:r>
              <a:endParaRPr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06251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ED94C-5A36-28B8-164C-9108C6C9C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내용 개체 틀 15">
            <a:extLst>
              <a:ext uri="{FF2B5EF4-FFF2-40B4-BE49-F238E27FC236}">
                <a16:creationId xmlns:a16="http://schemas.microsoft.com/office/drawing/2014/main" id="{5C8997CF-A270-7CF7-B07B-29B4BE73F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827" y="1151467"/>
            <a:ext cx="11440697" cy="5249538"/>
          </a:xfrm>
        </p:spPr>
        <p:txBody>
          <a:bodyPr/>
          <a:lstStyle/>
          <a:p>
            <a:r>
              <a:rPr lang="en-US" altLang="ko-KR" dirty="0"/>
              <a:t>CNN – convolution filter</a:t>
            </a:r>
            <a:endParaRPr lang="ko-KR" altLang="en-US" dirty="0"/>
          </a:p>
          <a:p>
            <a:pPr lvl="1"/>
            <a:endParaRPr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04319E9-EAE0-3FB9-E81E-41FA712A4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913" y="118633"/>
            <a:ext cx="11404650" cy="753795"/>
          </a:xfrm>
        </p:spPr>
        <p:txBody>
          <a:bodyPr/>
          <a:lstStyle/>
          <a:p>
            <a:r>
              <a:rPr lang="en-US" altLang="ko-KR" dirty="0"/>
              <a:t>Recap : CNN and RNN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5E4278-8CC0-E0F7-792A-7272286FADB2}"/>
              </a:ext>
            </a:extLst>
          </p:cNvPr>
          <p:cNvSpPr txBox="1"/>
          <p:nvPr/>
        </p:nvSpPr>
        <p:spPr>
          <a:xfrm>
            <a:off x="10153381" y="226214"/>
            <a:ext cx="1787669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r"/>
            <a:r>
              <a:rPr kumimoji="1" lang="en-US" altLang="ko-K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NanumSquareOTF ExtraBold" panose="020B0600000101010101" pitchFamily="34" charset="-127"/>
                <a:cs typeface="Pretendard ExtraBold" panose="02000503000000020004" pitchFamily="2" charset="-127"/>
              </a:rPr>
              <a:t>1. Introduction</a:t>
            </a:r>
          </a:p>
        </p:txBody>
      </p:sp>
      <p:sp>
        <p:nvSpPr>
          <p:cNvPr id="308" name="오른쪽 화살표[R] 307">
            <a:extLst>
              <a:ext uri="{FF2B5EF4-FFF2-40B4-BE49-F238E27FC236}">
                <a16:creationId xmlns:a16="http://schemas.microsoft.com/office/drawing/2014/main" id="{77EEE746-300F-1C53-3C1D-7EBB338261F1}"/>
              </a:ext>
            </a:extLst>
          </p:cNvPr>
          <p:cNvSpPr/>
          <p:nvPr/>
        </p:nvSpPr>
        <p:spPr>
          <a:xfrm>
            <a:off x="4404816" y="3620216"/>
            <a:ext cx="3567244" cy="984392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Avenir Book" panose="02000503020000020003" pitchFamily="2" charset="0"/>
            </a:endParaRP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06FECDFA-BE81-8B62-5364-EE559D1A1D9C}"/>
              </a:ext>
            </a:extLst>
          </p:cNvPr>
          <p:cNvSpPr txBox="1"/>
          <p:nvPr/>
        </p:nvSpPr>
        <p:spPr>
          <a:xfrm>
            <a:off x="5209857" y="2551160"/>
            <a:ext cx="17722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dirty="0">
                <a:latin typeface="Arial" panose="020B0604020202020204" pitchFamily="34" charset="0"/>
                <a:cs typeface="Arial" panose="020B0604020202020204" pitchFamily="34" charset="0"/>
              </a:rPr>
              <a:t>filter</a:t>
            </a:r>
            <a:endParaRPr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0" name="TextBox 309">
            <a:extLst>
              <a:ext uri="{FF2B5EF4-FFF2-40B4-BE49-F238E27FC236}">
                <a16:creationId xmlns:a16="http://schemas.microsoft.com/office/drawing/2014/main" id="{FE270CB7-67CE-68D5-B409-A01065512082}"/>
              </a:ext>
            </a:extLst>
          </p:cNvPr>
          <p:cNvSpPr txBox="1"/>
          <p:nvPr/>
        </p:nvSpPr>
        <p:spPr>
          <a:xfrm>
            <a:off x="1505750" y="2320329"/>
            <a:ext cx="17722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dirty="0"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  <a:endParaRPr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6ED0C6A3-3120-9F0D-DFA0-73D4F90B3249}"/>
              </a:ext>
            </a:extLst>
          </p:cNvPr>
          <p:cNvSpPr txBox="1"/>
          <p:nvPr/>
        </p:nvSpPr>
        <p:spPr>
          <a:xfrm>
            <a:off x="8831181" y="2320328"/>
            <a:ext cx="21444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dirty="0"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  <a:endParaRPr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12" name="그림 311">
            <a:extLst>
              <a:ext uri="{FF2B5EF4-FFF2-40B4-BE49-F238E27FC236}">
                <a16:creationId xmlns:a16="http://schemas.microsoft.com/office/drawing/2014/main" id="{C8A5D6E9-6DC7-4AAF-1160-FE6A68AD18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44" y="2845310"/>
            <a:ext cx="3656098" cy="2473243"/>
          </a:xfrm>
          <a:prstGeom prst="rect">
            <a:avLst/>
          </a:prstGeom>
        </p:spPr>
      </p:pic>
      <p:pic>
        <p:nvPicPr>
          <p:cNvPr id="313" name="그림 312">
            <a:extLst>
              <a:ext uri="{FF2B5EF4-FFF2-40B4-BE49-F238E27FC236}">
                <a16:creationId xmlns:a16="http://schemas.microsoft.com/office/drawing/2014/main" id="{5B3999FE-CAD3-6B46-F779-CFEC46A2D9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2535" y="2846554"/>
            <a:ext cx="3641760" cy="2458905"/>
          </a:xfrm>
          <a:prstGeom prst="rect">
            <a:avLst/>
          </a:prstGeom>
        </p:spPr>
      </p:pic>
      <p:sp>
        <p:nvSpPr>
          <p:cNvPr id="327" name="TextBox 326">
            <a:extLst>
              <a:ext uri="{FF2B5EF4-FFF2-40B4-BE49-F238E27FC236}">
                <a16:creationId xmlns:a16="http://schemas.microsoft.com/office/drawing/2014/main" id="{C6A48E71-3E1B-6E0A-CD62-80C2402E0CC2}"/>
              </a:ext>
            </a:extLst>
          </p:cNvPr>
          <p:cNvSpPr txBox="1"/>
          <p:nvPr/>
        </p:nvSpPr>
        <p:spPr>
          <a:xfrm>
            <a:off x="48251" y="6231728"/>
            <a:ext cx="1181831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chemeClr val="bg2">
                    <a:lumMod val="90000"/>
                  </a:schemeClr>
                </a:solidFill>
                <a:latin typeface="Avenir Book" panose="02000503020000020003" pitchFamily="2" charset="0"/>
                <a:cs typeface="Arial" panose="020B0604020202020204" pitchFamily="34" charset="0"/>
              </a:rPr>
              <a:t>[screenshot] Victor Powell - </a:t>
            </a:r>
            <a:r>
              <a:rPr lang="en-US" altLang="ko-KR" sz="1600" dirty="0">
                <a:solidFill>
                  <a:schemeClr val="bg2">
                    <a:lumMod val="90000"/>
                  </a:schemeClr>
                </a:solidFill>
                <a:latin typeface="Avenir Book" panose="02000503020000020003" pitchFamily="2" charset="0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Image Kernels explained visually</a:t>
            </a:r>
            <a:r>
              <a:rPr lang="en-US" altLang="ko-KR" sz="1600" dirty="0">
                <a:solidFill>
                  <a:schemeClr val="bg2">
                    <a:lumMod val="90000"/>
                  </a:schemeClr>
                </a:solidFill>
                <a:latin typeface="Avenir Book" panose="02000503020000020003" pitchFamily="2" charset="0"/>
                <a:cs typeface="Arial" panose="020B0604020202020204" pitchFamily="34" charset="0"/>
              </a:rPr>
              <a:t>. Accessed: 2026-09-04.</a:t>
            </a:r>
            <a:endParaRPr lang="ko-KR" altLang="en-US" sz="1100" dirty="0">
              <a:solidFill>
                <a:schemeClr val="bg2">
                  <a:lumMod val="90000"/>
                </a:schemeClr>
              </a:solidFill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AFD16548-E733-F303-3987-F050967F865B}"/>
              </a:ext>
            </a:extLst>
          </p:cNvPr>
          <p:cNvGrpSpPr/>
          <p:nvPr/>
        </p:nvGrpSpPr>
        <p:grpSpPr>
          <a:xfrm>
            <a:off x="5289177" y="3260153"/>
            <a:ext cx="1620000" cy="1620000"/>
            <a:chOff x="5296391" y="3279348"/>
            <a:chExt cx="1620000" cy="1620000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107309F5-0272-9C27-80C2-6E07EE1E4923}"/>
                </a:ext>
              </a:extLst>
            </p:cNvPr>
            <p:cNvGrpSpPr/>
            <p:nvPr/>
          </p:nvGrpSpPr>
          <p:grpSpPr>
            <a:xfrm>
              <a:off x="5296391" y="3279348"/>
              <a:ext cx="1620000" cy="1620000"/>
              <a:chOff x="5211128" y="2791778"/>
              <a:chExt cx="1807845" cy="1807845"/>
            </a:xfrm>
          </p:grpSpPr>
          <p:sp>
            <p:nvSpPr>
              <p:cNvPr id="7" name="kernel-r1-c1">
                <a:extLst>
                  <a:ext uri="{FF2B5EF4-FFF2-40B4-BE49-F238E27FC236}">
                    <a16:creationId xmlns:a16="http://schemas.microsoft.com/office/drawing/2014/main" id="{2AE378E2-C7D6-8CB6-2F90-134639F5376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211128" y="2791778"/>
                <a:ext cx="607695" cy="60769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4">
                    <a:lumMod val="60000"/>
                    <a:lumOff val="40000"/>
                    <a:alpha val="28000"/>
                  </a:schemeClr>
                </a:solidFill>
                <a:prstDash val="solid"/>
              </a:ln>
            </p:spPr>
            <p:txBody>
              <a:bodyPr lIns="9525" tIns="9525" rIns="9525" bIns="9525" anchor="ctr">
                <a:normAutofit/>
              </a:bodyPr>
              <a:lstStyle/>
              <a:p>
                <a:pPr algn="ctr">
                  <a:defRPr sz="1725" b="1">
                    <a:solidFill>
                      <a:srgbClr val="246BFD"/>
                    </a:solidFill>
                    <a:latin typeface="Apple SD Gothic Neo"/>
                    <a:ea typeface="Apple SD Gothic Neo"/>
                    <a:cs typeface="Apple SD Gothic Neo"/>
                  </a:defRPr>
                </a:pPr>
                <a:r>
                  <a:rPr lang="ko-KR" altLang="en-US" b="1" dirty="0">
                    <a:solidFill>
                      <a:srgbClr val="246BFD"/>
                    </a:solidFill>
                    <a:latin typeface="Arial" panose="020B0604020202020204" pitchFamily="34" charset="0"/>
                    <a:ea typeface="Apple SD Gothic Neo"/>
                    <a:cs typeface="Arial" panose="020B0604020202020204" pitchFamily="34" charset="0"/>
                  </a:rPr>
                  <a:t>−</a:t>
                </a:r>
                <a:r>
                  <a:rPr lang="en-US" altLang="ko-KR" b="1" dirty="0">
                    <a:solidFill>
                      <a:srgbClr val="246BFD"/>
                    </a:solidFill>
                    <a:latin typeface="Arial" panose="020B0604020202020204" pitchFamily="34" charset="0"/>
                    <a:ea typeface="Apple SD Gothic Neo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8" name="kernel-r1-c2">
                <a:extLst>
                  <a:ext uri="{FF2B5EF4-FFF2-40B4-BE49-F238E27FC236}">
                    <a16:creationId xmlns:a16="http://schemas.microsoft.com/office/drawing/2014/main" id="{F66C4CEB-9416-49F6-0219-45D5C86CAB9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811203" y="2791778"/>
                <a:ext cx="607695" cy="60769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4">
                    <a:lumMod val="60000"/>
                    <a:lumOff val="40000"/>
                    <a:alpha val="28000"/>
                  </a:schemeClr>
                </a:solidFill>
                <a:prstDash val="solid"/>
              </a:ln>
            </p:spPr>
            <p:txBody>
              <a:bodyPr lIns="9525" tIns="9525" rIns="9525" bIns="9525" anchor="ctr">
                <a:normAutofit/>
              </a:bodyPr>
              <a:lstStyle/>
              <a:p>
                <a:pPr algn="ctr">
                  <a:defRPr sz="1725" b="1">
                    <a:solidFill>
                      <a:srgbClr val="246BFD"/>
                    </a:solidFill>
                    <a:latin typeface="Apple SD Gothic Neo"/>
                    <a:ea typeface="Apple SD Gothic Neo"/>
                    <a:cs typeface="Apple SD Gothic Neo"/>
                  </a:defRPr>
                </a:pPr>
                <a:r>
                  <a:rPr b="1" dirty="0">
                    <a:solidFill>
                      <a:srgbClr val="246BFD"/>
                    </a:solidFill>
                    <a:latin typeface="Arial" panose="020B0604020202020204" pitchFamily="34" charset="0"/>
                    <a:ea typeface="Apple SD Gothic Neo"/>
                    <a:cs typeface="Arial" panose="020B0604020202020204" pitchFamily="34" charset="0"/>
                  </a:rPr>
                  <a:t>−1</a:t>
                </a:r>
              </a:p>
            </p:txBody>
          </p:sp>
          <p:sp>
            <p:nvSpPr>
              <p:cNvPr id="9" name="kernel-r1-c3">
                <a:extLst>
                  <a:ext uri="{FF2B5EF4-FFF2-40B4-BE49-F238E27FC236}">
                    <a16:creationId xmlns:a16="http://schemas.microsoft.com/office/drawing/2014/main" id="{B5CF00F0-E3D1-EF09-25F6-CAA51A48643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411278" y="2791778"/>
                <a:ext cx="607695" cy="60769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4">
                    <a:lumMod val="60000"/>
                    <a:lumOff val="40000"/>
                    <a:alpha val="28000"/>
                  </a:schemeClr>
                </a:solidFill>
                <a:prstDash val="solid"/>
              </a:ln>
            </p:spPr>
            <p:txBody>
              <a:bodyPr lIns="9525" tIns="9525" rIns="9525" bIns="9525" anchor="ctr">
                <a:normAutofit/>
              </a:bodyPr>
              <a:lstStyle/>
              <a:p>
                <a:pPr algn="ctr">
                  <a:defRPr sz="1725" b="1">
                    <a:solidFill>
                      <a:srgbClr val="246BFD"/>
                    </a:solidFill>
                    <a:latin typeface="Apple SD Gothic Neo"/>
                    <a:ea typeface="Apple SD Gothic Neo"/>
                    <a:cs typeface="Apple SD Gothic Neo"/>
                  </a:defRPr>
                </a:pPr>
                <a:r>
                  <a:rPr b="1" dirty="0">
                    <a:solidFill>
                      <a:srgbClr val="246BFD"/>
                    </a:solidFill>
                    <a:latin typeface="Arial" panose="020B0604020202020204" pitchFamily="34" charset="0"/>
                    <a:ea typeface="Apple SD Gothic Neo"/>
                    <a:cs typeface="Arial" panose="020B0604020202020204" pitchFamily="34" charset="0"/>
                  </a:rPr>
                  <a:t>−1</a:t>
                </a:r>
              </a:p>
            </p:txBody>
          </p:sp>
          <p:sp>
            <p:nvSpPr>
              <p:cNvPr id="10" name="kernel-r2-c1">
                <a:extLst>
                  <a:ext uri="{FF2B5EF4-FFF2-40B4-BE49-F238E27FC236}">
                    <a16:creationId xmlns:a16="http://schemas.microsoft.com/office/drawing/2014/main" id="{A1372E8B-6298-2C8D-BAA5-F4447B04433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211128" y="3391853"/>
                <a:ext cx="607695" cy="60769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4">
                    <a:lumMod val="60000"/>
                    <a:lumOff val="40000"/>
                    <a:alpha val="28000"/>
                  </a:schemeClr>
                </a:solidFill>
                <a:prstDash val="solid"/>
              </a:ln>
            </p:spPr>
            <p:txBody>
              <a:bodyPr lIns="9525" tIns="9525" rIns="9525" bIns="9525" anchor="ctr">
                <a:normAutofit/>
              </a:bodyPr>
              <a:lstStyle/>
              <a:p>
                <a:pPr algn="ctr">
                  <a:defRPr sz="1725" b="1">
                    <a:solidFill>
                      <a:srgbClr val="246BFD"/>
                    </a:solidFill>
                    <a:latin typeface="Apple SD Gothic Neo"/>
                    <a:ea typeface="Apple SD Gothic Neo"/>
                    <a:cs typeface="Apple SD Gothic Neo"/>
                  </a:defRPr>
                </a:pPr>
                <a:r>
                  <a:rPr b="1">
                    <a:solidFill>
                      <a:srgbClr val="246BFD"/>
                    </a:solidFill>
                    <a:latin typeface="Arial" panose="020B0604020202020204" pitchFamily="34" charset="0"/>
                    <a:ea typeface="Apple SD Gothic Neo"/>
                    <a:cs typeface="Arial" panose="020B0604020202020204" pitchFamily="34" charset="0"/>
                  </a:rPr>
                  <a:t>−1</a:t>
                </a:r>
              </a:p>
            </p:txBody>
          </p:sp>
          <p:sp>
            <p:nvSpPr>
              <p:cNvPr id="11" name="kernel-r2-c2">
                <a:extLst>
                  <a:ext uri="{FF2B5EF4-FFF2-40B4-BE49-F238E27FC236}">
                    <a16:creationId xmlns:a16="http://schemas.microsoft.com/office/drawing/2014/main" id="{FB9FF4B0-B7B1-6C4C-9A40-C572C127BA0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811203" y="3391853"/>
                <a:ext cx="607695" cy="607695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  <a:alpha val="92000"/>
                </a:schemeClr>
              </a:solidFill>
              <a:ln w="9525">
                <a:solidFill>
                  <a:schemeClr val="accent4">
                    <a:lumMod val="60000"/>
                    <a:lumOff val="40000"/>
                    <a:alpha val="28000"/>
                  </a:schemeClr>
                </a:solidFill>
                <a:prstDash val="solid"/>
              </a:ln>
            </p:spPr>
            <p:txBody>
              <a:bodyPr lIns="9525" tIns="9525" rIns="9525" bIns="9525" anchor="ctr">
                <a:normAutofit/>
              </a:bodyPr>
              <a:lstStyle/>
              <a:p>
                <a:pPr algn="ctr">
                  <a:defRPr sz="1725" b="1">
                    <a:solidFill>
                      <a:srgbClr val="FFFFFF"/>
                    </a:solidFill>
                    <a:latin typeface="Apple SD Gothic Neo"/>
                    <a:ea typeface="Apple SD Gothic Neo"/>
                    <a:cs typeface="Apple SD Gothic Neo"/>
                  </a:defRPr>
                </a:pPr>
                <a:r>
                  <a:rPr b="1" dirty="0">
                    <a:solidFill>
                      <a:srgbClr val="FFFFFF"/>
                    </a:solidFill>
                    <a:latin typeface="Arial" panose="020B0604020202020204" pitchFamily="34" charset="0"/>
                    <a:ea typeface="Apple SD Gothic Neo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12" name="kernel-r2-c3">
                <a:extLst>
                  <a:ext uri="{FF2B5EF4-FFF2-40B4-BE49-F238E27FC236}">
                    <a16:creationId xmlns:a16="http://schemas.microsoft.com/office/drawing/2014/main" id="{0FE53CE9-A9BE-3260-626B-74BD398CCB3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411278" y="3391853"/>
                <a:ext cx="607695" cy="60769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4">
                    <a:lumMod val="60000"/>
                    <a:lumOff val="40000"/>
                    <a:alpha val="28000"/>
                  </a:schemeClr>
                </a:solidFill>
                <a:prstDash val="solid"/>
              </a:ln>
            </p:spPr>
            <p:txBody>
              <a:bodyPr lIns="9525" tIns="9525" rIns="9525" bIns="9525" anchor="ctr">
                <a:normAutofit/>
              </a:bodyPr>
              <a:lstStyle/>
              <a:p>
                <a:pPr algn="ctr">
                  <a:defRPr sz="1725" b="1">
                    <a:solidFill>
                      <a:srgbClr val="246BFD"/>
                    </a:solidFill>
                    <a:latin typeface="Apple SD Gothic Neo"/>
                    <a:ea typeface="Apple SD Gothic Neo"/>
                    <a:cs typeface="Apple SD Gothic Neo"/>
                  </a:defRPr>
                </a:pPr>
                <a:r>
                  <a:rPr b="1" dirty="0">
                    <a:solidFill>
                      <a:srgbClr val="246BFD"/>
                    </a:solidFill>
                    <a:latin typeface="Arial" panose="020B0604020202020204" pitchFamily="34" charset="0"/>
                    <a:ea typeface="Apple SD Gothic Neo"/>
                    <a:cs typeface="Arial" panose="020B0604020202020204" pitchFamily="34" charset="0"/>
                  </a:rPr>
                  <a:t>−1</a:t>
                </a:r>
              </a:p>
            </p:txBody>
          </p:sp>
          <p:sp>
            <p:nvSpPr>
              <p:cNvPr id="13" name="kernel-r3-c1">
                <a:extLst>
                  <a:ext uri="{FF2B5EF4-FFF2-40B4-BE49-F238E27FC236}">
                    <a16:creationId xmlns:a16="http://schemas.microsoft.com/office/drawing/2014/main" id="{88DCE876-D864-8F15-D8FB-0884B2D3568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211128" y="3991928"/>
                <a:ext cx="607695" cy="60769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4">
                    <a:lumMod val="60000"/>
                    <a:lumOff val="40000"/>
                    <a:alpha val="28000"/>
                  </a:schemeClr>
                </a:solidFill>
                <a:prstDash val="solid"/>
              </a:ln>
            </p:spPr>
            <p:txBody>
              <a:bodyPr lIns="9525" tIns="9525" rIns="9525" bIns="9525" anchor="ctr">
                <a:normAutofit/>
              </a:bodyPr>
              <a:lstStyle/>
              <a:p>
                <a:pPr algn="ctr">
                  <a:defRPr sz="1725" b="1">
                    <a:solidFill>
                      <a:srgbClr val="246BFD"/>
                    </a:solidFill>
                    <a:latin typeface="Apple SD Gothic Neo"/>
                    <a:ea typeface="Apple SD Gothic Neo"/>
                    <a:cs typeface="Apple SD Gothic Neo"/>
                  </a:defRPr>
                </a:pPr>
                <a:r>
                  <a:rPr b="1">
                    <a:solidFill>
                      <a:srgbClr val="246BFD"/>
                    </a:solidFill>
                    <a:latin typeface="Arial" panose="020B0604020202020204" pitchFamily="34" charset="0"/>
                    <a:ea typeface="Apple SD Gothic Neo"/>
                    <a:cs typeface="Arial" panose="020B0604020202020204" pitchFamily="34" charset="0"/>
                  </a:rPr>
                  <a:t>−1</a:t>
                </a:r>
              </a:p>
            </p:txBody>
          </p:sp>
          <p:sp>
            <p:nvSpPr>
              <p:cNvPr id="14" name="kernel-r3-c2">
                <a:extLst>
                  <a:ext uri="{FF2B5EF4-FFF2-40B4-BE49-F238E27FC236}">
                    <a16:creationId xmlns:a16="http://schemas.microsoft.com/office/drawing/2014/main" id="{CE9191B9-8C1B-631E-172B-6F282D4488E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811203" y="3991928"/>
                <a:ext cx="607695" cy="60769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4">
                    <a:lumMod val="60000"/>
                    <a:lumOff val="40000"/>
                    <a:alpha val="28000"/>
                  </a:schemeClr>
                </a:solidFill>
                <a:prstDash val="solid"/>
              </a:ln>
            </p:spPr>
            <p:txBody>
              <a:bodyPr lIns="9525" tIns="9525" rIns="9525" bIns="9525" anchor="ctr">
                <a:normAutofit/>
              </a:bodyPr>
              <a:lstStyle/>
              <a:p>
                <a:pPr algn="ctr">
                  <a:defRPr sz="1725" b="1">
                    <a:solidFill>
                      <a:srgbClr val="246BFD"/>
                    </a:solidFill>
                    <a:latin typeface="Apple SD Gothic Neo"/>
                    <a:ea typeface="Apple SD Gothic Neo"/>
                    <a:cs typeface="Apple SD Gothic Neo"/>
                  </a:defRPr>
                </a:pPr>
                <a:r>
                  <a:rPr b="1" dirty="0">
                    <a:solidFill>
                      <a:srgbClr val="246BFD"/>
                    </a:solidFill>
                    <a:latin typeface="Arial" panose="020B0604020202020204" pitchFamily="34" charset="0"/>
                    <a:ea typeface="Apple SD Gothic Neo"/>
                    <a:cs typeface="Arial" panose="020B0604020202020204" pitchFamily="34" charset="0"/>
                  </a:rPr>
                  <a:t>−1</a:t>
                </a:r>
              </a:p>
            </p:txBody>
          </p:sp>
          <p:sp>
            <p:nvSpPr>
              <p:cNvPr id="15" name="kernel-r3-c3">
                <a:extLst>
                  <a:ext uri="{FF2B5EF4-FFF2-40B4-BE49-F238E27FC236}">
                    <a16:creationId xmlns:a16="http://schemas.microsoft.com/office/drawing/2014/main" id="{46CD8276-F32C-7835-2A28-5B7E4E6F78D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411278" y="3991928"/>
                <a:ext cx="607695" cy="60769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4">
                    <a:lumMod val="60000"/>
                    <a:lumOff val="40000"/>
                    <a:alpha val="28000"/>
                  </a:schemeClr>
                </a:solidFill>
                <a:prstDash val="solid"/>
              </a:ln>
            </p:spPr>
            <p:txBody>
              <a:bodyPr lIns="9525" tIns="9525" rIns="9525" bIns="9525" anchor="ctr">
                <a:normAutofit/>
              </a:bodyPr>
              <a:lstStyle/>
              <a:p>
                <a:pPr algn="ctr">
                  <a:defRPr sz="1725" b="1">
                    <a:solidFill>
                      <a:srgbClr val="246BFD"/>
                    </a:solidFill>
                    <a:latin typeface="Apple SD Gothic Neo"/>
                    <a:ea typeface="Apple SD Gothic Neo"/>
                    <a:cs typeface="Apple SD Gothic Neo"/>
                  </a:defRPr>
                </a:pPr>
                <a:r>
                  <a:rPr b="1">
                    <a:solidFill>
                      <a:srgbClr val="246BFD"/>
                    </a:solidFill>
                    <a:latin typeface="Arial" panose="020B0604020202020204" pitchFamily="34" charset="0"/>
                    <a:ea typeface="Apple SD Gothic Neo"/>
                    <a:cs typeface="Arial" panose="020B0604020202020204" pitchFamily="34" charset="0"/>
                  </a:rPr>
                  <a:t>−1</a:t>
                </a:r>
              </a:p>
            </p:txBody>
          </p:sp>
        </p:grp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48775ECD-6995-2367-541D-5EC126673584}"/>
                </a:ext>
              </a:extLst>
            </p:cNvPr>
            <p:cNvSpPr/>
            <p:nvPr/>
          </p:nvSpPr>
          <p:spPr>
            <a:xfrm>
              <a:off x="5299568" y="3282525"/>
              <a:ext cx="1613647" cy="1613647"/>
            </a:xfrm>
            <a:prstGeom prst="rect">
              <a:avLst/>
            </a:prstGeom>
            <a:no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6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03345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C0AB5-8002-A2CA-D09A-CE08CB0A0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내용 개체 틀 15">
            <a:extLst>
              <a:ext uri="{FF2B5EF4-FFF2-40B4-BE49-F238E27FC236}">
                <a16:creationId xmlns:a16="http://schemas.microsoft.com/office/drawing/2014/main" id="{33644F3C-95EE-1C85-CB2D-0FC040BA6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827" y="1151467"/>
            <a:ext cx="11440697" cy="5249538"/>
          </a:xfrm>
        </p:spPr>
        <p:txBody>
          <a:bodyPr/>
          <a:lstStyle/>
          <a:p>
            <a:r>
              <a:rPr lang="en-US" altLang="ko-KR" dirty="0"/>
              <a:t>CNN – convolution filter</a:t>
            </a:r>
            <a:endParaRPr lang="ko-KR" altLang="en-US" dirty="0"/>
          </a:p>
          <a:p>
            <a:pPr lvl="1"/>
            <a:endParaRPr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5BF47A7-5C44-DC00-4772-2CB08F8D4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913" y="118633"/>
            <a:ext cx="11404650" cy="753795"/>
          </a:xfrm>
        </p:spPr>
        <p:txBody>
          <a:bodyPr/>
          <a:lstStyle/>
          <a:p>
            <a:r>
              <a:rPr lang="en-US" altLang="ko-KR" dirty="0"/>
              <a:t>Recap : CNN and RNN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FAE566-F371-879F-ACE9-F9B6FEA9D4F1}"/>
              </a:ext>
            </a:extLst>
          </p:cNvPr>
          <p:cNvSpPr txBox="1"/>
          <p:nvPr/>
        </p:nvSpPr>
        <p:spPr>
          <a:xfrm>
            <a:off x="10153381" y="226214"/>
            <a:ext cx="1787669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r"/>
            <a:r>
              <a:rPr kumimoji="1" lang="en-US" altLang="ko-K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NanumSquareOTF ExtraBold" panose="020B0600000101010101" pitchFamily="34" charset="-127"/>
                <a:cs typeface="Pretendard ExtraBold" panose="02000503000000020004" pitchFamily="2" charset="-127"/>
              </a:rPr>
              <a:t>1. Introduction</a:t>
            </a:r>
          </a:p>
        </p:txBody>
      </p:sp>
      <p:sp>
        <p:nvSpPr>
          <p:cNvPr id="15" name="오른쪽 화살표[R] 14">
            <a:extLst>
              <a:ext uri="{FF2B5EF4-FFF2-40B4-BE49-F238E27FC236}">
                <a16:creationId xmlns:a16="http://schemas.microsoft.com/office/drawing/2014/main" id="{5A763E8B-0359-1C87-B69F-96A3B717B245}"/>
              </a:ext>
            </a:extLst>
          </p:cNvPr>
          <p:cNvSpPr/>
          <p:nvPr/>
        </p:nvSpPr>
        <p:spPr>
          <a:xfrm>
            <a:off x="4404816" y="3620216"/>
            <a:ext cx="3567244" cy="984392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Avenir Book" panose="02000503020000020003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5601CA-0459-FFEA-7110-7606C603D3AD}"/>
              </a:ext>
            </a:extLst>
          </p:cNvPr>
          <p:cNvSpPr txBox="1"/>
          <p:nvPr/>
        </p:nvSpPr>
        <p:spPr>
          <a:xfrm>
            <a:off x="5209857" y="2553838"/>
            <a:ext cx="17722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dirty="0">
                <a:latin typeface="Arial" panose="020B0604020202020204" pitchFamily="34" charset="0"/>
                <a:cs typeface="Arial" panose="020B0604020202020204" pitchFamily="34" charset="0"/>
              </a:rPr>
              <a:t>filter</a:t>
            </a:r>
            <a:endParaRPr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AE4998-FF91-471A-B938-CDE680D59ED0}"/>
              </a:ext>
            </a:extLst>
          </p:cNvPr>
          <p:cNvSpPr txBox="1"/>
          <p:nvPr/>
        </p:nvSpPr>
        <p:spPr>
          <a:xfrm>
            <a:off x="1505750" y="2320329"/>
            <a:ext cx="17722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dirty="0"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  <a:endParaRPr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9E60C05-5F4A-C437-60BA-9A7577B287B5}"/>
              </a:ext>
            </a:extLst>
          </p:cNvPr>
          <p:cNvSpPr txBox="1"/>
          <p:nvPr/>
        </p:nvSpPr>
        <p:spPr>
          <a:xfrm>
            <a:off x="8831181" y="2320328"/>
            <a:ext cx="21444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dirty="0"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  <a:endParaRPr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0BCE8293-07ED-5157-B007-AD877C54D4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44" y="2845310"/>
            <a:ext cx="3656098" cy="247324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B1893ED-683C-7F66-4DFB-3BBC59D9175C}"/>
              </a:ext>
            </a:extLst>
          </p:cNvPr>
          <p:cNvSpPr txBox="1"/>
          <p:nvPr/>
        </p:nvSpPr>
        <p:spPr>
          <a:xfrm>
            <a:off x="48251" y="6231728"/>
            <a:ext cx="1181831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chemeClr val="bg2">
                    <a:lumMod val="90000"/>
                  </a:schemeClr>
                </a:solidFill>
                <a:latin typeface="Avenir Book" panose="02000503020000020003" pitchFamily="2" charset="0"/>
                <a:cs typeface="Arial" panose="020B0604020202020204" pitchFamily="34" charset="0"/>
              </a:rPr>
              <a:t>[screenshot] Victor Powell - </a:t>
            </a:r>
            <a:r>
              <a:rPr lang="en-US" altLang="ko-KR" sz="1600" dirty="0">
                <a:solidFill>
                  <a:schemeClr val="bg2">
                    <a:lumMod val="90000"/>
                  </a:schemeClr>
                </a:solidFill>
                <a:latin typeface="Avenir Book" panose="02000503020000020003" pitchFamily="2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Image Kernels explained visually</a:t>
            </a:r>
            <a:r>
              <a:rPr lang="en-US" altLang="ko-KR" sz="1600" dirty="0">
                <a:solidFill>
                  <a:schemeClr val="bg2">
                    <a:lumMod val="90000"/>
                  </a:schemeClr>
                </a:solidFill>
                <a:latin typeface="Avenir Book" panose="02000503020000020003" pitchFamily="2" charset="0"/>
                <a:cs typeface="Arial" panose="020B0604020202020204" pitchFamily="34" charset="0"/>
              </a:rPr>
              <a:t>. Accessed: 2026-09-04.</a:t>
            </a:r>
            <a:endParaRPr lang="ko-KR" altLang="en-US" sz="1100" dirty="0">
              <a:solidFill>
                <a:schemeClr val="bg2">
                  <a:lumMod val="90000"/>
                </a:schemeClr>
              </a:solidFill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5E296CDF-880E-A9C8-8FCE-A9DF474CF85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5981"/>
          <a:stretch>
            <a:fillRect/>
          </a:stretch>
        </p:blipFill>
        <p:spPr>
          <a:xfrm>
            <a:off x="8052003" y="2857459"/>
            <a:ext cx="3665559" cy="24480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2B490720-09D8-AFF9-EF65-ACF558B0584F}"/>
              </a:ext>
            </a:extLst>
          </p:cNvPr>
          <p:cNvSpPr/>
          <p:nvPr/>
        </p:nvSpPr>
        <p:spPr>
          <a:xfrm>
            <a:off x="5292354" y="3263330"/>
            <a:ext cx="1613647" cy="1613647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6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kumimoji="1" lang="ko-KR" altLang="en-US" sz="6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4726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02ECE-7175-86C0-2F8D-D10485611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내용 개체 틀 15">
                <a:extLst>
                  <a:ext uri="{FF2B5EF4-FFF2-40B4-BE49-F238E27FC236}">
                    <a16:creationId xmlns:a16="http://schemas.microsoft.com/office/drawing/2014/main" id="{A7072D4C-6751-2F02-1D73-D4F9390ACD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9827" y="1151467"/>
                <a:ext cx="11440697" cy="5249538"/>
              </a:xfrm>
            </p:spPr>
            <p:txBody>
              <a:bodyPr/>
              <a:lstStyle/>
              <a:p>
                <a:r>
                  <a:rPr lang="en-US" altLang="ko-KR" dirty="0"/>
                  <a:t>CNN – skip connection (residual connection) </a:t>
                </a:r>
              </a:p>
              <a:p>
                <a:pPr lvl="1"/>
                <a:r>
                  <a:rPr lang="en-US" altLang="ko-KR" dirty="0"/>
                  <a:t>if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ℋ</m:t>
                    </m:r>
                    <m:d>
                      <m:d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  <m:d>
                      <m:d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ko-KR" dirty="0"/>
                  <a:t>, </a:t>
                </a:r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en-US" altLang="ko-KR" dirty="0"/>
                  <a:t> only has to learn the residual,</a:t>
                </a:r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ℋ</m:t>
                    </m:r>
                    <m:d>
                      <m:d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  – 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dirty="0"/>
                  <a:t>.</a:t>
                </a:r>
                <a:endParaRPr lang="ko-KR" altLang="en-US" dirty="0"/>
              </a:p>
              <a:p>
                <a:pPr lvl="1"/>
                <a:endParaRPr lang="en-US" altLang="ko-KR" dirty="0"/>
              </a:p>
            </p:txBody>
          </p:sp>
        </mc:Choice>
        <mc:Fallback xmlns="">
          <p:sp>
            <p:nvSpPr>
              <p:cNvPr id="16" name="내용 개체 틀 15">
                <a:extLst>
                  <a:ext uri="{FF2B5EF4-FFF2-40B4-BE49-F238E27FC236}">
                    <a16:creationId xmlns:a16="http://schemas.microsoft.com/office/drawing/2014/main" id="{A7072D4C-6751-2F02-1D73-D4F9390ACD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9827" y="1151467"/>
                <a:ext cx="11440697" cy="5249538"/>
              </a:xfrm>
              <a:blipFill>
                <a:blip r:embed="rId3"/>
                <a:stretch>
                  <a:fillRect l="-887" t="-4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제목 2">
            <a:extLst>
              <a:ext uri="{FF2B5EF4-FFF2-40B4-BE49-F238E27FC236}">
                <a16:creationId xmlns:a16="http://schemas.microsoft.com/office/drawing/2014/main" id="{E7148798-661C-0F58-7BA6-777D0EE62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913" y="118633"/>
            <a:ext cx="11404650" cy="753795"/>
          </a:xfrm>
        </p:spPr>
        <p:txBody>
          <a:bodyPr/>
          <a:lstStyle/>
          <a:p>
            <a:r>
              <a:rPr lang="en-US" altLang="ko-KR" dirty="0"/>
              <a:t>Recap : CNN and RNN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C645F3-DC31-E7A6-B398-D9BA97F6D4E1}"/>
              </a:ext>
            </a:extLst>
          </p:cNvPr>
          <p:cNvSpPr txBox="1"/>
          <p:nvPr/>
        </p:nvSpPr>
        <p:spPr>
          <a:xfrm>
            <a:off x="10153381" y="226214"/>
            <a:ext cx="1787669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r"/>
            <a:r>
              <a:rPr kumimoji="1" lang="en-US" altLang="ko-K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NanumSquareOTF ExtraBold" panose="020B0600000101010101" pitchFamily="34" charset="-127"/>
                <a:cs typeface="Pretendard ExtraBold" panose="02000503000000020004" pitchFamily="2" charset="-127"/>
              </a:rPr>
              <a:t>1. Introduction</a:t>
            </a:r>
          </a:p>
        </p:txBody>
      </p:sp>
      <p:sp>
        <p:nvSpPr>
          <p:cNvPr id="6" name="자유형 5">
            <a:extLst>
              <a:ext uri="{FF2B5EF4-FFF2-40B4-BE49-F238E27FC236}">
                <a16:creationId xmlns:a16="http://schemas.microsoft.com/office/drawing/2014/main" id="{D950F386-5664-EE11-F452-75B4BA71F448}"/>
              </a:ext>
            </a:extLst>
          </p:cNvPr>
          <p:cNvSpPr/>
          <p:nvPr/>
        </p:nvSpPr>
        <p:spPr>
          <a:xfrm>
            <a:off x="5793970" y="2970869"/>
            <a:ext cx="1698988" cy="2074957"/>
          </a:xfrm>
          <a:custGeom>
            <a:avLst/>
            <a:gdLst>
              <a:gd name="csX0" fmla="*/ 0 w 1698988"/>
              <a:gd name="csY0" fmla="*/ 13400 h 2074957"/>
              <a:gd name="csX1" fmla="*/ 689956 w 1698988"/>
              <a:gd name="csY1" fmla="*/ 38338 h 2074957"/>
              <a:gd name="csX2" fmla="*/ 1413164 w 1698988"/>
              <a:gd name="csY2" fmla="*/ 337596 h 2074957"/>
              <a:gd name="csX3" fmla="*/ 1695796 w 1698988"/>
              <a:gd name="csY3" fmla="*/ 961051 h 2074957"/>
              <a:gd name="csX4" fmla="*/ 1521229 w 1698988"/>
              <a:gd name="csY4" fmla="*/ 1717509 h 2074957"/>
              <a:gd name="csX5" fmla="*/ 1088967 w 1698988"/>
              <a:gd name="csY5" fmla="*/ 1975204 h 2074957"/>
              <a:gd name="csX6" fmla="*/ 141317 w 1698988"/>
              <a:gd name="csY6" fmla="*/ 2074957 h 20749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698988" h="2074957">
                <a:moveTo>
                  <a:pt x="0" y="13400"/>
                </a:moveTo>
                <a:cubicBezTo>
                  <a:pt x="227214" y="-1148"/>
                  <a:pt x="454429" y="-15695"/>
                  <a:pt x="689956" y="38338"/>
                </a:cubicBezTo>
                <a:cubicBezTo>
                  <a:pt x="925483" y="92371"/>
                  <a:pt x="1245524" y="183811"/>
                  <a:pt x="1413164" y="337596"/>
                </a:cubicBezTo>
                <a:cubicBezTo>
                  <a:pt x="1580804" y="491382"/>
                  <a:pt x="1677785" y="731066"/>
                  <a:pt x="1695796" y="961051"/>
                </a:cubicBezTo>
                <a:cubicBezTo>
                  <a:pt x="1713807" y="1191036"/>
                  <a:pt x="1655618" y="1531859"/>
                  <a:pt x="1521229" y="1717509"/>
                </a:cubicBezTo>
                <a:cubicBezTo>
                  <a:pt x="1386840" y="1903159"/>
                  <a:pt x="1314796" y="1914244"/>
                  <a:pt x="1088967" y="1975204"/>
                </a:cubicBezTo>
                <a:cubicBezTo>
                  <a:pt x="863138" y="2036164"/>
                  <a:pt x="468977" y="2059717"/>
                  <a:pt x="141317" y="2074957"/>
                </a:cubicBezTo>
              </a:path>
            </a:pathLst>
          </a:custGeom>
          <a:ln w="57150">
            <a:solidFill>
              <a:schemeClr val="accent5">
                <a:lumMod val="20000"/>
                <a:lumOff val="80000"/>
              </a:schemeClr>
            </a:solidFill>
            <a:tailEnd type="triangle" w="sm" len="sm"/>
          </a:ln>
          <a:effectLst>
            <a:glow rad="63500">
              <a:schemeClr val="accent5">
                <a:lumMod val="40000"/>
                <a:lumOff val="6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Avenir Book" panose="02000503020000020003" pitchFamily="2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9505E8A-F5A6-5E34-8533-07A5FDDF9F0E}"/>
              </a:ext>
            </a:extLst>
          </p:cNvPr>
          <p:cNvSpPr/>
          <p:nvPr/>
        </p:nvSpPr>
        <p:spPr>
          <a:xfrm>
            <a:off x="4718915" y="3085777"/>
            <a:ext cx="2164976" cy="153617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Avenir Book" panose="02000503020000020003" pitchFamily="2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4D31E721-AB18-D89E-AE95-02D9BC9A40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7109" y="2520332"/>
            <a:ext cx="5217781" cy="329734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21B0071-28D7-9C3C-70C7-0925D109CD5D}"/>
              </a:ext>
            </a:extLst>
          </p:cNvPr>
          <p:cNvSpPr txBox="1"/>
          <p:nvPr/>
        </p:nvSpPr>
        <p:spPr>
          <a:xfrm>
            <a:off x="48251" y="6231728"/>
            <a:ext cx="1181831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chemeClr val="bg2">
                    <a:lumMod val="90000"/>
                  </a:schemeClr>
                </a:solidFill>
                <a:latin typeface="Avenir Book" panose="02000503020000020003" pitchFamily="2" charset="0"/>
                <a:cs typeface="Arial" panose="020B0604020202020204" pitchFamily="34" charset="0"/>
              </a:rPr>
              <a:t>[figure] He, K., Zhang, X., Ren, S., &amp; Sun, J. (2016). </a:t>
            </a:r>
            <a:r>
              <a:rPr lang="en-US" altLang="ko-KR" sz="1600" dirty="0">
                <a:solidFill>
                  <a:schemeClr val="bg2">
                    <a:lumMod val="90000"/>
                  </a:schemeClr>
                </a:solidFill>
                <a:latin typeface="Avenir Book" panose="02000503020000020003" pitchFamily="2" charset="0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Deep residual learning for image recognition</a:t>
            </a:r>
            <a:r>
              <a:rPr lang="en-US" altLang="ko-KR" sz="1600" dirty="0">
                <a:solidFill>
                  <a:schemeClr val="bg2">
                    <a:lumMod val="90000"/>
                  </a:schemeClr>
                </a:solidFill>
                <a:latin typeface="Avenir Book" panose="02000503020000020003" pitchFamily="2" charset="0"/>
                <a:cs typeface="Arial" panose="020B0604020202020204" pitchFamily="34" charset="0"/>
              </a:rPr>
              <a:t>. In CVPR.</a:t>
            </a:r>
            <a:endParaRPr lang="ko-KR" altLang="en-US" sz="1100" dirty="0">
              <a:solidFill>
                <a:schemeClr val="bg2">
                  <a:lumMod val="90000"/>
                </a:schemeClr>
              </a:solidFill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4710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350C4-0268-544C-9D3A-47D29B051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내용 개체 틀 15">
            <a:extLst>
              <a:ext uri="{FF2B5EF4-FFF2-40B4-BE49-F238E27FC236}">
                <a16:creationId xmlns:a16="http://schemas.microsoft.com/office/drawing/2014/main" id="{3CF77FD1-F9D0-ED70-536E-EB2057A86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827" y="1151467"/>
            <a:ext cx="11440697" cy="5249538"/>
          </a:xfrm>
        </p:spPr>
        <p:txBody>
          <a:bodyPr/>
          <a:lstStyle/>
          <a:p>
            <a:r>
              <a:rPr lang="en-US" altLang="ko-KR" dirty="0"/>
              <a:t>RNN – backpropagation through time</a:t>
            </a:r>
            <a:r>
              <a:rPr lang="en-US" altLang="ko-KR" baseline="30000" dirty="0"/>
              <a:t> (BPTT)</a:t>
            </a:r>
            <a:endParaRPr lang="ko-KR" altLang="en-US" baseline="30000" dirty="0"/>
          </a:p>
          <a:p>
            <a:pPr lvl="1"/>
            <a:endParaRPr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974E87E-2784-A7D8-FADC-9F51BB813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913" y="118633"/>
            <a:ext cx="11404650" cy="753795"/>
          </a:xfrm>
        </p:spPr>
        <p:txBody>
          <a:bodyPr/>
          <a:lstStyle/>
          <a:p>
            <a:r>
              <a:rPr lang="en-US" altLang="ko-KR" dirty="0"/>
              <a:t>Recap : CNN and RNN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D570F0-FDD8-9D05-FCB9-E175245F4A00}"/>
              </a:ext>
            </a:extLst>
          </p:cNvPr>
          <p:cNvSpPr txBox="1"/>
          <p:nvPr/>
        </p:nvSpPr>
        <p:spPr>
          <a:xfrm>
            <a:off x="10153381" y="226214"/>
            <a:ext cx="1787669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r"/>
            <a:r>
              <a:rPr kumimoji="1" lang="en-US" altLang="ko-K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NanumSquareOTF ExtraBold" panose="020B0600000101010101" pitchFamily="34" charset="-127"/>
                <a:cs typeface="Pretendard ExtraBold" panose="02000503000000020004" pitchFamily="2" charset="-127"/>
              </a:rPr>
              <a:t>1. Introduction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5C4C8319-DB6F-0A0F-3327-E24DE6A32100}"/>
              </a:ext>
            </a:extLst>
          </p:cNvPr>
          <p:cNvSpPr/>
          <p:nvPr/>
        </p:nvSpPr>
        <p:spPr>
          <a:xfrm>
            <a:off x="6338531" y="1797911"/>
            <a:ext cx="1790683" cy="400751"/>
          </a:xfrm>
          <a:prstGeom prst="rect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Loss</a:t>
            </a:r>
            <a:endParaRPr kumimoji="1" lang="ko-KR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Google Shape;380;p22">
            <a:extLst>
              <a:ext uri="{FF2B5EF4-FFF2-40B4-BE49-F238E27FC236}">
                <a16:creationId xmlns:a16="http://schemas.microsoft.com/office/drawing/2014/main" id="{0383E56F-F086-A727-5BDD-B8EC661D1D4D}"/>
              </a:ext>
            </a:extLst>
          </p:cNvPr>
          <p:cNvSpPr/>
          <p:nvPr/>
        </p:nvSpPr>
        <p:spPr>
          <a:xfrm rot="16200000">
            <a:off x="2552254" y="4401443"/>
            <a:ext cx="1461490" cy="417040"/>
          </a:xfrm>
          <a:prstGeom prst="roundRect">
            <a:avLst>
              <a:gd name="adj" fmla="val 16667"/>
            </a:avLst>
          </a:prstGeom>
          <a:solidFill>
            <a:schemeClr val="accent4">
              <a:lumMod val="60000"/>
              <a:lumOff val="40000"/>
              <a:alpha val="10000"/>
            </a:schemeClr>
          </a:solidFill>
          <a:ln w="19050" cap="flat" cmpd="sng">
            <a:solidFill>
              <a:schemeClr val="accent4">
                <a:lumMod val="60000"/>
                <a:lumOff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914400">
              <a:buClr>
                <a:srgbClr val="000000"/>
              </a:buClr>
            </a:pPr>
            <a:endParaRPr lang="en" altLang="ko-KR" kern="0" dirty="0">
              <a:solidFill>
                <a:srgbClr val="666666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" name="Google Shape;380;p22">
            <a:extLst>
              <a:ext uri="{FF2B5EF4-FFF2-40B4-BE49-F238E27FC236}">
                <a16:creationId xmlns:a16="http://schemas.microsoft.com/office/drawing/2014/main" id="{FC7487AB-4BF0-0951-22A1-E62A7C232362}"/>
              </a:ext>
            </a:extLst>
          </p:cNvPr>
          <p:cNvSpPr/>
          <p:nvPr/>
        </p:nvSpPr>
        <p:spPr>
          <a:xfrm rot="16200000">
            <a:off x="3253877" y="4401444"/>
            <a:ext cx="1461490" cy="417040"/>
          </a:xfrm>
          <a:prstGeom prst="roundRect">
            <a:avLst>
              <a:gd name="adj" fmla="val 16667"/>
            </a:avLst>
          </a:prstGeom>
          <a:solidFill>
            <a:schemeClr val="accent4">
              <a:lumMod val="60000"/>
              <a:lumOff val="40000"/>
              <a:alpha val="10000"/>
            </a:schemeClr>
          </a:solidFill>
          <a:ln w="19050" cap="flat" cmpd="sng">
            <a:solidFill>
              <a:schemeClr val="accent4">
                <a:lumMod val="60000"/>
                <a:lumOff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914400">
              <a:buClr>
                <a:srgbClr val="000000"/>
              </a:buClr>
            </a:pPr>
            <a:endParaRPr lang="en" altLang="ko-KR" kern="0" dirty="0">
              <a:solidFill>
                <a:srgbClr val="666666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9" name="Google Shape;381;p22">
            <a:extLst>
              <a:ext uri="{FF2B5EF4-FFF2-40B4-BE49-F238E27FC236}">
                <a16:creationId xmlns:a16="http://schemas.microsoft.com/office/drawing/2014/main" id="{5BF15508-ABF0-3650-1B57-86B2F19D9F45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3491519" y="4609963"/>
            <a:ext cx="284583" cy="1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" name="Google Shape;381;p22">
            <a:extLst>
              <a:ext uri="{FF2B5EF4-FFF2-40B4-BE49-F238E27FC236}">
                <a16:creationId xmlns:a16="http://schemas.microsoft.com/office/drawing/2014/main" id="{B712B1A8-03EE-7BEF-52DB-D7EDAE6E43FA}"/>
              </a:ext>
            </a:extLst>
          </p:cNvPr>
          <p:cNvCxnSpPr>
            <a:cxnSpLocks/>
            <a:endCxn id="199" idx="0"/>
          </p:cNvCxnSpPr>
          <p:nvPr/>
        </p:nvCxnSpPr>
        <p:spPr>
          <a:xfrm flipV="1">
            <a:off x="4193660" y="4609964"/>
            <a:ext cx="307937" cy="2666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" name="Google Shape;381;p22">
            <a:extLst>
              <a:ext uri="{FF2B5EF4-FFF2-40B4-BE49-F238E27FC236}">
                <a16:creationId xmlns:a16="http://schemas.microsoft.com/office/drawing/2014/main" id="{DB17E993-7E78-BB3B-E876-0AFA065F13D6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3282999" y="3616551"/>
            <a:ext cx="0" cy="262667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" name="Google Shape;381;p22">
            <a:extLst>
              <a:ext uri="{FF2B5EF4-FFF2-40B4-BE49-F238E27FC236}">
                <a16:creationId xmlns:a16="http://schemas.microsoft.com/office/drawing/2014/main" id="{F61BBA8B-3122-4363-812B-37A4BE36BE32}"/>
              </a:ext>
            </a:extLst>
          </p:cNvPr>
          <p:cNvCxnSpPr>
            <a:cxnSpLocks/>
            <a:stCxn id="6" idx="3"/>
          </p:cNvCxnSpPr>
          <p:nvPr/>
        </p:nvCxnSpPr>
        <p:spPr>
          <a:xfrm flipH="1" flipV="1">
            <a:off x="3984105" y="3616550"/>
            <a:ext cx="517" cy="262669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" name="Google Shape;381;p22">
            <a:extLst>
              <a:ext uri="{FF2B5EF4-FFF2-40B4-BE49-F238E27FC236}">
                <a16:creationId xmlns:a16="http://schemas.microsoft.com/office/drawing/2014/main" id="{84BA1F74-98FB-C192-8FDE-92B8B1920F95}"/>
              </a:ext>
            </a:extLst>
          </p:cNvPr>
          <p:cNvCxnSpPr>
            <a:cxnSpLocks/>
            <a:endCxn id="5" idx="1"/>
          </p:cNvCxnSpPr>
          <p:nvPr/>
        </p:nvCxnSpPr>
        <p:spPr>
          <a:xfrm flipV="1">
            <a:off x="3282481" y="5340708"/>
            <a:ext cx="518" cy="392729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" name="Google Shape;381;p22">
            <a:extLst>
              <a:ext uri="{FF2B5EF4-FFF2-40B4-BE49-F238E27FC236}">
                <a16:creationId xmlns:a16="http://schemas.microsoft.com/office/drawing/2014/main" id="{72C3E83D-0714-907A-2D19-1F8006D38B48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3984105" y="5340709"/>
            <a:ext cx="517" cy="392728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3" name="타원 172">
            <a:extLst>
              <a:ext uri="{FF2B5EF4-FFF2-40B4-BE49-F238E27FC236}">
                <a16:creationId xmlns:a16="http://schemas.microsoft.com/office/drawing/2014/main" id="{33C324E6-2C9B-A25C-9E4B-79F76A3D10B6}"/>
              </a:ext>
            </a:extLst>
          </p:cNvPr>
          <p:cNvSpPr/>
          <p:nvPr/>
        </p:nvSpPr>
        <p:spPr>
          <a:xfrm>
            <a:off x="3074479" y="3160677"/>
            <a:ext cx="417041" cy="417041"/>
          </a:xfrm>
          <a:prstGeom prst="ellipse">
            <a:avLst/>
          </a:prstGeom>
          <a:solidFill>
            <a:schemeClr val="accent5">
              <a:lumMod val="20000"/>
              <a:lumOff val="80000"/>
              <a:alpha val="40000"/>
            </a:schemeClr>
          </a:solidFill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Avenir Book" panose="02000503020000020003" pitchFamily="2" charset="0"/>
            </a:endParaRPr>
          </a:p>
        </p:txBody>
      </p:sp>
      <p:sp>
        <p:nvSpPr>
          <p:cNvPr id="174" name="타원 173">
            <a:extLst>
              <a:ext uri="{FF2B5EF4-FFF2-40B4-BE49-F238E27FC236}">
                <a16:creationId xmlns:a16="http://schemas.microsoft.com/office/drawing/2014/main" id="{FE12D98A-3176-64D1-EC24-9624CDEF940F}"/>
              </a:ext>
            </a:extLst>
          </p:cNvPr>
          <p:cNvSpPr/>
          <p:nvPr/>
        </p:nvSpPr>
        <p:spPr>
          <a:xfrm>
            <a:off x="3776102" y="3160676"/>
            <a:ext cx="417041" cy="417041"/>
          </a:xfrm>
          <a:prstGeom prst="ellipse">
            <a:avLst/>
          </a:prstGeom>
          <a:solidFill>
            <a:schemeClr val="accent5">
              <a:lumMod val="20000"/>
              <a:lumOff val="80000"/>
              <a:alpha val="40000"/>
            </a:schemeClr>
          </a:solidFill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Avenir Book" panose="02000503020000020003" pitchFamily="2" charset="0"/>
            </a:endParaRPr>
          </a:p>
        </p:txBody>
      </p:sp>
      <p:sp>
        <p:nvSpPr>
          <p:cNvPr id="199" name="Google Shape;380;p22">
            <a:extLst>
              <a:ext uri="{FF2B5EF4-FFF2-40B4-BE49-F238E27FC236}">
                <a16:creationId xmlns:a16="http://schemas.microsoft.com/office/drawing/2014/main" id="{C0CADE80-9EAB-FD39-AEF7-B5DCE00D5770}"/>
              </a:ext>
            </a:extLst>
          </p:cNvPr>
          <p:cNvSpPr/>
          <p:nvPr/>
        </p:nvSpPr>
        <p:spPr>
          <a:xfrm rot="16200000">
            <a:off x="3979372" y="4401444"/>
            <a:ext cx="1461490" cy="417040"/>
          </a:xfrm>
          <a:prstGeom prst="roundRect">
            <a:avLst>
              <a:gd name="adj" fmla="val 16667"/>
            </a:avLst>
          </a:prstGeom>
          <a:solidFill>
            <a:schemeClr val="accent4">
              <a:lumMod val="60000"/>
              <a:lumOff val="40000"/>
              <a:alpha val="10000"/>
            </a:schemeClr>
          </a:solidFill>
          <a:ln w="19050" cap="flat" cmpd="sng">
            <a:solidFill>
              <a:schemeClr val="accent4">
                <a:lumMod val="60000"/>
                <a:lumOff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914400">
              <a:buClr>
                <a:srgbClr val="000000"/>
              </a:buClr>
            </a:pPr>
            <a:endParaRPr lang="en" altLang="ko-KR" kern="0" dirty="0">
              <a:solidFill>
                <a:srgbClr val="666666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00" name="Google Shape;380;p22">
            <a:extLst>
              <a:ext uri="{FF2B5EF4-FFF2-40B4-BE49-F238E27FC236}">
                <a16:creationId xmlns:a16="http://schemas.microsoft.com/office/drawing/2014/main" id="{59D4FABB-78C3-741E-C36A-A78B1385EBBD}"/>
              </a:ext>
            </a:extLst>
          </p:cNvPr>
          <p:cNvSpPr/>
          <p:nvPr/>
        </p:nvSpPr>
        <p:spPr>
          <a:xfrm rot="16200000">
            <a:off x="4680995" y="4401444"/>
            <a:ext cx="1461490" cy="417040"/>
          </a:xfrm>
          <a:prstGeom prst="roundRect">
            <a:avLst>
              <a:gd name="adj" fmla="val 16667"/>
            </a:avLst>
          </a:prstGeom>
          <a:solidFill>
            <a:schemeClr val="accent4">
              <a:lumMod val="60000"/>
              <a:lumOff val="40000"/>
              <a:alpha val="10000"/>
            </a:schemeClr>
          </a:solidFill>
          <a:ln w="19050" cap="flat" cmpd="sng">
            <a:solidFill>
              <a:schemeClr val="accent4">
                <a:lumMod val="60000"/>
                <a:lumOff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914400">
              <a:buClr>
                <a:srgbClr val="000000"/>
              </a:buClr>
            </a:pPr>
            <a:endParaRPr lang="en" altLang="ko-KR" kern="0" dirty="0">
              <a:solidFill>
                <a:srgbClr val="666666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201" name="Google Shape;381;p22">
            <a:extLst>
              <a:ext uri="{FF2B5EF4-FFF2-40B4-BE49-F238E27FC236}">
                <a16:creationId xmlns:a16="http://schemas.microsoft.com/office/drawing/2014/main" id="{756D8E1A-F18A-BD1E-B2A2-589C53B9AF66}"/>
              </a:ext>
            </a:extLst>
          </p:cNvPr>
          <p:cNvCxnSpPr>
            <a:cxnSpLocks/>
            <a:stCxn id="199" idx="2"/>
            <a:endCxn id="200" idx="0"/>
          </p:cNvCxnSpPr>
          <p:nvPr/>
        </p:nvCxnSpPr>
        <p:spPr>
          <a:xfrm>
            <a:off x="4918637" y="4609964"/>
            <a:ext cx="284583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2" name="Google Shape;381;p22">
            <a:extLst>
              <a:ext uri="{FF2B5EF4-FFF2-40B4-BE49-F238E27FC236}">
                <a16:creationId xmlns:a16="http://schemas.microsoft.com/office/drawing/2014/main" id="{A55DEFAB-E8B1-D481-1B65-88468BDC76D7}"/>
              </a:ext>
            </a:extLst>
          </p:cNvPr>
          <p:cNvCxnSpPr>
            <a:cxnSpLocks/>
            <a:endCxn id="211" idx="0"/>
          </p:cNvCxnSpPr>
          <p:nvPr/>
        </p:nvCxnSpPr>
        <p:spPr>
          <a:xfrm flipV="1">
            <a:off x="5620778" y="4609964"/>
            <a:ext cx="307422" cy="2666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3" name="Google Shape;381;p22">
            <a:extLst>
              <a:ext uri="{FF2B5EF4-FFF2-40B4-BE49-F238E27FC236}">
                <a16:creationId xmlns:a16="http://schemas.microsoft.com/office/drawing/2014/main" id="{FFA524F8-671F-B5BB-EBE9-F0BDD6E983D4}"/>
              </a:ext>
            </a:extLst>
          </p:cNvPr>
          <p:cNvCxnSpPr>
            <a:cxnSpLocks/>
            <a:stCxn id="199" idx="3"/>
          </p:cNvCxnSpPr>
          <p:nvPr/>
        </p:nvCxnSpPr>
        <p:spPr>
          <a:xfrm flipV="1">
            <a:off x="4710117" y="3616551"/>
            <a:ext cx="0" cy="262668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4" name="Google Shape;381;p22">
            <a:extLst>
              <a:ext uri="{FF2B5EF4-FFF2-40B4-BE49-F238E27FC236}">
                <a16:creationId xmlns:a16="http://schemas.microsoft.com/office/drawing/2014/main" id="{08E966BB-1A45-AE40-4C79-791E1C7BD098}"/>
              </a:ext>
            </a:extLst>
          </p:cNvPr>
          <p:cNvCxnSpPr>
            <a:cxnSpLocks/>
            <a:stCxn id="200" idx="3"/>
          </p:cNvCxnSpPr>
          <p:nvPr/>
        </p:nvCxnSpPr>
        <p:spPr>
          <a:xfrm flipH="1" flipV="1">
            <a:off x="5411223" y="3616550"/>
            <a:ext cx="517" cy="262669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5" name="Google Shape;381;p22">
            <a:extLst>
              <a:ext uri="{FF2B5EF4-FFF2-40B4-BE49-F238E27FC236}">
                <a16:creationId xmlns:a16="http://schemas.microsoft.com/office/drawing/2014/main" id="{CC7FB9B9-376C-65CA-BDE6-B7F943819593}"/>
              </a:ext>
            </a:extLst>
          </p:cNvPr>
          <p:cNvCxnSpPr>
            <a:cxnSpLocks/>
            <a:endCxn id="199" idx="1"/>
          </p:cNvCxnSpPr>
          <p:nvPr/>
        </p:nvCxnSpPr>
        <p:spPr>
          <a:xfrm flipV="1">
            <a:off x="4709599" y="5340709"/>
            <a:ext cx="518" cy="392728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6" name="Google Shape;381;p22">
            <a:extLst>
              <a:ext uri="{FF2B5EF4-FFF2-40B4-BE49-F238E27FC236}">
                <a16:creationId xmlns:a16="http://schemas.microsoft.com/office/drawing/2014/main" id="{47F9F7BF-B1E7-8A72-8362-6FB0704B74E6}"/>
              </a:ext>
            </a:extLst>
          </p:cNvPr>
          <p:cNvCxnSpPr>
            <a:cxnSpLocks/>
            <a:endCxn id="200" idx="1"/>
          </p:cNvCxnSpPr>
          <p:nvPr/>
        </p:nvCxnSpPr>
        <p:spPr>
          <a:xfrm flipV="1">
            <a:off x="5411223" y="5340709"/>
            <a:ext cx="517" cy="392728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7" name="타원 206">
            <a:extLst>
              <a:ext uri="{FF2B5EF4-FFF2-40B4-BE49-F238E27FC236}">
                <a16:creationId xmlns:a16="http://schemas.microsoft.com/office/drawing/2014/main" id="{A709FB78-0832-3BCD-D0E7-8AF7356E5154}"/>
              </a:ext>
            </a:extLst>
          </p:cNvPr>
          <p:cNvSpPr/>
          <p:nvPr/>
        </p:nvSpPr>
        <p:spPr>
          <a:xfrm>
            <a:off x="4501597" y="3160677"/>
            <a:ext cx="417041" cy="417041"/>
          </a:xfrm>
          <a:prstGeom prst="ellipse">
            <a:avLst/>
          </a:prstGeom>
          <a:solidFill>
            <a:schemeClr val="accent5">
              <a:lumMod val="20000"/>
              <a:lumOff val="80000"/>
              <a:alpha val="40000"/>
            </a:schemeClr>
          </a:solidFill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Avenir Book" panose="02000503020000020003" pitchFamily="2" charset="0"/>
            </a:endParaRPr>
          </a:p>
        </p:txBody>
      </p:sp>
      <p:sp>
        <p:nvSpPr>
          <p:cNvPr id="208" name="타원 207">
            <a:extLst>
              <a:ext uri="{FF2B5EF4-FFF2-40B4-BE49-F238E27FC236}">
                <a16:creationId xmlns:a16="http://schemas.microsoft.com/office/drawing/2014/main" id="{AEAF3333-86E4-A40D-D73E-E7E5D4F38A6E}"/>
              </a:ext>
            </a:extLst>
          </p:cNvPr>
          <p:cNvSpPr/>
          <p:nvPr/>
        </p:nvSpPr>
        <p:spPr>
          <a:xfrm>
            <a:off x="5203220" y="3160676"/>
            <a:ext cx="417041" cy="417041"/>
          </a:xfrm>
          <a:prstGeom prst="ellipse">
            <a:avLst/>
          </a:prstGeom>
          <a:solidFill>
            <a:schemeClr val="accent5">
              <a:lumMod val="20000"/>
              <a:lumOff val="80000"/>
              <a:alpha val="40000"/>
            </a:schemeClr>
          </a:solidFill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Avenir Book" panose="02000503020000020003" pitchFamily="2" charset="0"/>
            </a:endParaRPr>
          </a:p>
        </p:txBody>
      </p:sp>
      <p:sp>
        <p:nvSpPr>
          <p:cNvPr id="211" name="Google Shape;380;p22">
            <a:extLst>
              <a:ext uri="{FF2B5EF4-FFF2-40B4-BE49-F238E27FC236}">
                <a16:creationId xmlns:a16="http://schemas.microsoft.com/office/drawing/2014/main" id="{300824B8-AF2F-5B00-24E2-BC44E04A88F9}"/>
              </a:ext>
            </a:extLst>
          </p:cNvPr>
          <p:cNvSpPr/>
          <p:nvPr/>
        </p:nvSpPr>
        <p:spPr>
          <a:xfrm rot="16200000">
            <a:off x="5405975" y="4401444"/>
            <a:ext cx="1461490" cy="417040"/>
          </a:xfrm>
          <a:prstGeom prst="roundRect">
            <a:avLst>
              <a:gd name="adj" fmla="val 16667"/>
            </a:avLst>
          </a:prstGeom>
          <a:solidFill>
            <a:schemeClr val="accent4">
              <a:lumMod val="60000"/>
              <a:lumOff val="40000"/>
              <a:alpha val="10000"/>
            </a:schemeClr>
          </a:solidFill>
          <a:ln w="19050" cap="flat" cmpd="sng">
            <a:solidFill>
              <a:schemeClr val="accent4">
                <a:lumMod val="60000"/>
                <a:lumOff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914400">
              <a:buClr>
                <a:srgbClr val="000000"/>
              </a:buClr>
            </a:pPr>
            <a:endParaRPr lang="en" altLang="ko-KR" kern="0" dirty="0">
              <a:solidFill>
                <a:srgbClr val="666666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12" name="Google Shape;380;p22">
            <a:extLst>
              <a:ext uri="{FF2B5EF4-FFF2-40B4-BE49-F238E27FC236}">
                <a16:creationId xmlns:a16="http://schemas.microsoft.com/office/drawing/2014/main" id="{594F65D5-7D5D-C107-AFD0-541EF7F55F78}"/>
              </a:ext>
            </a:extLst>
          </p:cNvPr>
          <p:cNvSpPr/>
          <p:nvPr/>
        </p:nvSpPr>
        <p:spPr>
          <a:xfrm rot="16200000">
            <a:off x="6107598" y="4401444"/>
            <a:ext cx="1461490" cy="417040"/>
          </a:xfrm>
          <a:prstGeom prst="roundRect">
            <a:avLst>
              <a:gd name="adj" fmla="val 16667"/>
            </a:avLst>
          </a:prstGeom>
          <a:solidFill>
            <a:schemeClr val="accent4">
              <a:lumMod val="60000"/>
              <a:lumOff val="40000"/>
              <a:alpha val="10000"/>
            </a:schemeClr>
          </a:solidFill>
          <a:ln w="19050" cap="flat" cmpd="sng">
            <a:solidFill>
              <a:schemeClr val="accent4">
                <a:lumMod val="60000"/>
                <a:lumOff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914400">
              <a:buClr>
                <a:srgbClr val="000000"/>
              </a:buClr>
            </a:pPr>
            <a:endParaRPr lang="en" altLang="ko-KR" kern="0" dirty="0">
              <a:solidFill>
                <a:srgbClr val="666666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213" name="Google Shape;381;p22">
            <a:extLst>
              <a:ext uri="{FF2B5EF4-FFF2-40B4-BE49-F238E27FC236}">
                <a16:creationId xmlns:a16="http://schemas.microsoft.com/office/drawing/2014/main" id="{FEFEEDF9-7BF5-6732-5434-0FF031A8E0F7}"/>
              </a:ext>
            </a:extLst>
          </p:cNvPr>
          <p:cNvCxnSpPr>
            <a:cxnSpLocks/>
            <a:stCxn id="211" idx="2"/>
            <a:endCxn id="212" idx="0"/>
          </p:cNvCxnSpPr>
          <p:nvPr/>
        </p:nvCxnSpPr>
        <p:spPr>
          <a:xfrm>
            <a:off x="6345240" y="4609964"/>
            <a:ext cx="284583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4" name="Google Shape;381;p22">
            <a:extLst>
              <a:ext uri="{FF2B5EF4-FFF2-40B4-BE49-F238E27FC236}">
                <a16:creationId xmlns:a16="http://schemas.microsoft.com/office/drawing/2014/main" id="{8652336E-D69C-0093-AA97-0F943C196A43}"/>
              </a:ext>
            </a:extLst>
          </p:cNvPr>
          <p:cNvCxnSpPr>
            <a:cxnSpLocks/>
            <a:endCxn id="221" idx="0"/>
          </p:cNvCxnSpPr>
          <p:nvPr/>
        </p:nvCxnSpPr>
        <p:spPr>
          <a:xfrm flipV="1">
            <a:off x="7047381" y="4609964"/>
            <a:ext cx="307937" cy="2666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5" name="Google Shape;381;p22">
            <a:extLst>
              <a:ext uri="{FF2B5EF4-FFF2-40B4-BE49-F238E27FC236}">
                <a16:creationId xmlns:a16="http://schemas.microsoft.com/office/drawing/2014/main" id="{4CE192E5-F89E-A641-35F6-B8A7D552C34F}"/>
              </a:ext>
            </a:extLst>
          </p:cNvPr>
          <p:cNvCxnSpPr>
            <a:cxnSpLocks/>
            <a:stCxn id="211" idx="3"/>
          </p:cNvCxnSpPr>
          <p:nvPr/>
        </p:nvCxnSpPr>
        <p:spPr>
          <a:xfrm flipV="1">
            <a:off x="6136720" y="3616551"/>
            <a:ext cx="0" cy="262668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6" name="Google Shape;381;p22">
            <a:extLst>
              <a:ext uri="{FF2B5EF4-FFF2-40B4-BE49-F238E27FC236}">
                <a16:creationId xmlns:a16="http://schemas.microsoft.com/office/drawing/2014/main" id="{8E4FB854-F618-113F-E0FC-1A96FA5219A7}"/>
              </a:ext>
            </a:extLst>
          </p:cNvPr>
          <p:cNvCxnSpPr>
            <a:cxnSpLocks/>
            <a:stCxn id="212" idx="3"/>
          </p:cNvCxnSpPr>
          <p:nvPr/>
        </p:nvCxnSpPr>
        <p:spPr>
          <a:xfrm flipH="1" flipV="1">
            <a:off x="6837826" y="3616550"/>
            <a:ext cx="517" cy="262669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7" name="Google Shape;381;p22">
            <a:extLst>
              <a:ext uri="{FF2B5EF4-FFF2-40B4-BE49-F238E27FC236}">
                <a16:creationId xmlns:a16="http://schemas.microsoft.com/office/drawing/2014/main" id="{FE051133-23CF-C27F-D8BA-A4F6BB47218D}"/>
              </a:ext>
            </a:extLst>
          </p:cNvPr>
          <p:cNvCxnSpPr>
            <a:cxnSpLocks/>
            <a:endCxn id="211" idx="1"/>
          </p:cNvCxnSpPr>
          <p:nvPr/>
        </p:nvCxnSpPr>
        <p:spPr>
          <a:xfrm flipV="1">
            <a:off x="6136202" y="5340709"/>
            <a:ext cx="518" cy="392728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8" name="Google Shape;381;p22">
            <a:extLst>
              <a:ext uri="{FF2B5EF4-FFF2-40B4-BE49-F238E27FC236}">
                <a16:creationId xmlns:a16="http://schemas.microsoft.com/office/drawing/2014/main" id="{61A2A25C-86C9-8105-DFBB-C6035D45AB1F}"/>
              </a:ext>
            </a:extLst>
          </p:cNvPr>
          <p:cNvCxnSpPr>
            <a:cxnSpLocks/>
            <a:endCxn id="212" idx="1"/>
          </p:cNvCxnSpPr>
          <p:nvPr/>
        </p:nvCxnSpPr>
        <p:spPr>
          <a:xfrm flipV="1">
            <a:off x="6837826" y="5340709"/>
            <a:ext cx="517" cy="392728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9" name="타원 218">
            <a:extLst>
              <a:ext uri="{FF2B5EF4-FFF2-40B4-BE49-F238E27FC236}">
                <a16:creationId xmlns:a16="http://schemas.microsoft.com/office/drawing/2014/main" id="{A1DBE79E-FB22-1C85-FA23-1135CFD587FA}"/>
              </a:ext>
            </a:extLst>
          </p:cNvPr>
          <p:cNvSpPr/>
          <p:nvPr/>
        </p:nvSpPr>
        <p:spPr>
          <a:xfrm>
            <a:off x="5928200" y="3160677"/>
            <a:ext cx="417041" cy="417041"/>
          </a:xfrm>
          <a:prstGeom prst="ellipse">
            <a:avLst/>
          </a:prstGeom>
          <a:solidFill>
            <a:schemeClr val="accent5">
              <a:lumMod val="20000"/>
              <a:lumOff val="80000"/>
              <a:alpha val="40000"/>
            </a:schemeClr>
          </a:solidFill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Avenir Book" panose="02000503020000020003" pitchFamily="2" charset="0"/>
            </a:endParaRPr>
          </a:p>
        </p:txBody>
      </p:sp>
      <p:sp>
        <p:nvSpPr>
          <p:cNvPr id="220" name="타원 219">
            <a:extLst>
              <a:ext uri="{FF2B5EF4-FFF2-40B4-BE49-F238E27FC236}">
                <a16:creationId xmlns:a16="http://schemas.microsoft.com/office/drawing/2014/main" id="{585D8053-392A-A623-D80A-BF5D84A134BB}"/>
              </a:ext>
            </a:extLst>
          </p:cNvPr>
          <p:cNvSpPr/>
          <p:nvPr/>
        </p:nvSpPr>
        <p:spPr>
          <a:xfrm>
            <a:off x="6629823" y="3160676"/>
            <a:ext cx="417041" cy="417041"/>
          </a:xfrm>
          <a:prstGeom prst="ellipse">
            <a:avLst/>
          </a:prstGeom>
          <a:solidFill>
            <a:schemeClr val="accent5">
              <a:lumMod val="20000"/>
              <a:lumOff val="80000"/>
              <a:alpha val="40000"/>
            </a:schemeClr>
          </a:solidFill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Avenir Book" panose="02000503020000020003" pitchFamily="2" charset="0"/>
            </a:endParaRPr>
          </a:p>
        </p:txBody>
      </p:sp>
      <p:sp>
        <p:nvSpPr>
          <p:cNvPr id="221" name="Google Shape;380;p22">
            <a:extLst>
              <a:ext uri="{FF2B5EF4-FFF2-40B4-BE49-F238E27FC236}">
                <a16:creationId xmlns:a16="http://schemas.microsoft.com/office/drawing/2014/main" id="{AD594B41-7995-2D7F-FFF5-A2DDBDF5D8CD}"/>
              </a:ext>
            </a:extLst>
          </p:cNvPr>
          <p:cNvSpPr/>
          <p:nvPr/>
        </p:nvSpPr>
        <p:spPr>
          <a:xfrm rot="16200000">
            <a:off x="6833093" y="4401444"/>
            <a:ext cx="1461490" cy="417040"/>
          </a:xfrm>
          <a:prstGeom prst="roundRect">
            <a:avLst>
              <a:gd name="adj" fmla="val 16667"/>
            </a:avLst>
          </a:prstGeom>
          <a:solidFill>
            <a:schemeClr val="accent4">
              <a:lumMod val="60000"/>
              <a:lumOff val="40000"/>
              <a:alpha val="10000"/>
            </a:schemeClr>
          </a:solidFill>
          <a:ln w="19050" cap="flat" cmpd="sng">
            <a:solidFill>
              <a:schemeClr val="accent4">
                <a:lumMod val="60000"/>
                <a:lumOff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914400">
              <a:buClr>
                <a:srgbClr val="000000"/>
              </a:buClr>
            </a:pPr>
            <a:endParaRPr lang="en" altLang="ko-KR" kern="0" dirty="0">
              <a:solidFill>
                <a:srgbClr val="666666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22" name="Google Shape;380;p22">
            <a:extLst>
              <a:ext uri="{FF2B5EF4-FFF2-40B4-BE49-F238E27FC236}">
                <a16:creationId xmlns:a16="http://schemas.microsoft.com/office/drawing/2014/main" id="{50BB5DE1-9EB9-F905-7970-29C545D75D03}"/>
              </a:ext>
            </a:extLst>
          </p:cNvPr>
          <p:cNvSpPr/>
          <p:nvPr/>
        </p:nvSpPr>
        <p:spPr>
          <a:xfrm rot="16200000">
            <a:off x="7534716" y="4401443"/>
            <a:ext cx="1461490" cy="417040"/>
          </a:xfrm>
          <a:prstGeom prst="roundRect">
            <a:avLst>
              <a:gd name="adj" fmla="val 16667"/>
            </a:avLst>
          </a:prstGeom>
          <a:solidFill>
            <a:schemeClr val="accent4">
              <a:lumMod val="60000"/>
              <a:lumOff val="40000"/>
              <a:alpha val="10000"/>
            </a:schemeClr>
          </a:solidFill>
          <a:ln w="19050" cap="flat" cmpd="sng">
            <a:solidFill>
              <a:schemeClr val="accent4">
                <a:lumMod val="60000"/>
                <a:lumOff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914400">
              <a:buClr>
                <a:srgbClr val="000000"/>
              </a:buClr>
            </a:pPr>
            <a:endParaRPr lang="en" altLang="ko-KR" kern="0" dirty="0">
              <a:solidFill>
                <a:srgbClr val="666666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223" name="Google Shape;381;p22">
            <a:extLst>
              <a:ext uri="{FF2B5EF4-FFF2-40B4-BE49-F238E27FC236}">
                <a16:creationId xmlns:a16="http://schemas.microsoft.com/office/drawing/2014/main" id="{230DF222-DB09-CC49-E809-EF290B4BC16D}"/>
              </a:ext>
            </a:extLst>
          </p:cNvPr>
          <p:cNvCxnSpPr>
            <a:cxnSpLocks/>
            <a:stCxn id="221" idx="2"/>
            <a:endCxn id="222" idx="0"/>
          </p:cNvCxnSpPr>
          <p:nvPr/>
        </p:nvCxnSpPr>
        <p:spPr>
          <a:xfrm flipV="1">
            <a:off x="7772358" y="4609963"/>
            <a:ext cx="284583" cy="1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4" name="Google Shape;381;p22">
            <a:extLst>
              <a:ext uri="{FF2B5EF4-FFF2-40B4-BE49-F238E27FC236}">
                <a16:creationId xmlns:a16="http://schemas.microsoft.com/office/drawing/2014/main" id="{2400BEC0-8C3F-3A7D-4D87-73F4320A3815}"/>
              </a:ext>
            </a:extLst>
          </p:cNvPr>
          <p:cNvCxnSpPr>
            <a:cxnSpLocks/>
          </p:cNvCxnSpPr>
          <p:nvPr/>
        </p:nvCxnSpPr>
        <p:spPr>
          <a:xfrm flipV="1">
            <a:off x="8474499" y="4612629"/>
            <a:ext cx="307936" cy="2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5" name="Google Shape;381;p22">
            <a:extLst>
              <a:ext uri="{FF2B5EF4-FFF2-40B4-BE49-F238E27FC236}">
                <a16:creationId xmlns:a16="http://schemas.microsoft.com/office/drawing/2014/main" id="{F0594625-7AF0-DF7B-1B3E-B621E85F7C8F}"/>
              </a:ext>
            </a:extLst>
          </p:cNvPr>
          <p:cNvCxnSpPr>
            <a:cxnSpLocks/>
            <a:stCxn id="221" idx="3"/>
          </p:cNvCxnSpPr>
          <p:nvPr/>
        </p:nvCxnSpPr>
        <p:spPr>
          <a:xfrm flipV="1">
            <a:off x="7563838" y="3616551"/>
            <a:ext cx="0" cy="262668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6" name="Google Shape;381;p22">
            <a:extLst>
              <a:ext uri="{FF2B5EF4-FFF2-40B4-BE49-F238E27FC236}">
                <a16:creationId xmlns:a16="http://schemas.microsoft.com/office/drawing/2014/main" id="{553D0258-B432-12A9-FAE7-9B23F5FF88A8}"/>
              </a:ext>
            </a:extLst>
          </p:cNvPr>
          <p:cNvCxnSpPr>
            <a:cxnSpLocks/>
            <a:stCxn id="222" idx="3"/>
          </p:cNvCxnSpPr>
          <p:nvPr/>
        </p:nvCxnSpPr>
        <p:spPr>
          <a:xfrm flipH="1" flipV="1">
            <a:off x="8264944" y="3616550"/>
            <a:ext cx="517" cy="262668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7" name="Google Shape;381;p22">
            <a:extLst>
              <a:ext uri="{FF2B5EF4-FFF2-40B4-BE49-F238E27FC236}">
                <a16:creationId xmlns:a16="http://schemas.microsoft.com/office/drawing/2014/main" id="{53818E9C-B921-1FC6-3F67-11784991CFEA}"/>
              </a:ext>
            </a:extLst>
          </p:cNvPr>
          <p:cNvCxnSpPr>
            <a:cxnSpLocks/>
            <a:endCxn id="221" idx="1"/>
          </p:cNvCxnSpPr>
          <p:nvPr/>
        </p:nvCxnSpPr>
        <p:spPr>
          <a:xfrm flipV="1">
            <a:off x="7563320" y="5340709"/>
            <a:ext cx="518" cy="392728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8" name="Google Shape;381;p22">
            <a:extLst>
              <a:ext uri="{FF2B5EF4-FFF2-40B4-BE49-F238E27FC236}">
                <a16:creationId xmlns:a16="http://schemas.microsoft.com/office/drawing/2014/main" id="{2FECC9BB-BF8C-5267-B91E-7D1F2D8A221C}"/>
              </a:ext>
            </a:extLst>
          </p:cNvPr>
          <p:cNvCxnSpPr>
            <a:cxnSpLocks/>
            <a:endCxn id="222" idx="1"/>
          </p:cNvCxnSpPr>
          <p:nvPr/>
        </p:nvCxnSpPr>
        <p:spPr>
          <a:xfrm flipV="1">
            <a:off x="8264944" y="5340708"/>
            <a:ext cx="517" cy="392729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9" name="타원 228">
            <a:extLst>
              <a:ext uri="{FF2B5EF4-FFF2-40B4-BE49-F238E27FC236}">
                <a16:creationId xmlns:a16="http://schemas.microsoft.com/office/drawing/2014/main" id="{E193FEFB-5ED7-342A-477D-69B78846CDB9}"/>
              </a:ext>
            </a:extLst>
          </p:cNvPr>
          <p:cNvSpPr/>
          <p:nvPr/>
        </p:nvSpPr>
        <p:spPr>
          <a:xfrm>
            <a:off x="7355318" y="3160677"/>
            <a:ext cx="417041" cy="417041"/>
          </a:xfrm>
          <a:prstGeom prst="ellipse">
            <a:avLst/>
          </a:prstGeom>
          <a:solidFill>
            <a:schemeClr val="accent5">
              <a:lumMod val="20000"/>
              <a:lumOff val="80000"/>
              <a:alpha val="40000"/>
            </a:schemeClr>
          </a:solidFill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Avenir Book" panose="02000503020000020003" pitchFamily="2" charset="0"/>
            </a:endParaRPr>
          </a:p>
        </p:txBody>
      </p:sp>
      <p:sp>
        <p:nvSpPr>
          <p:cNvPr id="230" name="타원 229">
            <a:extLst>
              <a:ext uri="{FF2B5EF4-FFF2-40B4-BE49-F238E27FC236}">
                <a16:creationId xmlns:a16="http://schemas.microsoft.com/office/drawing/2014/main" id="{B12F9F8C-F510-81C9-8861-47ED846B5420}"/>
              </a:ext>
            </a:extLst>
          </p:cNvPr>
          <p:cNvSpPr/>
          <p:nvPr/>
        </p:nvSpPr>
        <p:spPr>
          <a:xfrm>
            <a:off x="8056941" y="3160676"/>
            <a:ext cx="417041" cy="417041"/>
          </a:xfrm>
          <a:prstGeom prst="ellipse">
            <a:avLst/>
          </a:prstGeom>
          <a:solidFill>
            <a:schemeClr val="accent5">
              <a:lumMod val="20000"/>
              <a:lumOff val="80000"/>
              <a:alpha val="40000"/>
            </a:schemeClr>
          </a:solidFill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Avenir Book" panose="02000503020000020003" pitchFamily="2" charset="0"/>
            </a:endParaRPr>
          </a:p>
        </p:txBody>
      </p:sp>
      <p:sp>
        <p:nvSpPr>
          <p:cNvPr id="232" name="오른쪽 화살표[R] 231">
            <a:extLst>
              <a:ext uri="{FF2B5EF4-FFF2-40B4-BE49-F238E27FC236}">
                <a16:creationId xmlns:a16="http://schemas.microsoft.com/office/drawing/2014/main" id="{06B34D38-8292-3475-D55A-45D9F77A2CB8}"/>
              </a:ext>
            </a:extLst>
          </p:cNvPr>
          <p:cNvSpPr/>
          <p:nvPr/>
        </p:nvSpPr>
        <p:spPr>
          <a:xfrm>
            <a:off x="2916899" y="5749774"/>
            <a:ext cx="5715177" cy="611230"/>
          </a:xfrm>
          <a:prstGeom prst="rightArrow">
            <a:avLst>
              <a:gd name="adj1" fmla="val 55333"/>
              <a:gd name="adj2" fmla="val 500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forward</a:t>
            </a:r>
            <a:endParaRPr kumimoji="1"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5" name="Google Shape;381;p22">
            <a:extLst>
              <a:ext uri="{FF2B5EF4-FFF2-40B4-BE49-F238E27FC236}">
                <a16:creationId xmlns:a16="http://schemas.microsoft.com/office/drawing/2014/main" id="{578F257A-5042-CE78-F7BB-A7EA8A7D8119}"/>
              </a:ext>
            </a:extLst>
          </p:cNvPr>
          <p:cNvCxnSpPr>
            <a:cxnSpLocks/>
            <a:stCxn id="173" idx="0"/>
            <a:endCxn id="284" idx="4"/>
          </p:cNvCxnSpPr>
          <p:nvPr/>
        </p:nvCxnSpPr>
        <p:spPr>
          <a:xfrm flipV="1">
            <a:off x="3283000" y="2282586"/>
            <a:ext cx="3586632" cy="878091"/>
          </a:xfrm>
          <a:prstGeom prst="straightConnector1">
            <a:avLst/>
          </a:prstGeom>
          <a:noFill/>
          <a:ln w="19050" cap="flat" cmpd="sng">
            <a:solidFill>
              <a:schemeClr val="bg2">
                <a:lumMod val="75000"/>
              </a:schemeClr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238" name="Google Shape;381;p22">
            <a:extLst>
              <a:ext uri="{FF2B5EF4-FFF2-40B4-BE49-F238E27FC236}">
                <a16:creationId xmlns:a16="http://schemas.microsoft.com/office/drawing/2014/main" id="{314A30CE-D26C-A7A6-D777-6FDE95ADE575}"/>
              </a:ext>
            </a:extLst>
          </p:cNvPr>
          <p:cNvCxnSpPr>
            <a:cxnSpLocks/>
            <a:stCxn id="174" idx="0"/>
            <a:endCxn id="285" idx="4"/>
          </p:cNvCxnSpPr>
          <p:nvPr/>
        </p:nvCxnSpPr>
        <p:spPr>
          <a:xfrm flipV="1">
            <a:off x="3984623" y="2282586"/>
            <a:ext cx="2988145" cy="878090"/>
          </a:xfrm>
          <a:prstGeom prst="straightConnector1">
            <a:avLst/>
          </a:prstGeom>
          <a:noFill/>
          <a:ln w="19050" cap="flat" cmpd="sng">
            <a:solidFill>
              <a:schemeClr val="bg2">
                <a:lumMod val="75000"/>
              </a:schemeClr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241" name="Google Shape;381;p22">
            <a:extLst>
              <a:ext uri="{FF2B5EF4-FFF2-40B4-BE49-F238E27FC236}">
                <a16:creationId xmlns:a16="http://schemas.microsoft.com/office/drawing/2014/main" id="{3EA2EF65-8958-46ED-96AF-3D4C71CE5E62}"/>
              </a:ext>
            </a:extLst>
          </p:cNvPr>
          <p:cNvCxnSpPr>
            <a:cxnSpLocks/>
            <a:stCxn id="207" idx="0"/>
            <a:endCxn id="286" idx="4"/>
          </p:cNvCxnSpPr>
          <p:nvPr/>
        </p:nvCxnSpPr>
        <p:spPr>
          <a:xfrm flipV="1">
            <a:off x="4710118" y="2282586"/>
            <a:ext cx="2365786" cy="878091"/>
          </a:xfrm>
          <a:prstGeom prst="straightConnector1">
            <a:avLst/>
          </a:prstGeom>
          <a:noFill/>
          <a:ln w="19050" cap="flat" cmpd="sng">
            <a:solidFill>
              <a:schemeClr val="bg2">
                <a:lumMod val="75000"/>
              </a:schemeClr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244" name="Google Shape;381;p22">
            <a:extLst>
              <a:ext uri="{FF2B5EF4-FFF2-40B4-BE49-F238E27FC236}">
                <a16:creationId xmlns:a16="http://schemas.microsoft.com/office/drawing/2014/main" id="{D9F9C61D-AC6D-6099-9DA2-C0BB690FC423}"/>
              </a:ext>
            </a:extLst>
          </p:cNvPr>
          <p:cNvCxnSpPr>
            <a:cxnSpLocks/>
            <a:stCxn id="208" idx="0"/>
            <a:endCxn id="287" idx="4"/>
          </p:cNvCxnSpPr>
          <p:nvPr/>
        </p:nvCxnSpPr>
        <p:spPr>
          <a:xfrm flipV="1">
            <a:off x="5411741" y="2282586"/>
            <a:ext cx="1767299" cy="878090"/>
          </a:xfrm>
          <a:prstGeom prst="straightConnector1">
            <a:avLst/>
          </a:prstGeom>
          <a:noFill/>
          <a:ln w="19050" cap="flat" cmpd="sng">
            <a:solidFill>
              <a:schemeClr val="bg2">
                <a:lumMod val="75000"/>
              </a:schemeClr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247" name="Google Shape;381;p22">
            <a:extLst>
              <a:ext uri="{FF2B5EF4-FFF2-40B4-BE49-F238E27FC236}">
                <a16:creationId xmlns:a16="http://schemas.microsoft.com/office/drawing/2014/main" id="{DD0E3E28-F3C4-F9C2-8955-A4FE83107C9A}"/>
              </a:ext>
            </a:extLst>
          </p:cNvPr>
          <p:cNvCxnSpPr>
            <a:cxnSpLocks/>
            <a:stCxn id="219" idx="0"/>
            <a:endCxn id="288" idx="4"/>
          </p:cNvCxnSpPr>
          <p:nvPr/>
        </p:nvCxnSpPr>
        <p:spPr>
          <a:xfrm flipV="1">
            <a:off x="6136721" y="2282586"/>
            <a:ext cx="1145455" cy="878091"/>
          </a:xfrm>
          <a:prstGeom prst="straightConnector1">
            <a:avLst/>
          </a:prstGeom>
          <a:noFill/>
          <a:ln w="19050" cap="flat" cmpd="sng">
            <a:solidFill>
              <a:schemeClr val="bg2">
                <a:lumMod val="75000"/>
              </a:schemeClr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250" name="Google Shape;381;p22">
            <a:extLst>
              <a:ext uri="{FF2B5EF4-FFF2-40B4-BE49-F238E27FC236}">
                <a16:creationId xmlns:a16="http://schemas.microsoft.com/office/drawing/2014/main" id="{332F98E0-03E2-D479-6C35-613D646095E0}"/>
              </a:ext>
            </a:extLst>
          </p:cNvPr>
          <p:cNvCxnSpPr>
            <a:cxnSpLocks/>
            <a:stCxn id="220" idx="0"/>
            <a:endCxn id="289" idx="4"/>
          </p:cNvCxnSpPr>
          <p:nvPr/>
        </p:nvCxnSpPr>
        <p:spPr>
          <a:xfrm flipV="1">
            <a:off x="6838344" y="2282586"/>
            <a:ext cx="546968" cy="878090"/>
          </a:xfrm>
          <a:prstGeom prst="straightConnector1">
            <a:avLst/>
          </a:prstGeom>
          <a:noFill/>
          <a:ln w="19050" cap="flat" cmpd="sng">
            <a:solidFill>
              <a:schemeClr val="bg2">
                <a:lumMod val="75000"/>
              </a:schemeClr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253" name="Google Shape;381;p22">
            <a:extLst>
              <a:ext uri="{FF2B5EF4-FFF2-40B4-BE49-F238E27FC236}">
                <a16:creationId xmlns:a16="http://schemas.microsoft.com/office/drawing/2014/main" id="{2DD76CB6-D9FB-4973-4044-DC8619BB9BD9}"/>
              </a:ext>
            </a:extLst>
          </p:cNvPr>
          <p:cNvCxnSpPr>
            <a:cxnSpLocks/>
            <a:stCxn id="229" idx="0"/>
            <a:endCxn id="290" idx="4"/>
          </p:cNvCxnSpPr>
          <p:nvPr/>
        </p:nvCxnSpPr>
        <p:spPr>
          <a:xfrm flipH="1" flipV="1">
            <a:off x="7488448" y="2282586"/>
            <a:ext cx="75391" cy="878091"/>
          </a:xfrm>
          <a:prstGeom prst="straightConnector1">
            <a:avLst/>
          </a:prstGeom>
          <a:noFill/>
          <a:ln w="19050" cap="flat" cmpd="sng">
            <a:solidFill>
              <a:schemeClr val="bg2">
                <a:lumMod val="75000"/>
              </a:schemeClr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256" name="Google Shape;381;p22">
            <a:extLst>
              <a:ext uri="{FF2B5EF4-FFF2-40B4-BE49-F238E27FC236}">
                <a16:creationId xmlns:a16="http://schemas.microsoft.com/office/drawing/2014/main" id="{163EE58D-F373-18F9-EA82-9A3409B06B15}"/>
              </a:ext>
            </a:extLst>
          </p:cNvPr>
          <p:cNvCxnSpPr>
            <a:cxnSpLocks/>
            <a:stCxn id="230" idx="0"/>
            <a:endCxn id="291" idx="4"/>
          </p:cNvCxnSpPr>
          <p:nvPr/>
        </p:nvCxnSpPr>
        <p:spPr>
          <a:xfrm flipH="1" flipV="1">
            <a:off x="7591583" y="2282586"/>
            <a:ext cx="673879" cy="878090"/>
          </a:xfrm>
          <a:prstGeom prst="straightConnector1">
            <a:avLst/>
          </a:prstGeom>
          <a:noFill/>
          <a:ln w="19050" cap="flat" cmpd="sng">
            <a:solidFill>
              <a:schemeClr val="bg2">
                <a:lumMod val="75000"/>
              </a:schemeClr>
            </a:solidFill>
            <a:prstDash val="solid"/>
            <a:round/>
            <a:headEnd type="none" w="med" len="med"/>
            <a:tailEnd type="triangle" w="lg" len="lg"/>
          </a:ln>
        </p:spPr>
      </p:cxnSp>
      <p:sp>
        <p:nvSpPr>
          <p:cNvPr id="233" name="왼쪽 화살표[L] 232">
            <a:extLst>
              <a:ext uri="{FF2B5EF4-FFF2-40B4-BE49-F238E27FC236}">
                <a16:creationId xmlns:a16="http://schemas.microsoft.com/office/drawing/2014/main" id="{D5293814-BD4A-4A9A-A765-F29CA543C121}"/>
              </a:ext>
            </a:extLst>
          </p:cNvPr>
          <p:cNvSpPr/>
          <p:nvPr/>
        </p:nvSpPr>
        <p:spPr>
          <a:xfrm>
            <a:off x="2913290" y="2387544"/>
            <a:ext cx="5715177" cy="672353"/>
          </a:xfrm>
          <a:prstGeom prst="lef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backward</a:t>
            </a:r>
            <a:endParaRPr kumimoji="1" lang="ko-KR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4" name="타원 283">
            <a:extLst>
              <a:ext uri="{FF2B5EF4-FFF2-40B4-BE49-F238E27FC236}">
                <a16:creationId xmlns:a16="http://schemas.microsoft.com/office/drawing/2014/main" id="{C467247E-BF24-0601-7B0C-3FE680EF6742}"/>
              </a:ext>
            </a:extLst>
          </p:cNvPr>
          <p:cNvSpPr/>
          <p:nvPr/>
        </p:nvSpPr>
        <p:spPr>
          <a:xfrm>
            <a:off x="6796547" y="2149704"/>
            <a:ext cx="146170" cy="132882"/>
          </a:xfrm>
          <a:prstGeom prst="ellipse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Avenir Book" panose="02000503020000020003" pitchFamily="2" charset="0"/>
            </a:endParaRPr>
          </a:p>
        </p:txBody>
      </p:sp>
      <p:sp>
        <p:nvSpPr>
          <p:cNvPr id="285" name="타원 284">
            <a:extLst>
              <a:ext uri="{FF2B5EF4-FFF2-40B4-BE49-F238E27FC236}">
                <a16:creationId xmlns:a16="http://schemas.microsoft.com/office/drawing/2014/main" id="{F2736A7E-D73F-CDB4-821F-8E8B95145253}"/>
              </a:ext>
            </a:extLst>
          </p:cNvPr>
          <p:cNvSpPr/>
          <p:nvPr/>
        </p:nvSpPr>
        <p:spPr>
          <a:xfrm>
            <a:off x="6899683" y="2149704"/>
            <a:ext cx="146170" cy="132882"/>
          </a:xfrm>
          <a:prstGeom prst="ellipse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Avenir Book" panose="02000503020000020003" pitchFamily="2" charset="0"/>
            </a:endParaRPr>
          </a:p>
        </p:txBody>
      </p:sp>
      <p:sp>
        <p:nvSpPr>
          <p:cNvPr id="286" name="타원 285">
            <a:extLst>
              <a:ext uri="{FF2B5EF4-FFF2-40B4-BE49-F238E27FC236}">
                <a16:creationId xmlns:a16="http://schemas.microsoft.com/office/drawing/2014/main" id="{29201FF4-AAE6-2354-4DC1-7AAC61FD2FF2}"/>
              </a:ext>
            </a:extLst>
          </p:cNvPr>
          <p:cNvSpPr/>
          <p:nvPr/>
        </p:nvSpPr>
        <p:spPr>
          <a:xfrm>
            <a:off x="7002819" y="2149704"/>
            <a:ext cx="146170" cy="132882"/>
          </a:xfrm>
          <a:prstGeom prst="ellipse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Avenir Book" panose="02000503020000020003" pitchFamily="2" charset="0"/>
            </a:endParaRPr>
          </a:p>
        </p:txBody>
      </p:sp>
      <p:sp>
        <p:nvSpPr>
          <p:cNvPr id="287" name="타원 286">
            <a:extLst>
              <a:ext uri="{FF2B5EF4-FFF2-40B4-BE49-F238E27FC236}">
                <a16:creationId xmlns:a16="http://schemas.microsoft.com/office/drawing/2014/main" id="{44876169-A058-73EE-E98F-C3CA3CA7A615}"/>
              </a:ext>
            </a:extLst>
          </p:cNvPr>
          <p:cNvSpPr/>
          <p:nvPr/>
        </p:nvSpPr>
        <p:spPr>
          <a:xfrm>
            <a:off x="7105955" y="2149704"/>
            <a:ext cx="146170" cy="132882"/>
          </a:xfrm>
          <a:prstGeom prst="ellipse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Avenir Book" panose="02000503020000020003" pitchFamily="2" charset="0"/>
            </a:endParaRPr>
          </a:p>
        </p:txBody>
      </p:sp>
      <p:sp>
        <p:nvSpPr>
          <p:cNvPr id="288" name="타원 287">
            <a:extLst>
              <a:ext uri="{FF2B5EF4-FFF2-40B4-BE49-F238E27FC236}">
                <a16:creationId xmlns:a16="http://schemas.microsoft.com/office/drawing/2014/main" id="{080EC406-72C3-D53B-BF68-0766BD002434}"/>
              </a:ext>
            </a:extLst>
          </p:cNvPr>
          <p:cNvSpPr/>
          <p:nvPr/>
        </p:nvSpPr>
        <p:spPr>
          <a:xfrm>
            <a:off x="7209091" y="2149704"/>
            <a:ext cx="146170" cy="132882"/>
          </a:xfrm>
          <a:prstGeom prst="ellipse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Avenir Book" panose="02000503020000020003" pitchFamily="2" charset="0"/>
            </a:endParaRPr>
          </a:p>
        </p:txBody>
      </p:sp>
      <p:sp>
        <p:nvSpPr>
          <p:cNvPr id="289" name="타원 288">
            <a:extLst>
              <a:ext uri="{FF2B5EF4-FFF2-40B4-BE49-F238E27FC236}">
                <a16:creationId xmlns:a16="http://schemas.microsoft.com/office/drawing/2014/main" id="{50F3FBB5-A3BF-6657-364C-B66E9EE98D32}"/>
              </a:ext>
            </a:extLst>
          </p:cNvPr>
          <p:cNvSpPr/>
          <p:nvPr/>
        </p:nvSpPr>
        <p:spPr>
          <a:xfrm>
            <a:off x="7312227" y="2149704"/>
            <a:ext cx="146170" cy="132882"/>
          </a:xfrm>
          <a:prstGeom prst="ellipse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Avenir Book" panose="02000503020000020003" pitchFamily="2" charset="0"/>
            </a:endParaRPr>
          </a:p>
        </p:txBody>
      </p:sp>
      <p:sp>
        <p:nvSpPr>
          <p:cNvPr id="290" name="타원 289">
            <a:extLst>
              <a:ext uri="{FF2B5EF4-FFF2-40B4-BE49-F238E27FC236}">
                <a16:creationId xmlns:a16="http://schemas.microsoft.com/office/drawing/2014/main" id="{2E6A3B31-845A-3416-9039-D163C90AB2C0}"/>
              </a:ext>
            </a:extLst>
          </p:cNvPr>
          <p:cNvSpPr/>
          <p:nvPr/>
        </p:nvSpPr>
        <p:spPr>
          <a:xfrm>
            <a:off x="7415363" y="2149704"/>
            <a:ext cx="146170" cy="132882"/>
          </a:xfrm>
          <a:prstGeom prst="ellipse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Avenir Book" panose="02000503020000020003" pitchFamily="2" charset="0"/>
            </a:endParaRPr>
          </a:p>
        </p:txBody>
      </p:sp>
      <p:sp>
        <p:nvSpPr>
          <p:cNvPr id="291" name="타원 290">
            <a:extLst>
              <a:ext uri="{FF2B5EF4-FFF2-40B4-BE49-F238E27FC236}">
                <a16:creationId xmlns:a16="http://schemas.microsoft.com/office/drawing/2014/main" id="{7E20A9DF-DC28-6FDE-FB68-534C302ACE7B}"/>
              </a:ext>
            </a:extLst>
          </p:cNvPr>
          <p:cNvSpPr/>
          <p:nvPr/>
        </p:nvSpPr>
        <p:spPr>
          <a:xfrm>
            <a:off x="7518498" y="2149704"/>
            <a:ext cx="146170" cy="132882"/>
          </a:xfrm>
          <a:prstGeom prst="ellipse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Avenir Book" panose="02000503020000020003" pitchFamily="2" charset="0"/>
            </a:endParaRPr>
          </a:p>
        </p:txBody>
      </p:sp>
      <p:sp>
        <p:nvSpPr>
          <p:cNvPr id="341" name="직사각형 340">
            <a:extLst>
              <a:ext uri="{FF2B5EF4-FFF2-40B4-BE49-F238E27FC236}">
                <a16:creationId xmlns:a16="http://schemas.microsoft.com/office/drawing/2014/main" id="{70C73C18-DCFD-0C99-60A0-54578404A8C6}"/>
              </a:ext>
            </a:extLst>
          </p:cNvPr>
          <p:cNvSpPr/>
          <p:nvPr/>
        </p:nvSpPr>
        <p:spPr>
          <a:xfrm>
            <a:off x="8116076" y="4543586"/>
            <a:ext cx="297735" cy="1327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tanh</a:t>
            </a:r>
            <a:endParaRPr kumimoji="1" lang="ko-KR" alt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47" name="꺾인 연결선[E] 346">
            <a:extLst>
              <a:ext uri="{FF2B5EF4-FFF2-40B4-BE49-F238E27FC236}">
                <a16:creationId xmlns:a16="http://schemas.microsoft.com/office/drawing/2014/main" id="{5C9090A4-54C6-20C6-686D-8CCD59ACCDE2}"/>
              </a:ext>
            </a:extLst>
          </p:cNvPr>
          <p:cNvCxnSpPr>
            <a:cxnSpLocks/>
            <a:stCxn id="222" idx="0"/>
            <a:endCxn id="341" idx="2"/>
          </p:cNvCxnSpPr>
          <p:nvPr/>
        </p:nvCxnSpPr>
        <p:spPr>
          <a:xfrm rot="10800000" flipH="1" flipV="1">
            <a:off x="8056940" y="4609963"/>
            <a:ext cx="208003" cy="66376"/>
          </a:xfrm>
          <a:prstGeom prst="bentConnector4">
            <a:avLst>
              <a:gd name="adj1" fmla="val 19345"/>
              <a:gd name="adj2" fmla="val 31254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꺾인 연결선[E] 351">
            <a:extLst>
              <a:ext uri="{FF2B5EF4-FFF2-40B4-BE49-F238E27FC236}">
                <a16:creationId xmlns:a16="http://schemas.microsoft.com/office/drawing/2014/main" id="{461B8194-7D55-86DA-6E00-1C58BF40E81C}"/>
              </a:ext>
            </a:extLst>
          </p:cNvPr>
          <p:cNvCxnSpPr>
            <a:cxnSpLocks/>
            <a:stCxn id="222" idx="1"/>
            <a:endCxn id="341" idx="2"/>
          </p:cNvCxnSpPr>
          <p:nvPr/>
        </p:nvCxnSpPr>
        <p:spPr>
          <a:xfrm rot="5400000" flipH="1">
            <a:off x="7933018" y="5008266"/>
            <a:ext cx="664369" cy="517"/>
          </a:xfrm>
          <a:prstGeom prst="bentConnector3">
            <a:avLst>
              <a:gd name="adj1" fmla="val 4419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꺾인 연결선[E] 354">
            <a:extLst>
              <a:ext uri="{FF2B5EF4-FFF2-40B4-BE49-F238E27FC236}">
                <a16:creationId xmlns:a16="http://schemas.microsoft.com/office/drawing/2014/main" id="{CA72CE84-FAF6-950E-3F5E-784D1FA92AD8}"/>
              </a:ext>
            </a:extLst>
          </p:cNvPr>
          <p:cNvCxnSpPr>
            <a:cxnSpLocks/>
            <a:stCxn id="341" idx="0"/>
            <a:endCxn id="222" idx="3"/>
          </p:cNvCxnSpPr>
          <p:nvPr/>
        </p:nvCxnSpPr>
        <p:spPr>
          <a:xfrm rot="5400000" flipH="1" flipV="1">
            <a:off x="7933018" y="4211144"/>
            <a:ext cx="664368" cy="517"/>
          </a:xfrm>
          <a:prstGeom prst="bentConnector3">
            <a:avLst>
              <a:gd name="adj1" fmla="val 5580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Google Shape;381;p22">
            <a:extLst>
              <a:ext uri="{FF2B5EF4-FFF2-40B4-BE49-F238E27FC236}">
                <a16:creationId xmlns:a16="http://schemas.microsoft.com/office/drawing/2014/main" id="{787A2BFC-AF83-401B-481E-4E2D9B2580FD}"/>
              </a:ext>
            </a:extLst>
          </p:cNvPr>
          <p:cNvCxnSpPr>
            <a:cxnSpLocks/>
            <a:stCxn id="341" idx="3"/>
            <a:endCxn id="222" idx="2"/>
          </p:cNvCxnSpPr>
          <p:nvPr/>
        </p:nvCxnSpPr>
        <p:spPr>
          <a:xfrm>
            <a:off x="8413811" y="4609963"/>
            <a:ext cx="60170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9238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C1F50-3C49-FF82-6CBE-F042D90B3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내용 개체 틀 15">
                <a:extLst>
                  <a:ext uri="{FF2B5EF4-FFF2-40B4-BE49-F238E27FC236}">
                    <a16:creationId xmlns:a16="http://schemas.microsoft.com/office/drawing/2014/main" id="{915576F3-45E8-033A-2D2D-369D4E9F4F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9827" y="1151467"/>
                <a:ext cx="11440697" cy="5249538"/>
              </a:xfrm>
            </p:spPr>
            <p:txBody>
              <a:bodyPr/>
              <a:lstStyle/>
              <a:p>
                <a:r>
                  <a:rPr lang="en-US" altLang="ko-KR" dirty="0"/>
                  <a:t>RNN – gating mechanism</a:t>
                </a:r>
              </a:p>
              <a:p>
                <a:pPr lvl="1"/>
                <a:r>
                  <a:rPr lang="en-US" altLang="ko-KR" dirty="0"/>
                  <a:t>control how much of a given result is output externally (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altLang="ko-KR" dirty="0"/>
                  <a:t>)</a:t>
                </a:r>
              </a:p>
              <a:p>
                <a:pPr lvl="1"/>
                <a:endParaRPr lang="en-US" altLang="ko-KR" dirty="0"/>
              </a:p>
            </p:txBody>
          </p:sp>
        </mc:Choice>
        <mc:Fallback xmlns="">
          <p:sp>
            <p:nvSpPr>
              <p:cNvPr id="16" name="내용 개체 틀 15">
                <a:extLst>
                  <a:ext uri="{FF2B5EF4-FFF2-40B4-BE49-F238E27FC236}">
                    <a16:creationId xmlns:a16="http://schemas.microsoft.com/office/drawing/2014/main" id="{915576F3-45E8-033A-2D2D-369D4E9F4F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9827" y="1151467"/>
                <a:ext cx="11440697" cy="5249538"/>
              </a:xfrm>
              <a:blipFill>
                <a:blip r:embed="rId3"/>
                <a:stretch>
                  <a:fillRect l="-887" t="-4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제목 2">
            <a:extLst>
              <a:ext uri="{FF2B5EF4-FFF2-40B4-BE49-F238E27FC236}">
                <a16:creationId xmlns:a16="http://schemas.microsoft.com/office/drawing/2014/main" id="{CDB320E0-2341-CC2C-6A0A-CB633C43F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913" y="118633"/>
            <a:ext cx="11404650" cy="753795"/>
          </a:xfrm>
        </p:spPr>
        <p:txBody>
          <a:bodyPr/>
          <a:lstStyle/>
          <a:p>
            <a:r>
              <a:rPr lang="en-US" altLang="ko-KR" dirty="0"/>
              <a:t>Recap : CNN and RNN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6B6B8C-E395-1161-4A95-B86C20207A14}"/>
              </a:ext>
            </a:extLst>
          </p:cNvPr>
          <p:cNvSpPr txBox="1"/>
          <p:nvPr/>
        </p:nvSpPr>
        <p:spPr>
          <a:xfrm>
            <a:off x="10153381" y="226214"/>
            <a:ext cx="1787669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r"/>
            <a:r>
              <a:rPr kumimoji="1" lang="en-US" altLang="ko-K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NanumSquareOTF ExtraBold" panose="020B0600000101010101" pitchFamily="34" charset="-127"/>
                <a:cs typeface="Pretendard ExtraBold" panose="02000503000000020004" pitchFamily="2" charset="-127"/>
              </a:rPr>
              <a:t>1. Introduction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A0CFA5-A9F6-B3E5-E9AE-F460D7033EE0}"/>
              </a:ext>
            </a:extLst>
          </p:cNvPr>
          <p:cNvSpPr txBox="1"/>
          <p:nvPr/>
        </p:nvSpPr>
        <p:spPr>
          <a:xfrm>
            <a:off x="48251" y="6231728"/>
            <a:ext cx="1181831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chemeClr val="bg2">
                    <a:lumMod val="90000"/>
                  </a:schemeClr>
                </a:solidFill>
                <a:latin typeface="Avenir Book" panose="02000503020000020003" pitchFamily="2" charset="0"/>
                <a:cs typeface="Arial" panose="020B0604020202020204" pitchFamily="34" charset="0"/>
              </a:rPr>
              <a:t>[figure] </a:t>
            </a:r>
            <a:r>
              <a:rPr lang="en-US" altLang="ko-KR" sz="1600" dirty="0">
                <a:solidFill>
                  <a:schemeClr val="bg2">
                    <a:lumMod val="90000"/>
                  </a:schemeClr>
                </a:solidFill>
                <a:latin typeface="Avenir Book" panose="02000503020000020003" pitchFamily="2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Understanding LSTM Networks</a:t>
            </a:r>
            <a:r>
              <a:rPr lang="en-US" altLang="ko-KR" sz="1600" dirty="0">
                <a:solidFill>
                  <a:schemeClr val="bg2">
                    <a:lumMod val="90000"/>
                  </a:schemeClr>
                </a:solidFill>
                <a:latin typeface="Avenir Book" panose="02000503020000020003" pitchFamily="2" charset="0"/>
                <a:cs typeface="Arial" panose="020B0604020202020204" pitchFamily="34" charset="0"/>
              </a:rPr>
              <a:t> -- </a:t>
            </a:r>
            <a:r>
              <a:rPr lang="en-US" altLang="ko-KR" sz="1600" dirty="0" err="1">
                <a:solidFill>
                  <a:schemeClr val="bg2">
                    <a:lumMod val="90000"/>
                  </a:schemeClr>
                </a:solidFill>
                <a:latin typeface="Avenir Book" panose="02000503020000020003" pitchFamily="2" charset="0"/>
                <a:cs typeface="Arial" panose="020B0604020202020204" pitchFamily="34" charset="0"/>
              </a:rPr>
              <a:t>colah's</a:t>
            </a:r>
            <a:r>
              <a:rPr lang="en-US" altLang="ko-KR" sz="1600" dirty="0">
                <a:solidFill>
                  <a:schemeClr val="bg2">
                    <a:lumMod val="90000"/>
                  </a:schemeClr>
                </a:solidFill>
                <a:latin typeface="Avenir Book" panose="02000503020000020003" pitchFamily="2" charset="0"/>
                <a:cs typeface="Arial" panose="020B0604020202020204" pitchFamily="34" charset="0"/>
              </a:rPr>
              <a:t> blog. Accessed: 2026-09-04.</a:t>
            </a:r>
            <a:endParaRPr lang="ko-KR" altLang="en-US" sz="1100" dirty="0">
              <a:solidFill>
                <a:schemeClr val="bg2">
                  <a:lumMod val="90000"/>
                </a:schemeClr>
              </a:solidFill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C5E79E2D-13D1-3109-509A-681C4DACEE29}"/>
              </a:ext>
            </a:extLst>
          </p:cNvPr>
          <p:cNvGrpSpPr/>
          <p:nvPr/>
        </p:nvGrpSpPr>
        <p:grpSpPr>
          <a:xfrm>
            <a:off x="6388562" y="3429000"/>
            <a:ext cx="3985339" cy="1406931"/>
            <a:chOff x="6388562" y="3201895"/>
            <a:chExt cx="3985339" cy="1406931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22F1FF17-0785-9088-858F-737FF3831A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53454" t="43558" r="4891" b="38262"/>
            <a:stretch>
              <a:fillRect/>
            </a:stretch>
          </p:blipFill>
          <p:spPr>
            <a:xfrm>
              <a:off x="6432093" y="3201895"/>
              <a:ext cx="3561219" cy="480266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0D7B93E0-502A-E94E-F950-945062C49C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52947" t="35668" r="440" b="46152"/>
            <a:stretch>
              <a:fillRect/>
            </a:stretch>
          </p:blipFill>
          <p:spPr>
            <a:xfrm>
              <a:off x="6388562" y="3682161"/>
              <a:ext cx="3985339" cy="480266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19F6CF61-D1D1-7066-136F-3EE59E7EB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53386" t="35147" r="4961" b="46673"/>
            <a:stretch>
              <a:fillRect/>
            </a:stretch>
          </p:blipFill>
          <p:spPr>
            <a:xfrm>
              <a:off x="6446843" y="4128560"/>
              <a:ext cx="3561219" cy="480266"/>
            </a:xfrm>
            <a:prstGeom prst="rect">
              <a:avLst/>
            </a:prstGeom>
          </p:spPr>
        </p:pic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FD0B5BBA-B3F2-2A38-CA50-4CB924BE2135}"/>
              </a:ext>
            </a:extLst>
          </p:cNvPr>
          <p:cNvGrpSpPr/>
          <p:nvPr/>
        </p:nvGrpSpPr>
        <p:grpSpPr>
          <a:xfrm>
            <a:off x="1818099" y="2722435"/>
            <a:ext cx="3793655" cy="2844800"/>
            <a:chOff x="1828799" y="2269198"/>
            <a:chExt cx="3793655" cy="2844800"/>
          </a:xfrm>
        </p:grpSpPr>
        <p:pic>
          <p:nvPicPr>
            <p:cNvPr id="17" name="그림 16" descr="A LSTM neural network.">
              <a:extLst>
                <a:ext uri="{FF2B5EF4-FFF2-40B4-BE49-F238E27FC236}">
                  <a16:creationId xmlns:a16="http://schemas.microsoft.com/office/drawing/2014/main" id="{20B30FC7-61A2-CD99-67E3-0723BCA9406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0065" t="13664" r="33263" b="13218"/>
            <a:stretch>
              <a:fillRect/>
            </a:stretch>
          </p:blipFill>
          <p:spPr>
            <a:xfrm>
              <a:off x="1828799" y="2269198"/>
              <a:ext cx="3793655" cy="2844800"/>
            </a:xfrm>
            <a:prstGeom prst="rect">
              <a:avLst/>
            </a:prstGeom>
          </p:spPr>
        </p:pic>
        <p:sp>
          <p:nvSpPr>
            <p:cNvPr id="18" name="Forget gate">
              <a:extLst>
                <a:ext uri="{FF2B5EF4-FFF2-40B4-BE49-F238E27FC236}">
                  <a16:creationId xmlns:a16="http://schemas.microsoft.com/office/drawing/2014/main" id="{C02C9B5C-196E-95FA-FF4A-E274E398CC62}"/>
                </a:ext>
              </a:extLst>
            </p:cNvPr>
            <p:cNvSpPr txBox="1"/>
            <p:nvPr/>
          </p:nvSpPr>
          <p:spPr>
            <a:xfrm>
              <a:off x="2005007" y="3293039"/>
              <a:ext cx="451404" cy="196551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rIns="45719" anchor="ctr">
              <a:noAutofit/>
            </a:bodyPr>
            <a:lstStyle>
              <a:lvl1pPr>
                <a:defRPr>
                  <a:solidFill>
                    <a:srgbClr val="FF2600"/>
                  </a:solidFill>
                  <a:latin typeface="나눔스퀘어OTF Bold"/>
                  <a:ea typeface="나눔스퀘어OTF Bold"/>
                  <a:cs typeface="나눔스퀘어OTF Bold"/>
                  <a:sym typeface="나눔스퀘어OTF Bold"/>
                </a:defRPr>
              </a:lvl1pPr>
            </a:lstStyle>
            <a:p>
              <a:pPr algn="ctr"/>
              <a:r>
                <a:rPr lang="en-US" sz="11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</a:t>
              </a:r>
              <a:r>
                <a:rPr sz="11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orget</a:t>
              </a:r>
            </a:p>
          </p:txBody>
        </p:sp>
        <p:sp>
          <p:nvSpPr>
            <p:cNvPr id="19" name="Input gate">
              <a:extLst>
                <a:ext uri="{FF2B5EF4-FFF2-40B4-BE49-F238E27FC236}">
                  <a16:creationId xmlns:a16="http://schemas.microsoft.com/office/drawing/2014/main" id="{2B56C774-005E-B068-4671-3CB21ABE5C7C}"/>
                </a:ext>
              </a:extLst>
            </p:cNvPr>
            <p:cNvSpPr txBox="1"/>
            <p:nvPr/>
          </p:nvSpPr>
          <p:spPr>
            <a:xfrm>
              <a:off x="3100783" y="3497642"/>
              <a:ext cx="398504" cy="196551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rIns="45719" anchor="ctr">
              <a:noAutofit/>
            </a:bodyPr>
            <a:lstStyle>
              <a:lvl1pPr>
                <a:defRPr>
                  <a:solidFill>
                    <a:srgbClr val="FF2600"/>
                  </a:solidFill>
                  <a:latin typeface="나눔스퀘어OTF Bold"/>
                  <a:ea typeface="나눔스퀘어OTF Bold"/>
                  <a:cs typeface="나눔스퀘어OTF Bold"/>
                  <a:sym typeface="나눔스퀘어OTF Bold"/>
                </a:defRPr>
              </a:lvl1pPr>
            </a:lstStyle>
            <a:p>
              <a:pPr algn="ctr"/>
              <a:r>
                <a:rPr lang="en-US" sz="11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r>
                <a:rPr sz="11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nput</a:t>
              </a:r>
            </a:p>
          </p:txBody>
        </p:sp>
        <p:sp>
          <p:nvSpPr>
            <p:cNvPr id="20" name="Output gate">
              <a:extLst>
                <a:ext uri="{FF2B5EF4-FFF2-40B4-BE49-F238E27FC236}">
                  <a16:creationId xmlns:a16="http://schemas.microsoft.com/office/drawing/2014/main" id="{02CFBBF7-7B47-6CFD-99BC-14B9EDB9A1C7}"/>
                </a:ext>
              </a:extLst>
            </p:cNvPr>
            <p:cNvSpPr txBox="1"/>
            <p:nvPr/>
          </p:nvSpPr>
          <p:spPr>
            <a:xfrm>
              <a:off x="4036146" y="3524073"/>
              <a:ext cx="483464" cy="196551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rIns="45719" anchor="ctr">
              <a:noAutofit/>
            </a:bodyPr>
            <a:lstStyle>
              <a:lvl1pPr>
                <a:defRPr>
                  <a:solidFill>
                    <a:srgbClr val="FF2600"/>
                  </a:solidFill>
                  <a:latin typeface="나눔스퀘어OTF Bold"/>
                  <a:ea typeface="나눔스퀘어OTF Bold"/>
                  <a:cs typeface="나눔스퀘어OTF Bold"/>
                  <a:sym typeface="나눔스퀘어OTF Bold"/>
                </a:defRPr>
              </a:lvl1pPr>
            </a:lstStyle>
            <a:p>
              <a:pPr algn="ctr"/>
              <a:r>
                <a:rPr lang="en-US" sz="11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  <a:r>
                <a:rPr sz="11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utput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27827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2D963-BC75-FF77-BBA5-3B958783C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B08F15-5193-D516-95E7-B2F8B4ECB253}"/>
              </a:ext>
            </a:extLst>
          </p:cNvPr>
          <p:cNvSpPr txBox="1"/>
          <p:nvPr/>
        </p:nvSpPr>
        <p:spPr>
          <a:xfrm>
            <a:off x="981475" y="2921172"/>
            <a:ext cx="10229083" cy="1015663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ko-KR"/>
            </a:defPPr>
            <a:lvl1pPr algn="ctr">
              <a:defRPr kumimoji="1" sz="6000" b="1">
                <a:solidFill>
                  <a:schemeClr val="accent5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NanumSquareOTF ExtraBold" panose="020B0600000101010101" pitchFamily="34" charset="-127"/>
                <a:cs typeface="Pretendard ExtraBold" panose="02000503000000020004" pitchFamily="2" charset="-127"/>
              </a:defRPr>
            </a:lvl1pPr>
          </a:lstStyle>
          <a:p>
            <a:r>
              <a:rPr lang="en-US" altLang="ko-KR" dirty="0"/>
              <a:t>2. State Space Model (SSM)</a:t>
            </a:r>
          </a:p>
        </p:txBody>
      </p:sp>
    </p:spTree>
    <p:extLst>
      <p:ext uri="{BB962C8B-B14F-4D97-AF65-F5344CB8AC3E}">
        <p14:creationId xmlns:p14="http://schemas.microsoft.com/office/powerpoint/2010/main" val="17034224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4B055-6D74-D0DC-4A75-64E3B39C1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내용 개체 틀 15">
            <a:extLst>
              <a:ext uri="{FF2B5EF4-FFF2-40B4-BE49-F238E27FC236}">
                <a16:creationId xmlns:a16="http://schemas.microsoft.com/office/drawing/2014/main" id="{70D3CB02-48D8-DB66-D58B-5C6262C9D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827" y="1151467"/>
            <a:ext cx="11440697" cy="5249538"/>
          </a:xfrm>
        </p:spPr>
        <p:txBody>
          <a:bodyPr/>
          <a:lstStyle/>
          <a:p>
            <a:r>
              <a:rPr lang="en-US" altLang="ko-KR" dirty="0"/>
              <a:t>SSM</a:t>
            </a:r>
          </a:p>
          <a:p>
            <a:pPr lvl="1"/>
            <a:r>
              <a:rPr lang="en-US" altLang="ko-KR" dirty="0"/>
              <a:t>“ a mathematical model of a physical system that uses </a:t>
            </a:r>
            <a:r>
              <a:rPr lang="en-US" altLang="ko-KR" dirty="0">
                <a:highlight>
                  <a:srgbClr val="EEF5FF"/>
                </a:highlight>
              </a:rPr>
              <a:t>state variables</a:t>
            </a:r>
            <a:r>
              <a:rPr lang="en-US" altLang="ko-KR" dirty="0"/>
              <a:t> </a:t>
            </a:r>
            <a:br>
              <a:rPr lang="en-US" altLang="ko-KR" dirty="0"/>
            </a:br>
            <a:r>
              <a:rPr lang="en-US" altLang="ko-KR" dirty="0"/>
              <a:t>   to track </a:t>
            </a:r>
            <a:r>
              <a:rPr lang="en-US" altLang="ko-KR" dirty="0">
                <a:highlight>
                  <a:srgbClr val="EEF5FF"/>
                </a:highlight>
              </a:rPr>
              <a:t>how inputs shape system behavior over time</a:t>
            </a:r>
            <a:r>
              <a:rPr lang="en-US" altLang="ko-KR" dirty="0"/>
              <a:t> through </a:t>
            </a:r>
            <a:br>
              <a:rPr lang="en-US" altLang="ko-KR" dirty="0"/>
            </a:br>
            <a:r>
              <a:rPr lang="en-US" altLang="ko-KR" dirty="0"/>
              <a:t>   first-order differential equations or difference equations. ” </a:t>
            </a:r>
            <a:r>
              <a:rPr lang="en-US" altLang="ko-KR" baseline="-25000" dirty="0"/>
              <a:t>– </a:t>
            </a:r>
            <a:r>
              <a:rPr lang="en-US" altLang="ko-KR" baseline="-250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Wikipedia</a:t>
            </a:r>
            <a:endParaRPr lang="en-US" altLang="ko-KR" baseline="-25000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96ABC06-04B9-3AC4-04FA-B8B9517EA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913" y="118633"/>
            <a:ext cx="11404650" cy="753795"/>
          </a:xfrm>
        </p:spPr>
        <p:txBody>
          <a:bodyPr/>
          <a:lstStyle/>
          <a:p>
            <a:r>
              <a:rPr lang="en-US" altLang="ko-KR" dirty="0"/>
              <a:t>Continuous-Time SSM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A11CB0-0B8C-72EC-28C6-ABA9A427E656}"/>
              </a:ext>
            </a:extLst>
          </p:cNvPr>
          <p:cNvSpPr txBox="1"/>
          <p:nvPr/>
        </p:nvSpPr>
        <p:spPr>
          <a:xfrm>
            <a:off x="7795967" y="226214"/>
            <a:ext cx="4145083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kumimoji="1" lang="en-US" altLang="ko-K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NanumSquareOTF ExtraBold" panose="020B0600000101010101" pitchFamily="34" charset="-127"/>
                <a:cs typeface="Pretendard ExtraBold" panose="02000503000000020004" pitchFamily="2" charset="-127"/>
              </a:rPr>
              <a:t>2. State Space Model (SSM)</a:t>
            </a:r>
          </a:p>
        </p:txBody>
      </p: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7B7E9A14-BA1E-F554-3596-B40A8F1DC0F5}"/>
              </a:ext>
            </a:extLst>
          </p:cNvPr>
          <p:cNvGrpSpPr/>
          <p:nvPr/>
        </p:nvGrpSpPr>
        <p:grpSpPr>
          <a:xfrm>
            <a:off x="1658437" y="3218568"/>
            <a:ext cx="1866889" cy="3182232"/>
            <a:chOff x="1473205" y="3208838"/>
            <a:chExt cx="1866889" cy="3182232"/>
          </a:xfrm>
        </p:grpSpPr>
        <p:sp>
          <p:nvSpPr>
            <p:cNvPr id="27" name="Google Shape;380;p22">
              <a:extLst>
                <a:ext uri="{FF2B5EF4-FFF2-40B4-BE49-F238E27FC236}">
                  <a16:creationId xmlns:a16="http://schemas.microsoft.com/office/drawing/2014/main" id="{A7BE3980-203F-EB94-6324-78B94765B2E5}"/>
                </a:ext>
              </a:extLst>
            </p:cNvPr>
            <p:cNvSpPr/>
            <p:nvPr/>
          </p:nvSpPr>
          <p:spPr>
            <a:xfrm>
              <a:off x="1473205" y="3779311"/>
              <a:ext cx="1866889" cy="2144411"/>
            </a:xfrm>
            <a:prstGeom prst="roundRect">
              <a:avLst>
                <a:gd name="adj" fmla="val 6217"/>
              </a:avLst>
            </a:prstGeom>
            <a:solidFill>
              <a:schemeClr val="bg1">
                <a:lumMod val="95000"/>
                <a:alpha val="80000"/>
              </a:schemeClr>
            </a:solidFill>
            <a:ln w="1905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914400">
                <a:buClr>
                  <a:srgbClr val="000000"/>
                </a:buClr>
              </a:pPr>
              <a:endParaRPr lang="en" altLang="ko-KR"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20" name="Google Shape;381;p22">
              <a:extLst>
                <a:ext uri="{FF2B5EF4-FFF2-40B4-BE49-F238E27FC236}">
                  <a16:creationId xmlns:a16="http://schemas.microsoft.com/office/drawing/2014/main" id="{17A42B63-05D8-1AB7-9F8C-A348ABA87742}"/>
                </a:ext>
              </a:extLst>
            </p:cNvPr>
            <p:cNvCxnSpPr>
              <a:cxnSpLocks/>
              <a:stCxn id="30" idx="0"/>
              <a:endCxn id="48" idx="2"/>
            </p:cNvCxnSpPr>
            <p:nvPr/>
          </p:nvCxnSpPr>
          <p:spPr>
            <a:xfrm flipV="1">
              <a:off x="2401235" y="4943402"/>
              <a:ext cx="0" cy="363801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1" name="Google Shape;381;p22">
              <a:extLst>
                <a:ext uri="{FF2B5EF4-FFF2-40B4-BE49-F238E27FC236}">
                  <a16:creationId xmlns:a16="http://schemas.microsoft.com/office/drawing/2014/main" id="{EE125A4C-0643-9552-9735-55073FBF05A7}"/>
                </a:ext>
              </a:extLst>
            </p:cNvPr>
            <p:cNvCxnSpPr>
              <a:cxnSpLocks/>
              <a:stCxn id="31" idx="0"/>
              <a:endCxn id="23" idx="4"/>
            </p:cNvCxnSpPr>
            <p:nvPr/>
          </p:nvCxnSpPr>
          <p:spPr>
            <a:xfrm flipH="1" flipV="1">
              <a:off x="2401234" y="3553500"/>
              <a:ext cx="1" cy="462613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2" name="Google Shape;381;p22">
              <a:extLst>
                <a:ext uri="{FF2B5EF4-FFF2-40B4-BE49-F238E27FC236}">
                  <a16:creationId xmlns:a16="http://schemas.microsoft.com/office/drawing/2014/main" id="{1D8D2A31-1460-A064-57AA-FA16E2061EAF}"/>
                </a:ext>
              </a:extLst>
            </p:cNvPr>
            <p:cNvCxnSpPr>
              <a:cxnSpLocks/>
              <a:stCxn id="28" idx="0"/>
              <a:endCxn id="30" idx="2"/>
            </p:cNvCxnSpPr>
            <p:nvPr/>
          </p:nvCxnSpPr>
          <p:spPr>
            <a:xfrm flipV="1">
              <a:off x="2401234" y="5614979"/>
              <a:ext cx="1" cy="431429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3DE11183-E967-AE9F-7A80-BAB396FDD78F}"/>
                </a:ext>
              </a:extLst>
            </p:cNvPr>
            <p:cNvSpPr/>
            <p:nvPr/>
          </p:nvSpPr>
          <p:spPr>
            <a:xfrm>
              <a:off x="2228903" y="3208838"/>
              <a:ext cx="344662" cy="344662"/>
            </a:xfrm>
            <a:prstGeom prst="ellipse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b="1" dirty="0">
                  <a:solidFill>
                    <a:schemeClr val="tx1"/>
                  </a:solidFill>
                  <a:latin typeface="Avenir Book" panose="02000503020000020003" pitchFamily="2" charset="0"/>
                </a:rPr>
                <a:t>y</a:t>
              </a:r>
              <a:endParaRPr kumimoji="1" lang="ko-KR" altLang="en-US" b="1" dirty="0">
                <a:solidFill>
                  <a:schemeClr val="tx1"/>
                </a:solidFill>
                <a:latin typeface="Avenir Book" panose="02000503020000020003" pitchFamily="2" charset="0"/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4C96141F-D1F2-2647-75CE-955CEC4A89C5}"/>
                </a:ext>
              </a:extLst>
            </p:cNvPr>
            <p:cNvSpPr/>
            <p:nvPr/>
          </p:nvSpPr>
          <p:spPr>
            <a:xfrm>
              <a:off x="2228903" y="6046408"/>
              <a:ext cx="344662" cy="344662"/>
            </a:xfrm>
            <a:prstGeom prst="ellipse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b="1" dirty="0">
                  <a:solidFill>
                    <a:schemeClr val="tx1"/>
                  </a:solidFill>
                  <a:latin typeface="Avenir Book" panose="02000503020000020003" pitchFamily="2" charset="0"/>
                </a:rPr>
                <a:t>u</a:t>
              </a:r>
              <a:endParaRPr kumimoji="1" lang="ko-KR" altLang="en-US" b="1" dirty="0">
                <a:solidFill>
                  <a:schemeClr val="tx1"/>
                </a:solidFill>
                <a:latin typeface="Avenir Book" panose="02000503020000020003" pitchFamily="2" charset="0"/>
              </a:endParaRPr>
            </a:p>
          </p:txBody>
        </p:sp>
        <p:sp>
          <p:nvSpPr>
            <p:cNvPr id="29" name="Google Shape;380;p22">
              <a:extLst>
                <a:ext uri="{FF2B5EF4-FFF2-40B4-BE49-F238E27FC236}">
                  <a16:creationId xmlns:a16="http://schemas.microsoft.com/office/drawing/2014/main" id="{FA3D496A-FEAA-B37D-C495-2FBE1D3DED8A}"/>
                </a:ext>
              </a:extLst>
            </p:cNvPr>
            <p:cNvSpPr/>
            <p:nvPr/>
          </p:nvSpPr>
          <p:spPr>
            <a:xfrm>
              <a:off x="2808950" y="4698736"/>
              <a:ext cx="323865" cy="307776"/>
            </a:xfrm>
            <a:prstGeom prst="rect">
              <a:avLst/>
            </a:prstGeom>
            <a:solidFill>
              <a:srgbClr val="FFE9E8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000000"/>
                </a:buClr>
              </a:pPr>
              <a:r>
                <a:rPr lang="en-US" altLang="ko-KR" kern="0" dirty="0">
                  <a:latin typeface="Arial" panose="020B0604020202020204" pitchFamily="34" charset="0"/>
                  <a:cs typeface="Arial" panose="020B0604020202020204" pitchFamily="34" charset="0"/>
                  <a:sym typeface="Arial"/>
                </a:rPr>
                <a:t>A</a:t>
              </a:r>
            </a:p>
          </p:txBody>
        </p:sp>
        <p:sp>
          <p:nvSpPr>
            <p:cNvPr id="30" name="Google Shape;380;p22">
              <a:extLst>
                <a:ext uri="{FF2B5EF4-FFF2-40B4-BE49-F238E27FC236}">
                  <a16:creationId xmlns:a16="http://schemas.microsoft.com/office/drawing/2014/main" id="{6EBB2F19-E1DF-331D-5BA9-383099BD2A61}"/>
                </a:ext>
              </a:extLst>
            </p:cNvPr>
            <p:cNvSpPr/>
            <p:nvPr/>
          </p:nvSpPr>
          <p:spPr>
            <a:xfrm>
              <a:off x="2239302" y="5307203"/>
              <a:ext cx="323865" cy="307776"/>
            </a:xfrm>
            <a:prstGeom prst="rect">
              <a:avLst/>
            </a:prstGeom>
            <a:solidFill>
              <a:srgbClr val="DAEFEB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000000"/>
                </a:buClr>
              </a:pPr>
              <a:r>
                <a:rPr lang="en-US" altLang="ko-KR" kern="0" dirty="0">
                  <a:latin typeface="Arial" panose="020B0604020202020204" pitchFamily="34" charset="0"/>
                  <a:cs typeface="Arial" panose="020B0604020202020204" pitchFamily="34" charset="0"/>
                  <a:sym typeface="Arial"/>
                </a:rPr>
                <a:t>B</a:t>
              </a:r>
            </a:p>
          </p:txBody>
        </p:sp>
        <p:sp>
          <p:nvSpPr>
            <p:cNvPr id="31" name="Google Shape;380;p22">
              <a:extLst>
                <a:ext uri="{FF2B5EF4-FFF2-40B4-BE49-F238E27FC236}">
                  <a16:creationId xmlns:a16="http://schemas.microsoft.com/office/drawing/2014/main" id="{D85E98A1-8858-17E6-E867-649F2E9C586D}"/>
                </a:ext>
              </a:extLst>
            </p:cNvPr>
            <p:cNvSpPr/>
            <p:nvPr/>
          </p:nvSpPr>
          <p:spPr>
            <a:xfrm>
              <a:off x="2239302" y="4016113"/>
              <a:ext cx="323865" cy="307776"/>
            </a:xfrm>
            <a:prstGeom prst="rect">
              <a:avLst/>
            </a:prstGeom>
            <a:solidFill>
              <a:srgbClr val="DCEAFF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000000"/>
                </a:buClr>
              </a:pPr>
              <a:r>
                <a:rPr lang="en-US" altLang="ko-KR" kern="0" dirty="0">
                  <a:latin typeface="Arial" panose="020B0604020202020204" pitchFamily="34" charset="0"/>
                  <a:cs typeface="Arial" panose="020B0604020202020204" pitchFamily="34" charset="0"/>
                  <a:sym typeface="Arial"/>
                </a:rPr>
                <a:t>C</a:t>
              </a:r>
            </a:p>
          </p:txBody>
        </p:sp>
        <p:cxnSp>
          <p:nvCxnSpPr>
            <p:cNvPr id="39" name="꺾인 연결선[E] 38">
              <a:extLst>
                <a:ext uri="{FF2B5EF4-FFF2-40B4-BE49-F238E27FC236}">
                  <a16:creationId xmlns:a16="http://schemas.microsoft.com/office/drawing/2014/main" id="{71D251B7-D7CF-9522-D79F-22478E964202}"/>
                </a:ext>
              </a:extLst>
            </p:cNvPr>
            <p:cNvCxnSpPr>
              <a:cxnSpLocks/>
              <a:stCxn id="29" idx="2"/>
              <a:endCxn id="85" idx="3"/>
            </p:cNvCxnSpPr>
            <p:nvPr/>
          </p:nvCxnSpPr>
          <p:spPr>
            <a:xfrm rot="5400000">
              <a:off x="2616498" y="4800345"/>
              <a:ext cx="148218" cy="560552"/>
            </a:xfrm>
            <a:prstGeom prst="bentConnector2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2" name="Google Shape;381;p22">
              <a:extLst>
                <a:ext uri="{FF2B5EF4-FFF2-40B4-BE49-F238E27FC236}">
                  <a16:creationId xmlns:a16="http://schemas.microsoft.com/office/drawing/2014/main" id="{F8883B7C-E92C-CE5D-3BA9-B613093AD1A0}"/>
                </a:ext>
              </a:extLst>
            </p:cNvPr>
            <p:cNvCxnSpPr>
              <a:cxnSpLocks/>
              <a:stCxn id="48" idx="0"/>
              <a:endCxn id="31" idx="2"/>
            </p:cNvCxnSpPr>
            <p:nvPr/>
          </p:nvCxnSpPr>
          <p:spPr>
            <a:xfrm flipV="1">
              <a:off x="2401235" y="4323889"/>
              <a:ext cx="0" cy="365153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8" name="Google Shape;380;p22">
              <a:extLst>
                <a:ext uri="{FF2B5EF4-FFF2-40B4-BE49-F238E27FC236}">
                  <a16:creationId xmlns:a16="http://schemas.microsoft.com/office/drawing/2014/main" id="{69E02F68-F116-8F2F-40C1-F750939600B8}"/>
                </a:ext>
              </a:extLst>
            </p:cNvPr>
            <p:cNvSpPr/>
            <p:nvPr/>
          </p:nvSpPr>
          <p:spPr>
            <a:xfrm>
              <a:off x="2267406" y="4689042"/>
              <a:ext cx="267657" cy="254360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000000"/>
                </a:buClr>
              </a:pPr>
              <a:r>
                <a:rPr lang="en-US" altLang="ko-KR" sz="1200" kern="0" dirty="0">
                  <a:latin typeface="Cambria Math" panose="02040503050406030204" pitchFamily="18" charset="0"/>
                  <a:ea typeface="Cambria Math" panose="02040503050406030204" pitchFamily="18" charset="0"/>
                  <a:cs typeface="Arial" panose="020B0604020202020204" pitchFamily="34" charset="0"/>
                  <a:sym typeface="Arial"/>
                </a:rPr>
                <a:t>∫</a:t>
              </a:r>
              <a:endParaRPr lang="en-US" altLang="ko-KR" kern="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  <a:sym typeface="Arial"/>
              </a:endParaRPr>
            </a:p>
          </p:txBody>
        </p:sp>
        <p:sp>
          <p:nvSpPr>
            <p:cNvPr id="53" name="Google Shape;380;p22">
              <a:extLst>
                <a:ext uri="{FF2B5EF4-FFF2-40B4-BE49-F238E27FC236}">
                  <a16:creationId xmlns:a16="http://schemas.microsoft.com/office/drawing/2014/main" id="{F4A483CB-7ABB-8CD5-63C2-62AAF7C7C7A9}"/>
                </a:ext>
              </a:extLst>
            </p:cNvPr>
            <p:cNvSpPr/>
            <p:nvPr/>
          </p:nvSpPr>
          <p:spPr>
            <a:xfrm>
              <a:off x="1634626" y="4689042"/>
              <a:ext cx="323865" cy="307776"/>
            </a:xfrm>
            <a:prstGeom prst="rect">
              <a:avLst/>
            </a:prstGeom>
            <a:solidFill>
              <a:srgbClr val="E8E8E8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000000"/>
                </a:buClr>
              </a:pPr>
              <a:r>
                <a:rPr lang="en-US" altLang="ko-KR" kern="0" dirty="0">
                  <a:latin typeface="Arial" panose="020B0604020202020204" pitchFamily="34" charset="0"/>
                  <a:cs typeface="Arial" panose="020B0604020202020204" pitchFamily="34" charset="0"/>
                  <a:sym typeface="Arial"/>
                </a:rPr>
                <a:t>D</a:t>
              </a: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44F33126-8582-6F9B-25FF-903A4C4FD124}"/>
                </a:ext>
              </a:extLst>
            </p:cNvPr>
            <p:cNvSpPr/>
            <p:nvPr/>
          </p:nvSpPr>
          <p:spPr>
            <a:xfrm>
              <a:off x="2395384" y="5783269"/>
              <a:ext cx="10691" cy="1149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5FADE767-DAE8-0A54-3587-CF050BB38563}"/>
                </a:ext>
              </a:extLst>
            </p:cNvPr>
            <p:cNvSpPr/>
            <p:nvPr/>
          </p:nvSpPr>
          <p:spPr>
            <a:xfrm flipV="1">
              <a:off x="2397753" y="4535280"/>
              <a:ext cx="8454" cy="712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62" name="꺾인 연결선[E] 61">
              <a:extLst>
                <a:ext uri="{FF2B5EF4-FFF2-40B4-BE49-F238E27FC236}">
                  <a16:creationId xmlns:a16="http://schemas.microsoft.com/office/drawing/2014/main" id="{5D46DB56-0374-F93A-C1A5-5B6AED8A47DB}"/>
                </a:ext>
              </a:extLst>
            </p:cNvPr>
            <p:cNvCxnSpPr>
              <a:cxnSpLocks/>
              <a:stCxn id="56" idx="3"/>
              <a:endCxn id="29" idx="0"/>
            </p:cNvCxnSpPr>
            <p:nvPr/>
          </p:nvCxnSpPr>
          <p:spPr>
            <a:xfrm>
              <a:off x="2406207" y="4538843"/>
              <a:ext cx="564676" cy="159893"/>
            </a:xfrm>
            <a:prstGeom prst="bentConnector2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2" name="꺾인 연결선[E] 71">
              <a:extLst>
                <a:ext uri="{FF2B5EF4-FFF2-40B4-BE49-F238E27FC236}">
                  <a16:creationId xmlns:a16="http://schemas.microsoft.com/office/drawing/2014/main" id="{FBB45E26-9B74-DF6B-EA00-ACDDE90ACE47}"/>
                </a:ext>
              </a:extLst>
            </p:cNvPr>
            <p:cNvCxnSpPr>
              <a:cxnSpLocks/>
              <a:stCxn id="54" idx="1"/>
              <a:endCxn id="53" idx="2"/>
            </p:cNvCxnSpPr>
            <p:nvPr/>
          </p:nvCxnSpPr>
          <p:spPr>
            <a:xfrm rot="10800000">
              <a:off x="1796560" y="4996819"/>
              <a:ext cx="598825" cy="792199"/>
            </a:xfrm>
            <a:prstGeom prst="bentConnector2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1FD6488C-43D4-9179-DA5A-DBE5FB033897}"/>
                </a:ext>
              </a:extLst>
            </p:cNvPr>
            <p:cNvSpPr/>
            <p:nvPr/>
          </p:nvSpPr>
          <p:spPr>
            <a:xfrm>
              <a:off x="2398574" y="3888223"/>
              <a:ext cx="7200" cy="11645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77" name="꺾인 연결선[E] 76">
              <a:extLst>
                <a:ext uri="{FF2B5EF4-FFF2-40B4-BE49-F238E27FC236}">
                  <a16:creationId xmlns:a16="http://schemas.microsoft.com/office/drawing/2014/main" id="{DF8DAB0F-FA0A-BBA6-CE8D-F5050A3391F9}"/>
                </a:ext>
              </a:extLst>
            </p:cNvPr>
            <p:cNvCxnSpPr>
              <a:cxnSpLocks/>
              <a:stCxn id="53" idx="0"/>
              <a:endCxn id="76" idx="1"/>
            </p:cNvCxnSpPr>
            <p:nvPr/>
          </p:nvCxnSpPr>
          <p:spPr>
            <a:xfrm rot="5400000" flipH="1" flipV="1">
              <a:off x="1700068" y="3990537"/>
              <a:ext cx="794996" cy="602015"/>
            </a:xfrm>
            <a:prstGeom prst="bentConnector2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B8A8E137-FF71-5E42-EA3B-1B4EA8C8E64B}"/>
                </a:ext>
              </a:extLst>
            </p:cNvPr>
            <p:cNvSpPr/>
            <p:nvPr/>
          </p:nvSpPr>
          <p:spPr>
            <a:xfrm>
              <a:off x="2399640" y="5148982"/>
              <a:ext cx="10691" cy="1149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FFB4407D-F7B0-5A9F-13DA-61CBCF7401AA}"/>
                  </a:ext>
                </a:extLst>
              </p:cNvPr>
              <p:cNvSpPr txBox="1"/>
              <p:nvPr/>
            </p:nvSpPr>
            <p:spPr>
              <a:xfrm>
                <a:off x="5110592" y="3750037"/>
                <a:ext cx="4712956" cy="13045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800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ar-AE" altLang="ko-KR" sz="2800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altLang="ko-KR" sz="2800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d>
                      <m:dPr>
                        <m:ctrlPr>
                          <a:rPr lang="ar-AE" altLang="ko-KR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altLang="ko-KR" sz="280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ar-AE" altLang="ko-KR" sz="28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altLang="ko-KR" sz="2800" b="1" i="1" dirty="0">
                        <a:latin typeface="Cambria Math" panose="02040503050406030204" pitchFamily="18" charset="0"/>
                      </a:rPr>
                      <m:t>𝑨</m:t>
                    </m:r>
                    <m:d>
                      <m:dPr>
                        <m:ctrlPr>
                          <a:rPr lang="ar-AE" altLang="ko-KR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altLang="ko-KR" sz="280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ar-AE" altLang="ko-KR" sz="2800" b="1" i="1" dirty="0">
                        <a:latin typeface="Cambria Math" panose="02040503050406030204" pitchFamily="18" charset="0"/>
                      </a:rPr>
                      <m:t>𝒙</m:t>
                    </m:r>
                    <m:d>
                      <m:dPr>
                        <m:ctrlPr>
                          <a:rPr lang="ar-AE" altLang="ko-KR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altLang="ko-KR" sz="280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ar-AE" altLang="ko-KR" sz="28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altLang="ko-KR" sz="2800" b="1" i="1" dirty="0">
                        <a:latin typeface="Cambria Math" panose="02040503050406030204" pitchFamily="18" charset="0"/>
                      </a:rPr>
                      <m:t>𝑩</m:t>
                    </m:r>
                    <m:d>
                      <m:dPr>
                        <m:ctrlPr>
                          <a:rPr lang="ar-AE" altLang="ko-KR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altLang="ko-KR" sz="280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ar-AE" altLang="ko-KR" sz="2800" b="1" i="1" dirty="0">
                        <a:latin typeface="Cambria Math" panose="02040503050406030204" pitchFamily="18" charset="0"/>
                      </a:rPr>
                      <m:t>𝒖</m:t>
                    </m:r>
                    <m:d>
                      <m:dPr>
                        <m:ctrlPr>
                          <a:rPr lang="ar-AE" altLang="ko-KR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altLang="ko-KR" sz="280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ar-AE" altLang="ko-KR" sz="28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2800" b="1" dirty="0"/>
                  <a:t> </a:t>
                </a:r>
                <a14:m>
                  <m:oMath xmlns:m="http://schemas.openxmlformats.org/officeDocument/2006/math">
                    <m:r>
                      <a:rPr lang="en-US" altLang="ko-KR" sz="2800" b="1" i="1" dirty="0" smtClean="0">
                        <a:latin typeface="Cambria Math" panose="02040503050406030204" pitchFamily="18" charset="0"/>
                      </a:rPr>
                      <m:t>𝒚</m:t>
                    </m:r>
                    <m:d>
                      <m:dPr>
                        <m:ctrlPr>
                          <a:rPr lang="ar-AE" altLang="ko-KR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altLang="ko-KR" sz="280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ar-AE" altLang="ko-KR" sz="28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800" b="1" i="1" dirty="0" smtClean="0">
                        <a:latin typeface="Cambria Math" panose="02040503050406030204" pitchFamily="18" charset="0"/>
                      </a:rPr>
                      <m:t>𝑪</m:t>
                    </m:r>
                    <m:d>
                      <m:dPr>
                        <m:ctrlPr>
                          <a:rPr lang="ar-AE" altLang="ko-KR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altLang="ko-KR" sz="280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ar-AE" altLang="ko-KR" sz="2800" b="1" i="1" dirty="0">
                        <a:latin typeface="Cambria Math" panose="02040503050406030204" pitchFamily="18" charset="0"/>
                      </a:rPr>
                      <m:t>𝒙</m:t>
                    </m:r>
                    <m:d>
                      <m:dPr>
                        <m:ctrlPr>
                          <a:rPr lang="ar-AE" altLang="ko-KR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altLang="ko-KR" sz="280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ar-AE" altLang="ko-KR" sz="28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2800" b="1" i="1" dirty="0" smtClean="0">
                        <a:latin typeface="Cambria Math" panose="02040503050406030204" pitchFamily="18" charset="0"/>
                      </a:rPr>
                      <m:t>𝑫</m:t>
                    </m:r>
                    <m:d>
                      <m:dPr>
                        <m:ctrlPr>
                          <a:rPr lang="ar-AE" altLang="ko-KR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altLang="ko-KR" sz="280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ar-AE" altLang="ko-KR" sz="2800" b="1" i="1" dirty="0">
                        <a:latin typeface="Cambria Math" panose="02040503050406030204" pitchFamily="18" charset="0"/>
                      </a:rPr>
                      <m:t>𝒖</m:t>
                    </m:r>
                    <m:d>
                      <m:dPr>
                        <m:ctrlPr>
                          <a:rPr lang="ar-AE" altLang="ko-KR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altLang="ko-KR" sz="280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ar-AE" altLang="ko-KR" sz="28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FFB4407D-F7B0-5A9F-13DA-61CBCF7401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0592" y="3750037"/>
                <a:ext cx="4712956" cy="1304524"/>
              </a:xfrm>
              <a:prstGeom prst="rect">
                <a:avLst/>
              </a:prstGeom>
              <a:blipFill>
                <a:blip r:embed="rId4"/>
                <a:stretch>
                  <a:fillRect r="-1344" b="-116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635A37CC-6F15-73F9-A27E-E9AFF1532D87}"/>
                  </a:ext>
                </a:extLst>
              </p:cNvPr>
              <p:cNvSpPr txBox="1"/>
              <p:nvPr/>
            </p:nvSpPr>
            <p:spPr>
              <a:xfrm>
                <a:off x="4503215" y="5253294"/>
                <a:ext cx="5927710" cy="97333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txBody>
              <a:bodyPr wrap="square" lIns="90000" tIns="0" anchor="ctr">
                <a:noAutofit/>
              </a:bodyPr>
              <a:lstStyle/>
              <a:p>
                <a:pPr algn="ctr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ar-AE" altLang="ko-KR" sz="2000" b="1" i="1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altLang="ko-KR" sz="2000" b="0" i="1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ko-KR" sz="2000" b="0" i="1" dirty="0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 dirty="0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sSub>
                            <m:sSubPr>
                              <m:ctrlPr>
                                <a:rPr lang="en-US" altLang="ko-KR" sz="2000" b="0" i="1" dirty="0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dirty="0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2000" b="0" i="0" dirty="0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</m:t>
                              </m:r>
                            </m:sub>
                          </m:sSub>
                        </m:sup>
                      </m:sSup>
                      <m:r>
                        <a:rPr lang="en-US" altLang="ko-KR" sz="2000" b="0" i="1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, </m:t>
                      </m:r>
                      <m:r>
                        <a:rPr lang="en-US" altLang="ko-KR" sz="2000" b="1" i="1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ko-KR" sz="2000" b="1" i="1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𝒚</m:t>
                      </m:r>
                      <m:r>
                        <a:rPr lang="en-US" altLang="ko-KR" sz="2000" i="1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ko-KR" sz="2000" i="1" dirty="0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 dirty="0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sSub>
                            <m:sSubPr>
                              <m:ctrlPr>
                                <a:rPr lang="en-US" altLang="ko-KR" sz="2000" i="1" dirty="0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 dirty="0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2000" b="0" i="0" dirty="0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</m:sup>
                      </m:sSup>
                      <m:r>
                        <a:rPr lang="en-US" altLang="ko-KR" sz="2000" i="1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,</m:t>
                      </m:r>
                      <m:r>
                        <a:rPr lang="en-US" altLang="ko-KR" sz="2000" b="1" i="1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r>
                        <a:rPr lang="en-US" altLang="ko-KR" sz="2000" b="1" i="1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n-US" altLang="ko-KR" sz="2000" i="1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ko-KR" sz="2000" i="1" dirty="0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 dirty="0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sSub>
                            <m:sSubPr>
                              <m:ctrlPr>
                                <a:rPr lang="en-US" altLang="ko-KR" sz="2000" i="1" dirty="0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 dirty="0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2000" b="0" i="0" dirty="0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 altLang="ko-KR" sz="2000" i="1" dirty="0">
                  <a:solidFill>
                    <a:schemeClr val="bg2">
                      <a:lumMod val="5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>
                  <a:lnSpc>
                    <a:spcPct val="120000"/>
                  </a:lnSpc>
                </a:pPr>
                <a:r>
                  <a:rPr lang="en-US" altLang="ko-KR" sz="2000" b="1" dirty="0">
                    <a:solidFill>
                      <a:schemeClr val="bg2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ar-AE" altLang="ko-KR" sz="2000" b="1" i="1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ko-KR" sz="2000" b="1" i="1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US" altLang="ko-KR" sz="2000" i="1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</m:t>
                        </m:r>
                      </m:sub>
                    </m:sSub>
                    <m:r>
                      <a:rPr lang="en-US" altLang="ko-KR" sz="2000" i="1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 </m:t>
                    </m:r>
                    <m:sSub>
                      <m:sSubPr>
                        <m:ctrlPr>
                          <a:rPr lang="en-US" altLang="ko-KR" sz="2000" i="1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</m:t>
                        </m:r>
                      </m:sub>
                    </m:sSub>
                    <m:r>
                      <a:rPr lang="en-US" altLang="ko-KR" sz="2000" b="1" i="1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,   </m:t>
                    </m:r>
                    <m:r>
                      <a:rPr lang="en-US" altLang="ko-KR" sz="2000" b="1" i="1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𝑩</m:t>
                    </m:r>
                    <m:r>
                      <a:rPr lang="en-US" altLang="ko-KR" sz="2000" b="1" i="1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US" altLang="ko-KR" sz="2000" i="1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lang="en-US" altLang="ko-KR" sz="2000" i="1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 </m:t>
                    </m:r>
                    <m:sSub>
                      <m:sSubPr>
                        <m:ctrlPr>
                          <a:rPr lang="en-US" altLang="ko-KR" sz="2000" i="1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</m:t>
                        </m:r>
                      </m:sub>
                    </m:sSub>
                    <m:r>
                      <a:rPr lang="en-US" altLang="ko-KR" sz="2000" b="0" i="1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, </m:t>
                    </m:r>
                    <m:r>
                      <a:rPr lang="en-US" altLang="ko-KR" sz="2000" b="1" i="0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ko-KR" sz="2000" b="1" i="1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ko-KR" sz="2000" b="1" i="1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US" altLang="ko-KR" sz="2000" i="1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</m:t>
                        </m:r>
                      </m:sub>
                    </m:sSub>
                    <m:r>
                      <a:rPr lang="en-US" altLang="ko-KR" sz="2000" i="1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 </m:t>
                    </m:r>
                    <m:sSub>
                      <m:sSubPr>
                        <m:ctrlPr>
                          <a:rPr lang="en-US" altLang="ko-KR" sz="2000" i="1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 altLang="ko-KR" sz="2000" b="1" i="1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,   </m:t>
                    </m:r>
                    <m:r>
                      <a:rPr lang="en-US" altLang="ko-KR" sz="2000" b="1" i="1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𝑫</m:t>
                    </m:r>
                    <m:r>
                      <a:rPr lang="en-US" altLang="ko-KR" sz="2000" b="1" i="1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US" altLang="ko-KR" sz="2000" i="1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lang="en-US" altLang="ko-KR" sz="2000" i="1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 </m:t>
                    </m:r>
                    <m:sSub>
                      <m:sSubPr>
                        <m:ctrlPr>
                          <a:rPr lang="en-US" altLang="ko-KR" sz="2000" i="1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endParaRPr lang="en-US" altLang="ko-KR" sz="2000" i="1" dirty="0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635A37CC-6F15-73F9-A27E-E9AFF1532D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3215" y="5253294"/>
                <a:ext cx="5927710" cy="97333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bg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" name="TextBox 106">
            <a:extLst>
              <a:ext uri="{FF2B5EF4-FFF2-40B4-BE49-F238E27FC236}">
                <a16:creationId xmlns:a16="http://schemas.microsoft.com/office/drawing/2014/main" id="{75CC3A0A-B32A-B8F6-6F09-9379DE4D0470}"/>
              </a:ext>
            </a:extLst>
          </p:cNvPr>
          <p:cNvSpPr txBox="1"/>
          <p:nvPr/>
        </p:nvSpPr>
        <p:spPr>
          <a:xfrm>
            <a:off x="9983519" y="2109631"/>
            <a:ext cx="1883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dirty="0">
                <a:solidFill>
                  <a:schemeClr val="accent4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hidden state</a:t>
            </a:r>
            <a:endParaRPr lang="ko-KR" altLang="en-US" sz="1200" dirty="0">
              <a:solidFill>
                <a:schemeClr val="accent4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6317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83FAB-8D89-5E04-3C8D-D54197A8A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내용 개체 틀 15">
            <a:extLst>
              <a:ext uri="{FF2B5EF4-FFF2-40B4-BE49-F238E27FC236}">
                <a16:creationId xmlns:a16="http://schemas.microsoft.com/office/drawing/2014/main" id="{E6C528EC-F0D2-FE7E-16C0-81973CCAA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827" y="1151467"/>
            <a:ext cx="11440697" cy="5249538"/>
          </a:xfrm>
        </p:spPr>
        <p:txBody>
          <a:bodyPr/>
          <a:lstStyle/>
          <a:p>
            <a:r>
              <a:rPr lang="en-US" altLang="ko-KR" dirty="0"/>
              <a:t>SSM in deep learning</a:t>
            </a:r>
          </a:p>
          <a:p>
            <a:pPr lvl="1"/>
            <a:r>
              <a:rPr lang="en-US" altLang="ko-KR" dirty="0"/>
              <a:t>Single-Input Single-Output</a:t>
            </a:r>
            <a:r>
              <a:rPr lang="en-US" altLang="ko-KR" baseline="30000" dirty="0"/>
              <a:t> (SISO)</a:t>
            </a:r>
            <a:r>
              <a:rPr lang="en-US" altLang="ko-KR" dirty="0"/>
              <a:t>, Linear Time-Invariant</a:t>
            </a:r>
            <a:r>
              <a:rPr lang="en-US" altLang="ko-KR" baseline="30000" dirty="0"/>
              <a:t> (LTI)</a:t>
            </a:r>
            <a:r>
              <a:rPr lang="en-US" altLang="ko-KR" dirty="0"/>
              <a:t>  System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77A54B2-E948-31C8-B615-01A6D4572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913" y="118633"/>
            <a:ext cx="11404650" cy="753795"/>
          </a:xfrm>
        </p:spPr>
        <p:txBody>
          <a:bodyPr/>
          <a:lstStyle/>
          <a:p>
            <a:r>
              <a:rPr lang="en-US" altLang="ko-KR" dirty="0"/>
              <a:t>Continuous-Time SSM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38AFF0-737F-A246-4D95-00F68A547491}"/>
              </a:ext>
            </a:extLst>
          </p:cNvPr>
          <p:cNvSpPr txBox="1"/>
          <p:nvPr/>
        </p:nvSpPr>
        <p:spPr>
          <a:xfrm>
            <a:off x="7795967" y="226214"/>
            <a:ext cx="4145083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kumimoji="1" lang="en-US" altLang="ko-K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NanumSquareOTF ExtraBold" panose="020B0600000101010101" pitchFamily="34" charset="-127"/>
                <a:cs typeface="Pretendard ExtraBold" panose="02000503000000020004" pitchFamily="2" charset="-127"/>
              </a:rPr>
              <a:t>2. State Space Model (SSM)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0CC8795-90FA-1412-32FE-6F1ACCB638BC}"/>
                  </a:ext>
                </a:extLst>
              </p:cNvPr>
              <p:cNvSpPr txBox="1"/>
              <p:nvPr/>
            </p:nvSpPr>
            <p:spPr>
              <a:xfrm>
                <a:off x="5519568" y="2963099"/>
                <a:ext cx="3895005" cy="13045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50000"/>
                  </a:lnSpc>
                </a:pPr>
                <a:r>
                  <a:rPr lang="en-US" altLang="ko-KR" sz="2800" b="1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sz="28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8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</m:acc>
                    <m:d>
                      <m:dPr>
                        <m:ctrlPr>
                          <a:rPr lang="ar-AE" altLang="ko-KR" sz="28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altLang="ko-KR" sz="28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ar-AE" altLang="ko-KR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altLang="ko-KR" sz="28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ko-KR" sz="28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d>
                      <m:dPr>
                        <m:ctrlPr>
                          <a:rPr lang="ar-AE" altLang="ko-KR" sz="28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altLang="ko-KR" sz="28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ar-AE" altLang="ko-KR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altLang="ko-KR" sz="28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ko-KR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ar-AE" altLang="ko-KR" sz="28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altLang="ko-KR" sz="28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ar-AE" altLang="ko-KR" sz="28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lvl="0">
                  <a:lnSpc>
                    <a:spcPct val="150000"/>
                  </a:lnSpc>
                </a:pPr>
                <a:r>
                  <a:rPr lang="en-US" altLang="ko-KR" sz="28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ar-AE" altLang="ko-KR" sz="28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altLang="ko-KR" sz="28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ar-AE" altLang="ko-KR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8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ko-KR" sz="28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d>
                      <m:dPr>
                        <m:ctrlPr>
                          <a:rPr lang="ar-AE" altLang="ko-KR" sz="28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altLang="ko-KR" sz="28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ar-AE" altLang="ko-KR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2800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ko-KR" sz="28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ar-AE" altLang="ko-KR" sz="28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altLang="ko-KR" sz="28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ar-AE" altLang="ko-KR" sz="28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0CC8795-90FA-1412-32FE-6F1ACCB63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9568" y="2963099"/>
                <a:ext cx="3895005" cy="1304524"/>
              </a:xfrm>
              <a:prstGeom prst="rect">
                <a:avLst/>
              </a:prstGeom>
              <a:blipFill>
                <a:blip r:embed="rId3"/>
                <a:stretch>
                  <a:fillRect b="-116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7EAE527-62EE-90C2-7CE1-00F2222FC5C0}"/>
                  </a:ext>
                </a:extLst>
              </p:cNvPr>
              <p:cNvSpPr txBox="1"/>
              <p:nvPr/>
            </p:nvSpPr>
            <p:spPr>
              <a:xfrm>
                <a:off x="4503215" y="4471631"/>
                <a:ext cx="5927710" cy="97333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txBody>
              <a:bodyPr wrap="square" lIns="90000" tIns="0" anchor="ctr">
                <a:noAutofit/>
              </a:bodyPr>
              <a:lstStyle/>
              <a:p>
                <a:pPr algn="ctr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en-US" altLang="ko-KR" sz="2000" b="1" i="1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ko-KR" sz="2000" b="0" i="1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ko-KR" sz="2000" i="1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  <m:r>
                        <a:rPr lang="en-US" altLang="ko-KR" sz="2000" b="0" i="1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altLang="ko-KR" sz="2000" b="1" i="1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ko-KR" sz="2000" b="1" i="1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𝒚</m:t>
                      </m:r>
                      <m:r>
                        <a:rPr lang="en-US" altLang="ko-KR" sz="2000" i="1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ko-KR" sz="2000" i="1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  <m:r>
                        <a:rPr lang="en-US" altLang="ko-KR" sz="2000" i="1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ko-KR" sz="2000" b="1" i="1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r>
                        <a:rPr lang="en-US" altLang="ko-KR" sz="2000" b="1" i="1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𝒔</m:t>
                      </m:r>
                      <m:r>
                        <a:rPr lang="en-US" altLang="ko-KR" sz="2000" i="1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ko-KR" sz="2000" i="1" dirty="0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 dirty="0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sSub>
                            <m:sSubPr>
                              <m:ctrlPr>
                                <a:rPr lang="en-US" altLang="ko-KR" sz="2000" i="1" dirty="0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 dirty="0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2000" b="0" i="0" dirty="0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 altLang="ko-KR" sz="2000" i="1" dirty="0">
                  <a:solidFill>
                    <a:schemeClr val="bg2">
                      <a:lumMod val="5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>
                  <a:lnSpc>
                    <a:spcPct val="120000"/>
                  </a:lnSpc>
                </a:pPr>
                <a:r>
                  <a:rPr lang="en-US" altLang="ko-KR" sz="2000" b="1" dirty="0">
                    <a:solidFill>
                      <a:schemeClr val="bg2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ar-AE" altLang="ko-KR" sz="2000" b="1" i="1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ko-KR" sz="2000" b="1" i="1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US" altLang="ko-KR" sz="2000" i="1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</m:t>
                        </m:r>
                      </m:sub>
                    </m:sSub>
                    <m:r>
                      <a:rPr lang="en-US" altLang="ko-KR" sz="2000" i="1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 </m:t>
                    </m:r>
                    <m:sSub>
                      <m:sSubPr>
                        <m:ctrlPr>
                          <a:rPr lang="en-US" altLang="ko-KR" sz="2000" i="1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</m:t>
                        </m:r>
                      </m:sub>
                    </m:sSub>
                    <m:r>
                      <a:rPr lang="en-US" altLang="ko-KR" sz="2000" b="1" i="1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,   </m:t>
                    </m:r>
                    <m:r>
                      <a:rPr lang="en-US" altLang="ko-KR" sz="2000" b="1" i="1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𝑩</m:t>
                    </m:r>
                    <m:r>
                      <a:rPr lang="en-US" altLang="ko-KR" sz="2000" b="1" i="1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ko-KR" sz="2000" b="0" i="1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ko-KR" sz="2000" i="1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 </m:t>
                    </m:r>
                    <m:sSub>
                      <m:sSubPr>
                        <m:ctrlPr>
                          <a:rPr lang="en-US" altLang="ko-KR" sz="2000" i="1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</m:t>
                        </m:r>
                      </m:sub>
                    </m:sSub>
                    <m:r>
                      <a:rPr lang="en-US" altLang="ko-KR" sz="2000" b="0" i="1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,</m:t>
                    </m:r>
                    <m:r>
                      <a:rPr lang="en-US" altLang="ko-KR" sz="2000" b="1" i="0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en-US" altLang="ko-KR" sz="2000" b="1" i="1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ko-KR" sz="2000" b="1" i="1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US" altLang="ko-KR" sz="2000" i="1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</m:t>
                        </m:r>
                      </m:sub>
                    </m:sSub>
                    <m:r>
                      <a:rPr lang="en-US" altLang="ko-KR" sz="2000" i="1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 1</m:t>
                    </m:r>
                    <m:r>
                      <a:rPr lang="en-US" altLang="ko-KR" sz="2000" b="1" i="1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,  </m:t>
                    </m:r>
                    <m:r>
                      <a:rPr lang="en-US" altLang="ko-KR" sz="2000" b="0" i="1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ko-KR" sz="2000" b="0" i="1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r>
                      <a:rPr lang="en-US" altLang="ko-KR" sz="2000" b="1" i="1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ko-KR" sz="2000" b="0" i="1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1 </m:t>
                    </m:r>
                    <m:r>
                      <a:rPr lang="en-US" altLang="ko-KR" sz="2000" i="1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1</m:t>
                    </m:r>
                  </m:oMath>
                </a14:m>
                <a:endParaRPr lang="en-US" altLang="ko-KR" sz="2000" i="1" dirty="0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7EAE527-62EE-90C2-7CE1-00F2222FC5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3215" y="4471631"/>
                <a:ext cx="5927710" cy="9733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bg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그룹 54">
            <a:extLst>
              <a:ext uri="{FF2B5EF4-FFF2-40B4-BE49-F238E27FC236}">
                <a16:creationId xmlns:a16="http://schemas.microsoft.com/office/drawing/2014/main" id="{A5C2D475-3056-4D26-86A6-09B2311ACAF9}"/>
              </a:ext>
            </a:extLst>
          </p:cNvPr>
          <p:cNvGrpSpPr/>
          <p:nvPr/>
        </p:nvGrpSpPr>
        <p:grpSpPr>
          <a:xfrm>
            <a:off x="1658437" y="2475790"/>
            <a:ext cx="1866889" cy="3182232"/>
            <a:chOff x="1473205" y="3208838"/>
            <a:chExt cx="1866889" cy="3182232"/>
          </a:xfrm>
        </p:grpSpPr>
        <p:sp>
          <p:nvSpPr>
            <p:cNvPr id="56" name="Google Shape;380;p22">
              <a:extLst>
                <a:ext uri="{FF2B5EF4-FFF2-40B4-BE49-F238E27FC236}">
                  <a16:creationId xmlns:a16="http://schemas.microsoft.com/office/drawing/2014/main" id="{DCDC474B-48EA-BBA5-6AC3-61D702DDF866}"/>
                </a:ext>
              </a:extLst>
            </p:cNvPr>
            <p:cNvSpPr/>
            <p:nvPr/>
          </p:nvSpPr>
          <p:spPr>
            <a:xfrm>
              <a:off x="1473205" y="3779311"/>
              <a:ext cx="1866889" cy="2144411"/>
            </a:xfrm>
            <a:prstGeom prst="roundRect">
              <a:avLst>
                <a:gd name="adj" fmla="val 6217"/>
              </a:avLst>
            </a:prstGeom>
            <a:solidFill>
              <a:schemeClr val="bg1">
                <a:lumMod val="95000"/>
                <a:alpha val="80000"/>
              </a:schemeClr>
            </a:solidFill>
            <a:ln w="1905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914400">
                <a:buClr>
                  <a:srgbClr val="000000"/>
                </a:buClr>
              </a:pPr>
              <a:endParaRPr lang="en" altLang="ko-KR"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57" name="Google Shape;381;p22">
              <a:extLst>
                <a:ext uri="{FF2B5EF4-FFF2-40B4-BE49-F238E27FC236}">
                  <a16:creationId xmlns:a16="http://schemas.microsoft.com/office/drawing/2014/main" id="{7DBAD992-6605-CCC5-A3FF-8027841DBF7A}"/>
                </a:ext>
              </a:extLst>
            </p:cNvPr>
            <p:cNvCxnSpPr>
              <a:cxnSpLocks/>
              <a:stCxn id="63" idx="0"/>
              <a:endCxn id="67" idx="2"/>
            </p:cNvCxnSpPr>
            <p:nvPr/>
          </p:nvCxnSpPr>
          <p:spPr>
            <a:xfrm flipV="1">
              <a:off x="2401235" y="4943402"/>
              <a:ext cx="0" cy="363801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8" name="Google Shape;381;p22">
              <a:extLst>
                <a:ext uri="{FF2B5EF4-FFF2-40B4-BE49-F238E27FC236}">
                  <a16:creationId xmlns:a16="http://schemas.microsoft.com/office/drawing/2014/main" id="{2290E064-F6E5-5BA8-2132-E6AF33509EA9}"/>
                </a:ext>
              </a:extLst>
            </p:cNvPr>
            <p:cNvCxnSpPr>
              <a:cxnSpLocks/>
              <a:stCxn id="64" idx="0"/>
              <a:endCxn id="60" idx="4"/>
            </p:cNvCxnSpPr>
            <p:nvPr/>
          </p:nvCxnSpPr>
          <p:spPr>
            <a:xfrm flipH="1" flipV="1">
              <a:off x="2401234" y="3553500"/>
              <a:ext cx="1" cy="462613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9" name="Google Shape;381;p22">
              <a:extLst>
                <a:ext uri="{FF2B5EF4-FFF2-40B4-BE49-F238E27FC236}">
                  <a16:creationId xmlns:a16="http://schemas.microsoft.com/office/drawing/2014/main" id="{3B961E0C-11DC-7AE3-1AAE-B92EDFA0936B}"/>
                </a:ext>
              </a:extLst>
            </p:cNvPr>
            <p:cNvCxnSpPr>
              <a:cxnSpLocks/>
              <a:stCxn id="61" idx="0"/>
              <a:endCxn id="63" idx="2"/>
            </p:cNvCxnSpPr>
            <p:nvPr/>
          </p:nvCxnSpPr>
          <p:spPr>
            <a:xfrm flipV="1">
              <a:off x="2401234" y="5614979"/>
              <a:ext cx="1" cy="431429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584BBD1C-AE53-362C-89BD-C6C99999857E}"/>
                </a:ext>
              </a:extLst>
            </p:cNvPr>
            <p:cNvSpPr/>
            <p:nvPr/>
          </p:nvSpPr>
          <p:spPr>
            <a:xfrm>
              <a:off x="2228903" y="3208838"/>
              <a:ext cx="344662" cy="344662"/>
            </a:xfrm>
            <a:prstGeom prst="ellipse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b="1" dirty="0">
                  <a:solidFill>
                    <a:schemeClr val="tx1"/>
                  </a:solidFill>
                  <a:latin typeface="Avenir Book" panose="02000503020000020003" pitchFamily="2" charset="0"/>
                </a:rPr>
                <a:t>y</a:t>
              </a:r>
              <a:endParaRPr kumimoji="1" lang="ko-KR" altLang="en-US" b="1" dirty="0">
                <a:solidFill>
                  <a:schemeClr val="tx1"/>
                </a:solidFill>
                <a:latin typeface="Avenir Book" panose="02000503020000020003" pitchFamily="2" charset="0"/>
              </a:endParaRPr>
            </a:p>
          </p:txBody>
        </p:sp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4F9B031E-662A-A10D-A6F3-849BCC4B3BA0}"/>
                </a:ext>
              </a:extLst>
            </p:cNvPr>
            <p:cNvSpPr/>
            <p:nvPr/>
          </p:nvSpPr>
          <p:spPr>
            <a:xfrm>
              <a:off x="2228903" y="6046408"/>
              <a:ext cx="344662" cy="344662"/>
            </a:xfrm>
            <a:prstGeom prst="ellipse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b="1" dirty="0">
                  <a:solidFill>
                    <a:schemeClr val="tx1"/>
                  </a:solidFill>
                  <a:latin typeface="Avenir Book" panose="02000503020000020003" pitchFamily="2" charset="0"/>
                </a:rPr>
                <a:t>u</a:t>
              </a:r>
              <a:endParaRPr kumimoji="1" lang="ko-KR" altLang="en-US" b="1" dirty="0">
                <a:solidFill>
                  <a:schemeClr val="tx1"/>
                </a:solidFill>
                <a:latin typeface="Avenir Book" panose="02000503020000020003" pitchFamily="2" charset="0"/>
              </a:endParaRPr>
            </a:p>
          </p:txBody>
        </p:sp>
        <p:sp>
          <p:nvSpPr>
            <p:cNvPr id="62" name="Google Shape;380;p22">
              <a:extLst>
                <a:ext uri="{FF2B5EF4-FFF2-40B4-BE49-F238E27FC236}">
                  <a16:creationId xmlns:a16="http://schemas.microsoft.com/office/drawing/2014/main" id="{40A76CBA-755E-BFEC-438C-333B255ABD24}"/>
                </a:ext>
              </a:extLst>
            </p:cNvPr>
            <p:cNvSpPr/>
            <p:nvPr/>
          </p:nvSpPr>
          <p:spPr>
            <a:xfrm>
              <a:off x="2808950" y="4698736"/>
              <a:ext cx="323865" cy="307776"/>
            </a:xfrm>
            <a:prstGeom prst="rect">
              <a:avLst/>
            </a:prstGeom>
            <a:solidFill>
              <a:srgbClr val="FFE9E8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000000"/>
                </a:buClr>
              </a:pPr>
              <a:r>
                <a:rPr lang="en-US" altLang="ko-KR" kern="0" dirty="0">
                  <a:latin typeface="Arial" panose="020B0604020202020204" pitchFamily="34" charset="0"/>
                  <a:cs typeface="Arial" panose="020B0604020202020204" pitchFamily="34" charset="0"/>
                  <a:sym typeface="Arial"/>
                </a:rPr>
                <a:t>A</a:t>
              </a:r>
            </a:p>
          </p:txBody>
        </p:sp>
        <p:sp>
          <p:nvSpPr>
            <p:cNvPr id="63" name="Google Shape;380;p22">
              <a:extLst>
                <a:ext uri="{FF2B5EF4-FFF2-40B4-BE49-F238E27FC236}">
                  <a16:creationId xmlns:a16="http://schemas.microsoft.com/office/drawing/2014/main" id="{6FF4C5EC-89D8-4A0B-FEE0-EE6811EA5653}"/>
                </a:ext>
              </a:extLst>
            </p:cNvPr>
            <p:cNvSpPr/>
            <p:nvPr/>
          </p:nvSpPr>
          <p:spPr>
            <a:xfrm>
              <a:off x="2239302" y="5307203"/>
              <a:ext cx="323865" cy="307776"/>
            </a:xfrm>
            <a:prstGeom prst="rect">
              <a:avLst/>
            </a:prstGeom>
            <a:solidFill>
              <a:srgbClr val="DAEFEB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000000"/>
                </a:buClr>
              </a:pPr>
              <a:r>
                <a:rPr lang="en-US" altLang="ko-KR" kern="0" dirty="0">
                  <a:latin typeface="Arial" panose="020B0604020202020204" pitchFamily="34" charset="0"/>
                  <a:cs typeface="Arial" panose="020B0604020202020204" pitchFamily="34" charset="0"/>
                  <a:sym typeface="Arial"/>
                </a:rPr>
                <a:t>B</a:t>
              </a:r>
            </a:p>
          </p:txBody>
        </p:sp>
        <p:sp>
          <p:nvSpPr>
            <p:cNvPr id="64" name="Google Shape;380;p22">
              <a:extLst>
                <a:ext uri="{FF2B5EF4-FFF2-40B4-BE49-F238E27FC236}">
                  <a16:creationId xmlns:a16="http://schemas.microsoft.com/office/drawing/2014/main" id="{709E47E1-A001-5FFF-8A83-B7F4AEE2759B}"/>
                </a:ext>
              </a:extLst>
            </p:cNvPr>
            <p:cNvSpPr/>
            <p:nvPr/>
          </p:nvSpPr>
          <p:spPr>
            <a:xfrm>
              <a:off x="2239302" y="4016113"/>
              <a:ext cx="323865" cy="307776"/>
            </a:xfrm>
            <a:prstGeom prst="rect">
              <a:avLst/>
            </a:prstGeom>
            <a:solidFill>
              <a:srgbClr val="DCEAFF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000000"/>
                </a:buClr>
              </a:pPr>
              <a:r>
                <a:rPr lang="en-US" altLang="ko-KR" kern="0" dirty="0">
                  <a:latin typeface="Arial" panose="020B0604020202020204" pitchFamily="34" charset="0"/>
                  <a:cs typeface="Arial" panose="020B0604020202020204" pitchFamily="34" charset="0"/>
                  <a:sym typeface="Arial"/>
                </a:rPr>
                <a:t>C</a:t>
              </a:r>
            </a:p>
          </p:txBody>
        </p:sp>
        <p:cxnSp>
          <p:nvCxnSpPr>
            <p:cNvPr id="65" name="꺾인 연결선[E] 64">
              <a:extLst>
                <a:ext uri="{FF2B5EF4-FFF2-40B4-BE49-F238E27FC236}">
                  <a16:creationId xmlns:a16="http://schemas.microsoft.com/office/drawing/2014/main" id="{66A2281F-4C4B-2CEC-6B28-9D0793F0E5EC}"/>
                </a:ext>
              </a:extLst>
            </p:cNvPr>
            <p:cNvCxnSpPr>
              <a:cxnSpLocks/>
              <a:stCxn id="62" idx="2"/>
              <a:endCxn id="75" idx="3"/>
            </p:cNvCxnSpPr>
            <p:nvPr/>
          </p:nvCxnSpPr>
          <p:spPr>
            <a:xfrm rot="5400000">
              <a:off x="2616498" y="4800345"/>
              <a:ext cx="148218" cy="560552"/>
            </a:xfrm>
            <a:prstGeom prst="bentConnector2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6" name="Google Shape;381;p22">
              <a:extLst>
                <a:ext uri="{FF2B5EF4-FFF2-40B4-BE49-F238E27FC236}">
                  <a16:creationId xmlns:a16="http://schemas.microsoft.com/office/drawing/2014/main" id="{5F8B00C7-695C-B17E-1B44-3CE8D03C41E4}"/>
                </a:ext>
              </a:extLst>
            </p:cNvPr>
            <p:cNvCxnSpPr>
              <a:cxnSpLocks/>
              <a:stCxn id="67" idx="0"/>
              <a:endCxn id="64" idx="2"/>
            </p:cNvCxnSpPr>
            <p:nvPr/>
          </p:nvCxnSpPr>
          <p:spPr>
            <a:xfrm flipV="1">
              <a:off x="2401235" y="4323889"/>
              <a:ext cx="0" cy="365153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7" name="Google Shape;380;p22">
              <a:extLst>
                <a:ext uri="{FF2B5EF4-FFF2-40B4-BE49-F238E27FC236}">
                  <a16:creationId xmlns:a16="http://schemas.microsoft.com/office/drawing/2014/main" id="{424D82CF-FE8B-80DF-43D2-E5A269E03794}"/>
                </a:ext>
              </a:extLst>
            </p:cNvPr>
            <p:cNvSpPr/>
            <p:nvPr/>
          </p:nvSpPr>
          <p:spPr>
            <a:xfrm>
              <a:off x="2267406" y="4689042"/>
              <a:ext cx="267657" cy="254360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000000"/>
                </a:buClr>
              </a:pPr>
              <a:r>
                <a:rPr lang="en-US" altLang="ko-KR" sz="1200" kern="0" dirty="0">
                  <a:latin typeface="Cambria Math" panose="02040503050406030204" pitchFamily="18" charset="0"/>
                  <a:ea typeface="Cambria Math" panose="02040503050406030204" pitchFamily="18" charset="0"/>
                  <a:cs typeface="Arial" panose="020B0604020202020204" pitchFamily="34" charset="0"/>
                  <a:sym typeface="Arial"/>
                </a:rPr>
                <a:t>∫</a:t>
              </a:r>
              <a:endParaRPr lang="en-US" altLang="ko-KR" kern="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  <a:sym typeface="Arial"/>
              </a:endParaRPr>
            </a:p>
          </p:txBody>
        </p:sp>
        <p:sp>
          <p:nvSpPr>
            <p:cNvPr id="68" name="Google Shape;380;p22">
              <a:extLst>
                <a:ext uri="{FF2B5EF4-FFF2-40B4-BE49-F238E27FC236}">
                  <a16:creationId xmlns:a16="http://schemas.microsoft.com/office/drawing/2014/main" id="{17074987-403D-3E21-D262-FA14465F2DD8}"/>
                </a:ext>
              </a:extLst>
            </p:cNvPr>
            <p:cNvSpPr/>
            <p:nvPr/>
          </p:nvSpPr>
          <p:spPr>
            <a:xfrm>
              <a:off x="1634626" y="4689042"/>
              <a:ext cx="323865" cy="307776"/>
            </a:xfrm>
            <a:prstGeom prst="rect">
              <a:avLst/>
            </a:prstGeom>
            <a:solidFill>
              <a:srgbClr val="E8E8E8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000000"/>
                </a:buClr>
              </a:pPr>
              <a:r>
                <a:rPr lang="en-US" altLang="ko-KR" kern="0" dirty="0">
                  <a:latin typeface="Arial" panose="020B0604020202020204" pitchFamily="34" charset="0"/>
                  <a:cs typeface="Arial" panose="020B0604020202020204" pitchFamily="34" charset="0"/>
                  <a:sym typeface="Arial"/>
                </a:rPr>
                <a:t>D</a:t>
              </a:r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1EAB9F95-420B-71C2-01AA-48E245331BE2}"/>
                </a:ext>
              </a:extLst>
            </p:cNvPr>
            <p:cNvSpPr/>
            <p:nvPr/>
          </p:nvSpPr>
          <p:spPr>
            <a:xfrm>
              <a:off x="2395384" y="5783269"/>
              <a:ext cx="10691" cy="1149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79F64418-3574-72F4-507C-F216D6530825}"/>
                </a:ext>
              </a:extLst>
            </p:cNvPr>
            <p:cNvSpPr/>
            <p:nvPr/>
          </p:nvSpPr>
          <p:spPr>
            <a:xfrm flipV="1">
              <a:off x="2397753" y="4535280"/>
              <a:ext cx="8454" cy="712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71" name="꺾인 연결선[E] 70">
              <a:extLst>
                <a:ext uri="{FF2B5EF4-FFF2-40B4-BE49-F238E27FC236}">
                  <a16:creationId xmlns:a16="http://schemas.microsoft.com/office/drawing/2014/main" id="{D8ED14D9-E17D-D7D4-5519-147EE99A8480}"/>
                </a:ext>
              </a:extLst>
            </p:cNvPr>
            <p:cNvCxnSpPr>
              <a:cxnSpLocks/>
              <a:stCxn id="70" idx="3"/>
              <a:endCxn id="62" idx="0"/>
            </p:cNvCxnSpPr>
            <p:nvPr/>
          </p:nvCxnSpPr>
          <p:spPr>
            <a:xfrm>
              <a:off x="2406207" y="4538843"/>
              <a:ext cx="564676" cy="159893"/>
            </a:xfrm>
            <a:prstGeom prst="bentConnector2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2" name="꺾인 연결선[E] 71">
              <a:extLst>
                <a:ext uri="{FF2B5EF4-FFF2-40B4-BE49-F238E27FC236}">
                  <a16:creationId xmlns:a16="http://schemas.microsoft.com/office/drawing/2014/main" id="{99FFA095-CA0F-2D4B-4FD9-CBB9FE6B1E9E}"/>
                </a:ext>
              </a:extLst>
            </p:cNvPr>
            <p:cNvCxnSpPr>
              <a:cxnSpLocks/>
              <a:stCxn id="69" idx="1"/>
              <a:endCxn id="68" idx="2"/>
            </p:cNvCxnSpPr>
            <p:nvPr/>
          </p:nvCxnSpPr>
          <p:spPr>
            <a:xfrm rot="10800000">
              <a:off x="1796560" y="4996819"/>
              <a:ext cx="598825" cy="792199"/>
            </a:xfrm>
            <a:prstGeom prst="bentConnector2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82694579-4BD6-7BA1-2322-4BADC561DFDA}"/>
                </a:ext>
              </a:extLst>
            </p:cNvPr>
            <p:cNvSpPr/>
            <p:nvPr/>
          </p:nvSpPr>
          <p:spPr>
            <a:xfrm>
              <a:off x="2398574" y="3888223"/>
              <a:ext cx="7200" cy="11645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74" name="꺾인 연결선[E] 73">
              <a:extLst>
                <a:ext uri="{FF2B5EF4-FFF2-40B4-BE49-F238E27FC236}">
                  <a16:creationId xmlns:a16="http://schemas.microsoft.com/office/drawing/2014/main" id="{6D661FF5-03C5-1FCC-EE4E-67778971729A}"/>
                </a:ext>
              </a:extLst>
            </p:cNvPr>
            <p:cNvCxnSpPr>
              <a:cxnSpLocks/>
              <a:stCxn id="68" idx="0"/>
              <a:endCxn id="73" idx="1"/>
            </p:cNvCxnSpPr>
            <p:nvPr/>
          </p:nvCxnSpPr>
          <p:spPr>
            <a:xfrm rot="5400000" flipH="1" flipV="1">
              <a:off x="1700068" y="3990537"/>
              <a:ext cx="794996" cy="602015"/>
            </a:xfrm>
            <a:prstGeom prst="bentConnector2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27ABAB7E-FA1C-879F-8E4E-8AC25A6BE25B}"/>
                </a:ext>
              </a:extLst>
            </p:cNvPr>
            <p:cNvSpPr/>
            <p:nvPr/>
          </p:nvSpPr>
          <p:spPr>
            <a:xfrm>
              <a:off x="2399640" y="5148982"/>
              <a:ext cx="10691" cy="1149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97962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0802D-B0BC-9E3E-6282-B206B345D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내용 개체 틀 15">
                <a:extLst>
                  <a:ext uri="{FF2B5EF4-FFF2-40B4-BE49-F238E27FC236}">
                    <a16:creationId xmlns:a16="http://schemas.microsoft.com/office/drawing/2014/main" id="{6D16F5C9-35AD-E8C6-ADF2-762FA6E619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9827" y="1151467"/>
                <a:ext cx="11440697" cy="5249538"/>
              </a:xfrm>
            </p:spPr>
            <p:txBody>
              <a:bodyPr/>
              <a:lstStyle/>
              <a:p>
                <a:r>
                  <a:rPr lang="en-US" altLang="ko-KR" dirty="0"/>
                  <a:t>SSM in deep learning</a:t>
                </a:r>
              </a:p>
              <a:p>
                <a:pPr lvl="1"/>
                <a:r>
                  <a:rPr lang="en-US" altLang="ko-KR" dirty="0"/>
                  <a:t>give fixed step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altLang="ko-KR" dirty="0"/>
                  <a:t>,</a:t>
                </a:r>
              </a:p>
            </p:txBody>
          </p:sp>
        </mc:Choice>
        <mc:Fallback xmlns="">
          <p:sp>
            <p:nvSpPr>
              <p:cNvPr id="16" name="내용 개체 틀 15">
                <a:extLst>
                  <a:ext uri="{FF2B5EF4-FFF2-40B4-BE49-F238E27FC236}">
                    <a16:creationId xmlns:a16="http://schemas.microsoft.com/office/drawing/2014/main" id="{6D16F5C9-35AD-E8C6-ADF2-762FA6E619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9827" y="1151467"/>
                <a:ext cx="11440697" cy="5249538"/>
              </a:xfrm>
              <a:blipFill>
                <a:blip r:embed="rId3"/>
                <a:stretch>
                  <a:fillRect l="-887" t="-4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제목 2">
            <a:extLst>
              <a:ext uri="{FF2B5EF4-FFF2-40B4-BE49-F238E27FC236}">
                <a16:creationId xmlns:a16="http://schemas.microsoft.com/office/drawing/2014/main" id="{153E78CC-56BE-A510-85B7-DB7FA46C3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913" y="118633"/>
            <a:ext cx="11404650" cy="753795"/>
          </a:xfrm>
        </p:spPr>
        <p:txBody>
          <a:bodyPr/>
          <a:lstStyle/>
          <a:p>
            <a:r>
              <a:rPr lang="en-US" altLang="ko-KR" dirty="0"/>
              <a:t>Discrete-Time SSM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36F56A-559F-4873-EED6-38ABD3F014A2}"/>
              </a:ext>
            </a:extLst>
          </p:cNvPr>
          <p:cNvSpPr txBox="1"/>
          <p:nvPr/>
        </p:nvSpPr>
        <p:spPr>
          <a:xfrm>
            <a:off x="7795967" y="226214"/>
            <a:ext cx="4145083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kumimoji="1" lang="en-US" altLang="ko-K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NanumSquareOTF ExtraBold" panose="020B0600000101010101" pitchFamily="34" charset="-127"/>
                <a:cs typeface="Pretendard ExtraBold" panose="02000503000000020004" pitchFamily="2" charset="-127"/>
              </a:rPr>
              <a:t>2. State Space Model (SSM)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1B4BF7F-50E2-8653-CEFA-D22E8F2B7C5E}"/>
                  </a:ext>
                </a:extLst>
              </p:cNvPr>
              <p:cNvSpPr txBox="1"/>
              <p:nvPr/>
            </p:nvSpPr>
            <p:spPr>
              <a:xfrm>
                <a:off x="5857564" y="2963099"/>
                <a:ext cx="3219013" cy="13045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50000"/>
                  </a:lnSpc>
                </a:pPr>
                <a:r>
                  <a:rPr lang="en-US" altLang="ko-KR" sz="2800" b="1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8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8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US" altLang="ko-KR" sz="28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 altLang="ko-KR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ar-AE" altLang="ko-KR" sz="28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altLang="ko-KR" sz="28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  <m:sSub>
                      <m:sSubPr>
                        <m:ctrlPr>
                          <a:rPr lang="en-US" altLang="ko-KR" sz="28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8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US" altLang="ko-KR" sz="28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28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ar-AE" altLang="ko-KR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ar-AE" altLang="ko-KR" sz="28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altLang="ko-KR" sz="28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  <m:sSub>
                      <m:sSubPr>
                        <m:ctrlPr>
                          <a:rPr lang="en-US" altLang="ko-KR" sz="28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8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8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ar-AE" altLang="ko-KR" sz="28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lvl="0">
                  <a:lnSpc>
                    <a:spcPct val="150000"/>
                  </a:lnSpc>
                </a:pPr>
                <a:r>
                  <a:rPr lang="en-US" altLang="ko-KR" sz="28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8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8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28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 altLang="ko-KR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8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sSub>
                      <m:sSubPr>
                        <m:ctrlPr>
                          <a:rPr lang="en-US" altLang="ko-KR" sz="28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8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US" altLang="ko-KR" sz="28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28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ar-AE" altLang="ko-KR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2800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sSub>
                      <m:sSubPr>
                        <m:ctrlPr>
                          <a:rPr lang="en-US" altLang="ko-KR" sz="28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8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8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ar-AE" altLang="ko-KR" sz="28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1B4BF7F-50E2-8653-CEFA-D22E8F2B7C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7564" y="2963099"/>
                <a:ext cx="3219013" cy="1304524"/>
              </a:xfrm>
              <a:prstGeom prst="rect">
                <a:avLst/>
              </a:prstGeom>
              <a:blipFill>
                <a:blip r:embed="rId4"/>
                <a:stretch>
                  <a:fillRect b="-116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8D3D13A-70E9-89CD-FA24-69BED41F1787}"/>
                  </a:ext>
                </a:extLst>
              </p:cNvPr>
              <p:cNvSpPr txBox="1"/>
              <p:nvPr/>
            </p:nvSpPr>
            <p:spPr>
              <a:xfrm>
                <a:off x="5240282" y="4554756"/>
                <a:ext cx="4453576" cy="8028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0000" tIns="0" anchor="ctr"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ko-KR" sz="2200" b="1" dirty="0">
                    <a:solidFill>
                      <a:schemeClr val="bg2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ar-AE" altLang="ko-KR" sz="2200" b="1" i="1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altLang="ko-KR" sz="2200" b="1" i="1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</m:oMath>
                </a14:m>
                <a:r>
                  <a:rPr lang="en-US" altLang="ko-KR" sz="2200" dirty="0">
                    <a:solidFill>
                      <a:schemeClr val="bg2">
                        <a:lumMod val="50000"/>
                      </a:schemeClr>
                    </a:solidFill>
                    <a:latin typeface="Arial" panose="020B0604020202020204" pitchFamily="34" charset="0"/>
                  </a:rPr>
                  <a:t> : discretized 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200" i="0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altLang="ko-KR" sz="2200" dirty="0">
                    <a:solidFill>
                      <a:schemeClr val="bg2">
                        <a:lumMod val="50000"/>
                      </a:schemeClr>
                    </a:solidFill>
                    <a:latin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ko-KR" sz="2200" b="1" i="1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endParaRPr lang="en-US" altLang="ko-KR" sz="2200" b="1" i="1" dirty="0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altLang="ko-KR" sz="2200" b="1" dirty="0">
                    <a:solidFill>
                      <a:schemeClr val="bg2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sz="2200" b="1" i="1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200" b="1" i="1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</m:oMath>
                </a14:m>
                <a:r>
                  <a:rPr lang="en-US" altLang="ko-KR" sz="2200" dirty="0">
                    <a:solidFill>
                      <a:schemeClr val="bg2">
                        <a:lumMod val="50000"/>
                      </a:schemeClr>
                    </a:solidFill>
                    <a:latin typeface="Arial" panose="020B0604020202020204" pitchFamily="34" charset="0"/>
                  </a:rPr>
                  <a:t> : discretized 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200" dirty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altLang="ko-KR" sz="2200" dirty="0">
                    <a:solidFill>
                      <a:schemeClr val="bg2">
                        <a:lumMod val="50000"/>
                      </a:schemeClr>
                    </a:solidFill>
                    <a:latin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2200" b="1" i="1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altLang="ko-KR" sz="2200" dirty="0">
                    <a:solidFill>
                      <a:schemeClr val="bg2">
                        <a:lumMod val="50000"/>
                      </a:schemeClr>
                    </a:solidFill>
                    <a:latin typeface="Arial" panose="020B060402020202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altLang="ko-KR" sz="2200" b="1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endParaRPr lang="en-US" altLang="ko-KR" sz="2200" dirty="0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8D3D13A-70E9-89CD-FA24-69BED41F17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0282" y="4554756"/>
                <a:ext cx="4453576" cy="802844"/>
              </a:xfrm>
              <a:prstGeom prst="rect">
                <a:avLst/>
              </a:prstGeom>
              <a:blipFill>
                <a:blip r:embed="rId5"/>
                <a:stretch>
                  <a:fillRect t="-6250" b="-156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3" name="그룹 72">
            <a:extLst>
              <a:ext uri="{FF2B5EF4-FFF2-40B4-BE49-F238E27FC236}">
                <a16:creationId xmlns:a16="http://schemas.microsoft.com/office/drawing/2014/main" id="{34AA07CB-EA87-1F94-74A8-049221A606FC}"/>
              </a:ext>
            </a:extLst>
          </p:cNvPr>
          <p:cNvGrpSpPr/>
          <p:nvPr/>
        </p:nvGrpSpPr>
        <p:grpSpPr>
          <a:xfrm>
            <a:off x="1658437" y="2475790"/>
            <a:ext cx="1866889" cy="3182232"/>
            <a:chOff x="1473205" y="3208838"/>
            <a:chExt cx="1866889" cy="3182232"/>
          </a:xfrm>
        </p:grpSpPr>
        <p:sp>
          <p:nvSpPr>
            <p:cNvPr id="74" name="Google Shape;380;p22">
              <a:extLst>
                <a:ext uri="{FF2B5EF4-FFF2-40B4-BE49-F238E27FC236}">
                  <a16:creationId xmlns:a16="http://schemas.microsoft.com/office/drawing/2014/main" id="{0D097B4F-D249-CD51-D87E-759F4ECADBFD}"/>
                </a:ext>
              </a:extLst>
            </p:cNvPr>
            <p:cNvSpPr/>
            <p:nvPr/>
          </p:nvSpPr>
          <p:spPr>
            <a:xfrm>
              <a:off x="1473205" y="3779311"/>
              <a:ext cx="1866889" cy="2144411"/>
            </a:xfrm>
            <a:prstGeom prst="roundRect">
              <a:avLst>
                <a:gd name="adj" fmla="val 6217"/>
              </a:avLst>
            </a:prstGeom>
            <a:solidFill>
              <a:schemeClr val="bg1">
                <a:lumMod val="95000"/>
                <a:alpha val="80000"/>
              </a:schemeClr>
            </a:solidFill>
            <a:ln w="1905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914400">
                <a:buClr>
                  <a:srgbClr val="000000"/>
                </a:buClr>
              </a:pPr>
              <a:endParaRPr lang="en" altLang="ko-KR"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75" name="Google Shape;381;p22">
              <a:extLst>
                <a:ext uri="{FF2B5EF4-FFF2-40B4-BE49-F238E27FC236}">
                  <a16:creationId xmlns:a16="http://schemas.microsoft.com/office/drawing/2014/main" id="{78EC1657-2DE4-F73E-DE9A-3242BFAFB63F}"/>
                </a:ext>
              </a:extLst>
            </p:cNvPr>
            <p:cNvCxnSpPr>
              <a:cxnSpLocks/>
              <a:stCxn id="81" idx="0"/>
              <a:endCxn id="85" idx="2"/>
            </p:cNvCxnSpPr>
            <p:nvPr/>
          </p:nvCxnSpPr>
          <p:spPr>
            <a:xfrm flipV="1">
              <a:off x="2401235" y="4943402"/>
              <a:ext cx="0" cy="363801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6" name="Google Shape;381;p22">
              <a:extLst>
                <a:ext uri="{FF2B5EF4-FFF2-40B4-BE49-F238E27FC236}">
                  <a16:creationId xmlns:a16="http://schemas.microsoft.com/office/drawing/2014/main" id="{375DD30F-6912-863C-7F74-376D7F51F481}"/>
                </a:ext>
              </a:extLst>
            </p:cNvPr>
            <p:cNvCxnSpPr>
              <a:cxnSpLocks/>
              <a:stCxn id="82" idx="0"/>
              <a:endCxn id="78" idx="4"/>
            </p:cNvCxnSpPr>
            <p:nvPr/>
          </p:nvCxnSpPr>
          <p:spPr>
            <a:xfrm flipH="1" flipV="1">
              <a:off x="2401234" y="3553500"/>
              <a:ext cx="1" cy="462613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7" name="Google Shape;381;p22">
              <a:extLst>
                <a:ext uri="{FF2B5EF4-FFF2-40B4-BE49-F238E27FC236}">
                  <a16:creationId xmlns:a16="http://schemas.microsoft.com/office/drawing/2014/main" id="{515CEF2E-8EF2-DFFF-36EF-BEDB5100D0C5}"/>
                </a:ext>
              </a:extLst>
            </p:cNvPr>
            <p:cNvCxnSpPr>
              <a:cxnSpLocks/>
              <a:stCxn id="79" idx="0"/>
              <a:endCxn id="81" idx="2"/>
            </p:cNvCxnSpPr>
            <p:nvPr/>
          </p:nvCxnSpPr>
          <p:spPr>
            <a:xfrm flipV="1">
              <a:off x="2401234" y="5614979"/>
              <a:ext cx="1" cy="431429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50080E92-61A4-2431-5D30-3A6581FE17F1}"/>
                </a:ext>
              </a:extLst>
            </p:cNvPr>
            <p:cNvSpPr/>
            <p:nvPr/>
          </p:nvSpPr>
          <p:spPr>
            <a:xfrm>
              <a:off x="2228903" y="3208838"/>
              <a:ext cx="344662" cy="344662"/>
            </a:xfrm>
            <a:prstGeom prst="ellipse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b="1" dirty="0">
                  <a:solidFill>
                    <a:schemeClr val="tx1"/>
                  </a:solidFill>
                  <a:latin typeface="Avenir Book" panose="02000503020000020003" pitchFamily="2" charset="0"/>
                </a:rPr>
                <a:t>y</a:t>
              </a:r>
              <a:endParaRPr kumimoji="1" lang="ko-KR" altLang="en-US" b="1" dirty="0">
                <a:solidFill>
                  <a:schemeClr val="tx1"/>
                </a:solidFill>
                <a:latin typeface="Avenir Book" panose="02000503020000020003" pitchFamily="2" charset="0"/>
              </a:endParaRPr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D4BFFF79-48D0-935C-A914-43F40D084F91}"/>
                </a:ext>
              </a:extLst>
            </p:cNvPr>
            <p:cNvSpPr/>
            <p:nvPr/>
          </p:nvSpPr>
          <p:spPr>
            <a:xfrm>
              <a:off x="2228903" y="6046408"/>
              <a:ext cx="344662" cy="344662"/>
            </a:xfrm>
            <a:prstGeom prst="ellipse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b="1" dirty="0">
                  <a:solidFill>
                    <a:schemeClr val="tx1"/>
                  </a:solidFill>
                  <a:latin typeface="Avenir Book" panose="02000503020000020003" pitchFamily="2" charset="0"/>
                </a:rPr>
                <a:t>u</a:t>
              </a:r>
              <a:endParaRPr kumimoji="1" lang="ko-KR" altLang="en-US" b="1" dirty="0">
                <a:solidFill>
                  <a:schemeClr val="tx1"/>
                </a:solidFill>
                <a:latin typeface="Avenir Book" panose="02000503020000020003" pitchFamily="2" charset="0"/>
              </a:endParaRPr>
            </a:p>
          </p:txBody>
        </p:sp>
        <p:sp>
          <p:nvSpPr>
            <p:cNvPr id="80" name="Google Shape;380;p22">
              <a:extLst>
                <a:ext uri="{FF2B5EF4-FFF2-40B4-BE49-F238E27FC236}">
                  <a16:creationId xmlns:a16="http://schemas.microsoft.com/office/drawing/2014/main" id="{84550501-DF2A-1728-7424-DE1426A3F305}"/>
                </a:ext>
              </a:extLst>
            </p:cNvPr>
            <p:cNvSpPr/>
            <p:nvPr/>
          </p:nvSpPr>
          <p:spPr>
            <a:xfrm>
              <a:off x="2808950" y="4698736"/>
              <a:ext cx="323865" cy="307776"/>
            </a:xfrm>
            <a:prstGeom prst="rect">
              <a:avLst/>
            </a:prstGeom>
            <a:solidFill>
              <a:srgbClr val="FFE9E8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000000"/>
                </a:buClr>
              </a:pPr>
              <a:r>
                <a:rPr lang="en-US" altLang="ko-KR" kern="0" dirty="0">
                  <a:latin typeface="Arial" panose="020B0604020202020204" pitchFamily="34" charset="0"/>
                  <a:cs typeface="Arial" panose="020B0604020202020204" pitchFamily="34" charset="0"/>
                  <a:sym typeface="Arial"/>
                </a:rPr>
                <a:t>A</a:t>
              </a:r>
            </a:p>
          </p:txBody>
        </p:sp>
        <p:sp>
          <p:nvSpPr>
            <p:cNvPr id="81" name="Google Shape;380;p22">
              <a:extLst>
                <a:ext uri="{FF2B5EF4-FFF2-40B4-BE49-F238E27FC236}">
                  <a16:creationId xmlns:a16="http://schemas.microsoft.com/office/drawing/2014/main" id="{64CE0DFB-34D8-936E-29C6-312BDDCEB45D}"/>
                </a:ext>
              </a:extLst>
            </p:cNvPr>
            <p:cNvSpPr/>
            <p:nvPr/>
          </p:nvSpPr>
          <p:spPr>
            <a:xfrm>
              <a:off x="2239302" y="5307203"/>
              <a:ext cx="323865" cy="307776"/>
            </a:xfrm>
            <a:prstGeom prst="rect">
              <a:avLst/>
            </a:prstGeom>
            <a:solidFill>
              <a:srgbClr val="DAEFEB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000000"/>
                </a:buClr>
              </a:pPr>
              <a:r>
                <a:rPr lang="en-US" altLang="ko-KR" kern="0" dirty="0">
                  <a:latin typeface="Arial" panose="020B0604020202020204" pitchFamily="34" charset="0"/>
                  <a:cs typeface="Arial" panose="020B0604020202020204" pitchFamily="34" charset="0"/>
                  <a:sym typeface="Arial"/>
                </a:rPr>
                <a:t>B</a:t>
              </a:r>
            </a:p>
          </p:txBody>
        </p:sp>
        <p:sp>
          <p:nvSpPr>
            <p:cNvPr id="82" name="Google Shape;380;p22">
              <a:extLst>
                <a:ext uri="{FF2B5EF4-FFF2-40B4-BE49-F238E27FC236}">
                  <a16:creationId xmlns:a16="http://schemas.microsoft.com/office/drawing/2014/main" id="{5B629758-EE73-3119-C250-E241E23905DA}"/>
                </a:ext>
              </a:extLst>
            </p:cNvPr>
            <p:cNvSpPr/>
            <p:nvPr/>
          </p:nvSpPr>
          <p:spPr>
            <a:xfrm>
              <a:off x="2239302" y="4016113"/>
              <a:ext cx="323865" cy="307776"/>
            </a:xfrm>
            <a:prstGeom prst="rect">
              <a:avLst/>
            </a:prstGeom>
            <a:solidFill>
              <a:srgbClr val="DCEAFF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000000"/>
                </a:buClr>
              </a:pPr>
              <a:r>
                <a:rPr lang="en-US" altLang="ko-KR" kern="0" dirty="0">
                  <a:latin typeface="Arial" panose="020B0604020202020204" pitchFamily="34" charset="0"/>
                  <a:cs typeface="Arial" panose="020B0604020202020204" pitchFamily="34" charset="0"/>
                  <a:sym typeface="Arial"/>
                </a:rPr>
                <a:t>C</a:t>
              </a:r>
            </a:p>
          </p:txBody>
        </p:sp>
        <p:cxnSp>
          <p:nvCxnSpPr>
            <p:cNvPr id="83" name="꺾인 연결선[E] 82">
              <a:extLst>
                <a:ext uri="{FF2B5EF4-FFF2-40B4-BE49-F238E27FC236}">
                  <a16:creationId xmlns:a16="http://schemas.microsoft.com/office/drawing/2014/main" id="{D25B1F8F-6960-F0CF-EEF5-F0A56EB710EF}"/>
                </a:ext>
              </a:extLst>
            </p:cNvPr>
            <p:cNvCxnSpPr>
              <a:cxnSpLocks/>
              <a:stCxn id="80" idx="2"/>
              <a:endCxn id="93" idx="3"/>
            </p:cNvCxnSpPr>
            <p:nvPr/>
          </p:nvCxnSpPr>
          <p:spPr>
            <a:xfrm rot="5400000">
              <a:off x="2616498" y="4800345"/>
              <a:ext cx="148218" cy="560552"/>
            </a:xfrm>
            <a:prstGeom prst="bentConnector2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4" name="Google Shape;381;p22">
              <a:extLst>
                <a:ext uri="{FF2B5EF4-FFF2-40B4-BE49-F238E27FC236}">
                  <a16:creationId xmlns:a16="http://schemas.microsoft.com/office/drawing/2014/main" id="{3C7FF045-8671-F0D4-CDC6-55BBA4106FC0}"/>
                </a:ext>
              </a:extLst>
            </p:cNvPr>
            <p:cNvCxnSpPr>
              <a:cxnSpLocks/>
              <a:stCxn id="85" idx="0"/>
              <a:endCxn id="82" idx="2"/>
            </p:cNvCxnSpPr>
            <p:nvPr/>
          </p:nvCxnSpPr>
          <p:spPr>
            <a:xfrm flipV="1">
              <a:off x="2401235" y="4323889"/>
              <a:ext cx="0" cy="365153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85" name="Google Shape;380;p22">
              <a:extLst>
                <a:ext uri="{FF2B5EF4-FFF2-40B4-BE49-F238E27FC236}">
                  <a16:creationId xmlns:a16="http://schemas.microsoft.com/office/drawing/2014/main" id="{9DD2DC16-600F-7D9C-D6F5-8840D03CFDE9}"/>
                </a:ext>
              </a:extLst>
            </p:cNvPr>
            <p:cNvSpPr/>
            <p:nvPr/>
          </p:nvSpPr>
          <p:spPr>
            <a:xfrm>
              <a:off x="2267406" y="4689042"/>
              <a:ext cx="267657" cy="254360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000000"/>
                </a:buClr>
              </a:pPr>
              <a:r>
                <a:rPr lang="en-US" altLang="ko-KR" sz="1200" kern="0" dirty="0">
                  <a:latin typeface="Cambria Math" panose="02040503050406030204" pitchFamily="18" charset="0"/>
                  <a:ea typeface="Cambria Math" panose="02040503050406030204" pitchFamily="18" charset="0"/>
                  <a:cs typeface="Arial" panose="020B0604020202020204" pitchFamily="34" charset="0"/>
                  <a:sym typeface="Arial"/>
                </a:rPr>
                <a:t>∫</a:t>
              </a:r>
              <a:endParaRPr lang="en-US" altLang="ko-KR" kern="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  <a:sym typeface="Arial"/>
              </a:endParaRPr>
            </a:p>
          </p:txBody>
        </p:sp>
        <p:sp>
          <p:nvSpPr>
            <p:cNvPr id="86" name="Google Shape;380;p22">
              <a:extLst>
                <a:ext uri="{FF2B5EF4-FFF2-40B4-BE49-F238E27FC236}">
                  <a16:creationId xmlns:a16="http://schemas.microsoft.com/office/drawing/2014/main" id="{A4C2323C-9793-021A-4ACC-5B73CBD594CF}"/>
                </a:ext>
              </a:extLst>
            </p:cNvPr>
            <p:cNvSpPr/>
            <p:nvPr/>
          </p:nvSpPr>
          <p:spPr>
            <a:xfrm>
              <a:off x="1634626" y="4689042"/>
              <a:ext cx="323865" cy="307776"/>
            </a:xfrm>
            <a:prstGeom prst="rect">
              <a:avLst/>
            </a:prstGeom>
            <a:solidFill>
              <a:srgbClr val="E8E8E8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000000"/>
                </a:buClr>
              </a:pPr>
              <a:r>
                <a:rPr lang="en-US" altLang="ko-KR" kern="0" dirty="0">
                  <a:latin typeface="Arial" panose="020B0604020202020204" pitchFamily="34" charset="0"/>
                  <a:cs typeface="Arial" panose="020B0604020202020204" pitchFamily="34" charset="0"/>
                  <a:sym typeface="Arial"/>
                </a:rPr>
                <a:t>D</a:t>
              </a:r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93D9DA92-C1B9-B6A4-0E91-C057580A9A07}"/>
                </a:ext>
              </a:extLst>
            </p:cNvPr>
            <p:cNvSpPr/>
            <p:nvPr/>
          </p:nvSpPr>
          <p:spPr>
            <a:xfrm>
              <a:off x="2395384" y="5783269"/>
              <a:ext cx="10691" cy="1149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03E18FC4-686C-FECD-91E4-B0291F49D3C7}"/>
                </a:ext>
              </a:extLst>
            </p:cNvPr>
            <p:cNvSpPr/>
            <p:nvPr/>
          </p:nvSpPr>
          <p:spPr>
            <a:xfrm flipV="1">
              <a:off x="2397753" y="4535280"/>
              <a:ext cx="8454" cy="712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89" name="꺾인 연결선[E] 88">
              <a:extLst>
                <a:ext uri="{FF2B5EF4-FFF2-40B4-BE49-F238E27FC236}">
                  <a16:creationId xmlns:a16="http://schemas.microsoft.com/office/drawing/2014/main" id="{3601838D-A2A8-6D24-203C-D8B2C732DB48}"/>
                </a:ext>
              </a:extLst>
            </p:cNvPr>
            <p:cNvCxnSpPr>
              <a:cxnSpLocks/>
              <a:stCxn id="88" idx="3"/>
              <a:endCxn id="80" idx="0"/>
            </p:cNvCxnSpPr>
            <p:nvPr/>
          </p:nvCxnSpPr>
          <p:spPr>
            <a:xfrm>
              <a:off x="2406207" y="4538843"/>
              <a:ext cx="564676" cy="159893"/>
            </a:xfrm>
            <a:prstGeom prst="bentConnector2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0" name="꺾인 연결선[E] 89">
              <a:extLst>
                <a:ext uri="{FF2B5EF4-FFF2-40B4-BE49-F238E27FC236}">
                  <a16:creationId xmlns:a16="http://schemas.microsoft.com/office/drawing/2014/main" id="{A5F79493-E116-BE38-EBD7-79BBE7DE6C3F}"/>
                </a:ext>
              </a:extLst>
            </p:cNvPr>
            <p:cNvCxnSpPr>
              <a:cxnSpLocks/>
              <a:stCxn id="87" idx="1"/>
              <a:endCxn id="86" idx="2"/>
            </p:cNvCxnSpPr>
            <p:nvPr/>
          </p:nvCxnSpPr>
          <p:spPr>
            <a:xfrm rot="10800000">
              <a:off x="1796560" y="4996819"/>
              <a:ext cx="598825" cy="792199"/>
            </a:xfrm>
            <a:prstGeom prst="bentConnector2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9BDEE9DE-9E1E-394F-7475-F7D705C7D4F1}"/>
                </a:ext>
              </a:extLst>
            </p:cNvPr>
            <p:cNvSpPr/>
            <p:nvPr/>
          </p:nvSpPr>
          <p:spPr>
            <a:xfrm>
              <a:off x="2398574" y="3888223"/>
              <a:ext cx="7200" cy="11645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92" name="꺾인 연결선[E] 91">
              <a:extLst>
                <a:ext uri="{FF2B5EF4-FFF2-40B4-BE49-F238E27FC236}">
                  <a16:creationId xmlns:a16="http://schemas.microsoft.com/office/drawing/2014/main" id="{F746E8D1-A904-E097-1C76-8D84098BE4C8}"/>
                </a:ext>
              </a:extLst>
            </p:cNvPr>
            <p:cNvCxnSpPr>
              <a:cxnSpLocks/>
              <a:stCxn id="86" idx="0"/>
              <a:endCxn id="91" idx="1"/>
            </p:cNvCxnSpPr>
            <p:nvPr/>
          </p:nvCxnSpPr>
          <p:spPr>
            <a:xfrm rot="5400000" flipH="1" flipV="1">
              <a:off x="1700068" y="3990537"/>
              <a:ext cx="794996" cy="602015"/>
            </a:xfrm>
            <a:prstGeom prst="bentConnector2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14596A45-C864-8AB4-AB0E-07A18FDB6767}"/>
                </a:ext>
              </a:extLst>
            </p:cNvPr>
            <p:cNvSpPr/>
            <p:nvPr/>
          </p:nvSpPr>
          <p:spPr>
            <a:xfrm>
              <a:off x="2399640" y="5148982"/>
              <a:ext cx="10691" cy="1149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6207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0802D-B0BC-9E3E-6282-B206B345D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내용 개체 틀 15">
                <a:extLst>
                  <a:ext uri="{FF2B5EF4-FFF2-40B4-BE49-F238E27FC236}">
                    <a16:creationId xmlns:a16="http://schemas.microsoft.com/office/drawing/2014/main" id="{6D16F5C9-35AD-E8C6-ADF2-762FA6E619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9827" y="1151467"/>
                <a:ext cx="11440697" cy="5249538"/>
              </a:xfrm>
            </p:spPr>
            <p:txBody>
              <a:bodyPr/>
              <a:lstStyle/>
              <a:p>
                <a:r>
                  <a:rPr lang="en-US" altLang="ko-KR" dirty="0"/>
                  <a:t>e.g. Euler method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̇"/>
                          <m:ctrlPr>
                            <a:rPr lang="en-US" altLang="ko-KR" b="1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1" i="1" dirty="0">
                              <a:latin typeface="Cambria Math" panose="02040503050406030204" pitchFamily="18" charset="0"/>
                            </a:rPr>
                            <m:t>𝐬</m:t>
                          </m:r>
                        </m:e>
                      </m:acc>
                      <m:d>
                        <m:dPr>
                          <m:ctrlPr>
                            <a:rPr lang="ar-AE" altLang="ko-KR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altLang="ko-KR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dirty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dirty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dirty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n-US" altLang="ko-KR" dirty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altLang="ko-KR" dirty="0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ko-KR" b="1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b="1" i="1" dirty="0">
                                  <a:latin typeface="Cambria Math" panose="02040503050406030204" pitchFamily="18" charset="0"/>
                                </a:rPr>
                                <m:t>𝐬</m:t>
                              </m:r>
                              <m:d>
                                <m:dPr>
                                  <m:ctrlPr>
                                    <a:rPr lang="en-US" altLang="ko-KR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dirty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dirty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ko-KR" dirty="0">
                                      <a:latin typeface="Cambria Math" panose="02040503050406030204" pitchFamily="18" charset="0"/>
                                    </a:rPr>
                                    <m:t>𝛥</m:t>
                                  </m:r>
                                </m:e>
                              </m:d>
                              <m:r>
                                <a:rPr lang="en-US" altLang="ko-KR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b="1" i="1" dirty="0">
                                  <a:latin typeface="Cambria Math" panose="02040503050406030204" pitchFamily="18" charset="0"/>
                                </a:rPr>
                                <m:t>𝐬</m:t>
                              </m:r>
                              <m:d>
                                <m:dPr>
                                  <m:ctrlPr>
                                    <a:rPr lang="en-US" altLang="ko-KR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dirty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ko-KR" dirty="0">
                                  <a:latin typeface="Cambria Math" panose="02040503050406030204" pitchFamily="18" charset="0"/>
                                </a:rPr>
                                <m:t>𝛥</m:t>
                              </m:r>
                            </m:den>
                          </m:f>
                        </m:e>
                      </m:func>
                      <m:r>
                        <a:rPr lang="en-US" altLang="ko-KR" dirty="0">
                          <a:latin typeface="Cambria Math" panose="02040503050406030204" pitchFamily="18" charset="0"/>
                        </a:rPr>
                        <m:t>≅</m:t>
                      </m:r>
                      <m:f>
                        <m:fPr>
                          <m:ctrlPr>
                            <a:rPr lang="en-US" altLang="ko-KR" b="1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1" i="1" dirty="0">
                              <a:latin typeface="Cambria Math" panose="02040503050406030204" pitchFamily="18" charset="0"/>
                            </a:rPr>
                            <m:t>𝐬</m:t>
                          </m:r>
                          <m:d>
                            <m:dPr>
                              <m:ctrlPr>
                                <a:rPr lang="en-US" altLang="ko-KR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dirty="0">
                                  <a:latin typeface="Cambria Math" panose="02040503050406030204" pitchFamily="18" charset="0"/>
                                </a:rPr>
                                <m:t>𝛥</m:t>
                              </m:r>
                            </m:e>
                          </m:d>
                          <m:r>
                            <a:rPr lang="en-US" altLang="ko-KR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b="1" i="1" dirty="0">
                              <a:latin typeface="Cambria Math" panose="02040503050406030204" pitchFamily="18" charset="0"/>
                            </a:rPr>
                            <m:t>𝐬</m:t>
                          </m:r>
                          <m:d>
                            <m:dPr>
                              <m:ctrlPr>
                                <a:rPr lang="en-US" altLang="ko-KR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en-US" altLang="ko-KR" dirty="0">
                              <a:latin typeface="Cambria Math" panose="02040503050406030204" pitchFamily="18" charset="0"/>
                            </a:rPr>
                            <m:t>𝛥</m:t>
                          </m:r>
                        </m:den>
                      </m:f>
                    </m:oMath>
                  </m:oMathPara>
                </a14:m>
                <a:endParaRPr lang="en-US" altLang="ko-KR" dirty="0"/>
              </a:p>
              <a:p>
                <a:pPr marL="0" indent="0">
                  <a:buNone/>
                </a:pPr>
                <a:endParaRPr lang="en-US" altLang="ko-KR" dirty="0">
                  <a:latin typeface="Cambria Math" panose="02040503050406030204" pitchFamily="18" charset="0"/>
                </a:endParaRPr>
              </a:p>
              <a:p>
                <a:pPr marL="2190750" indent="0">
                  <a:buNone/>
                </a:pPr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dirty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altLang="ko-KR" b="1" i="0" dirty="0">
                        <a:latin typeface="Cambria Math" panose="02040503050406030204" pitchFamily="18" charset="0"/>
                      </a:rPr>
                      <m:t>𝐬</m:t>
                    </m:r>
                    <m:d>
                      <m:dPr>
                        <m:ctrlPr>
                          <a:rPr lang="en-US" altLang="ko-KR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dirty="0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</m:d>
                    <m:r>
                      <a:rPr lang="en-US" altLang="ko-KR" dirty="0">
                        <a:latin typeface="Cambria Math" panose="02040503050406030204" pitchFamily="18" charset="0"/>
                      </a:rPr>
                      <m:t>≅</m:t>
                    </m:r>
                    <m:r>
                      <a:rPr lang="en-US" altLang="ko-KR" dirty="0">
                        <a:latin typeface="Cambria Math" panose="02040503050406030204" pitchFamily="18" charset="0"/>
                      </a:rPr>
                      <m:t>𝛥</m:t>
                    </m:r>
                    <m:acc>
                      <m:accPr>
                        <m:chr m:val="̇"/>
                        <m:ctrlPr>
                          <a:rPr lang="en-US" altLang="ko-KR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1" i="1" dirty="0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</m:acc>
                    <m:d>
                      <m:dPr>
                        <m:ctrlPr>
                          <a:rPr lang="ar-AE" altLang="ko-KR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altLang="ko-KR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1" i="1" dirty="0">
                        <a:latin typeface="Cambria Math" panose="02040503050406030204" pitchFamily="18" charset="0"/>
                      </a:rPr>
                      <m:t>𝐬</m:t>
                    </m:r>
                    <m:d>
                      <m:dPr>
                        <m:ctrlPr>
                          <a:rPr lang="en-US" altLang="ko-KR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altLang="ko-KR" dirty="0"/>
              </a:p>
              <a:p>
                <a:pPr marL="2190750" indent="0">
                  <a:buNone/>
                </a:pPr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dirty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altLang="ko-KR" b="1" i="1" dirty="0">
                        <a:latin typeface="Cambria Math" panose="02040503050406030204" pitchFamily="18" charset="0"/>
                      </a:rPr>
                      <m:t>𝐬</m:t>
                    </m:r>
                    <m:d>
                      <m:dPr>
                        <m:ctrlPr>
                          <a:rPr lang="en-US" altLang="ko-KR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dirty="0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</m:d>
                    <m:r>
                      <a:rPr lang="en-US" altLang="ko-KR" dirty="0">
                        <a:latin typeface="Cambria Math" panose="02040503050406030204" pitchFamily="18" charset="0"/>
                      </a:rPr>
                      <m:t>≅</m:t>
                    </m:r>
                    <m:r>
                      <a:rPr lang="en-US" altLang="ko-KR" dirty="0">
                        <a:latin typeface="Cambria Math" panose="02040503050406030204" pitchFamily="18" charset="0"/>
                      </a:rPr>
                      <m:t>𝛥</m:t>
                    </m:r>
                    <m:d>
                      <m:dPr>
                        <m:ctrlPr>
                          <a:rPr lang="ar-AE" altLang="ko-KR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altLang="ko-KR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altLang="ko-KR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  <m:d>
                          <m:dPr>
                            <m:ctrlPr>
                              <a:rPr lang="ar-AE" altLang="ko-KR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altLang="ko-KR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ar-AE" altLang="ko-KR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altLang="ko-KR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  <m:r>
                          <a:rPr lang="en-US" altLang="ko-KR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ar-AE" altLang="ko-KR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altLang="ko-KR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altLang="ko-KR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1" i="1" dirty="0">
                        <a:latin typeface="Cambria Math" panose="02040503050406030204" pitchFamily="18" charset="0"/>
                      </a:rPr>
                      <m:t>𝐬</m:t>
                    </m:r>
                    <m:d>
                      <m:dPr>
                        <m:ctrlPr>
                          <a:rPr lang="en-US" altLang="ko-KR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altLang="ko-KR" dirty="0"/>
              </a:p>
              <a:p>
                <a:pPr marL="2190750" indent="0">
                  <a:buNone/>
                </a:pPr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dirty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altLang="ko-KR" b="1" i="1" dirty="0">
                        <a:latin typeface="Cambria Math" panose="02040503050406030204" pitchFamily="18" charset="0"/>
                      </a:rPr>
                      <m:t>𝐬</m:t>
                    </m:r>
                    <m:d>
                      <m:dPr>
                        <m:ctrlPr>
                          <a:rPr lang="en-US" altLang="ko-KR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dirty="0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</m:d>
                    <m:r>
                      <a:rPr lang="en-US" altLang="ko-KR" dirty="0">
                        <a:latin typeface="Cambria Math" panose="02040503050406030204" pitchFamily="18" charset="0"/>
                      </a:rPr>
                      <m:t>≅</m:t>
                    </m:r>
                    <m:d>
                      <m:dPr>
                        <m:ctrlPr>
                          <a:rPr lang="en-US" altLang="ko-KR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  <m:r>
                          <a:rPr lang="en-US" altLang="ko-KR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dirty="0">
                            <a:latin typeface="Cambria Math" panose="02040503050406030204" pitchFamily="18" charset="0"/>
                          </a:rPr>
                          <m:t>𝛥</m:t>
                        </m:r>
                        <m:r>
                          <a:rPr lang="ar-AE" altLang="ko-KR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  <m:r>
                      <a:rPr lang="en-US" altLang="ko-KR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d>
                      <m:dPr>
                        <m:ctrlPr>
                          <a:rPr lang="ar-AE" altLang="ko-KR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altLang="ko-KR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ar-AE" altLang="ko-KR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dirty="0">
                        <a:latin typeface="Cambria Math" panose="02040503050406030204" pitchFamily="18" charset="0"/>
                      </a:rPr>
                      <m:t>𝛥</m:t>
                    </m:r>
                    <m:r>
                      <a:rPr lang="ar-AE" altLang="ko-KR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ko-KR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ar-AE" altLang="ko-KR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altLang="ko-KR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altLang="ko-KR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2190750" indent="0">
                  <a:buNone/>
                </a:pPr>
                <a:endParaRPr lang="en-US" altLang="ko-KR" sz="2000" dirty="0">
                  <a:latin typeface="Cambria Math" panose="02040503050406030204" pitchFamily="18" charset="0"/>
                </a:endParaRPr>
              </a:p>
              <a:p>
                <a:pPr marL="15875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altLang="ko-KR" dirty="0"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altLang="ko-KR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dirty="0">
                              <a:latin typeface="Cambria Math" panose="02040503050406030204" pitchFamily="18" charset="0"/>
                            </a:rPr>
                            <m:t>𝐬</m:t>
                          </m:r>
                        </m:e>
                        <m:sub>
                          <m:r>
                            <a:rPr lang="en-US" altLang="ko-KR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dirty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ko-KR" dirty="0">
                          <a:latin typeface="Cambria Math" panose="02040503050406030204" pitchFamily="18" charset="0"/>
                        </a:rPr>
                        <m:t>≅</m:t>
                      </m:r>
                      <m:d>
                        <m:dPr>
                          <m:ctrlPr>
                            <a:rPr lang="en-US" altLang="ko-KR" b="1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1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𝑰</m:t>
                          </m:r>
                          <m:r>
                            <a:rPr lang="en-US" altLang="ko-KR" b="1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dirty="0">
                              <a:latin typeface="Cambria Math" panose="02040503050406030204" pitchFamily="18" charset="0"/>
                            </a:rPr>
                            <m:t>𝛥</m:t>
                          </m:r>
                          <m:r>
                            <a:rPr lang="ar-AE" altLang="ko-KR" b="1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  <m:sSub>
                        <m:sSubPr>
                          <m:ctrlPr>
                            <a:rPr lang="en-US" altLang="ko-KR" b="1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ko-KR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 altLang="ko-KR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dirty="0">
                          <a:latin typeface="Cambria Math" panose="02040503050406030204" pitchFamily="18" charset="0"/>
                        </a:rPr>
                        <m:t>𝛥</m:t>
                      </m:r>
                      <m:r>
                        <a:rPr lang="ar-AE" altLang="ko-KR" b="1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sSub>
                        <m:sSubPr>
                          <m:ctrlPr>
                            <a:rPr lang="en-US" altLang="ko-KR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altLang="ko-KR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내용 개체 틀 15">
                <a:extLst>
                  <a:ext uri="{FF2B5EF4-FFF2-40B4-BE49-F238E27FC236}">
                    <a16:creationId xmlns:a16="http://schemas.microsoft.com/office/drawing/2014/main" id="{6D16F5C9-35AD-E8C6-ADF2-762FA6E619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9827" y="1151467"/>
                <a:ext cx="11440697" cy="5249538"/>
              </a:xfrm>
              <a:blipFill>
                <a:blip r:embed="rId3"/>
                <a:stretch>
                  <a:fillRect l="-887" t="-4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제목 2">
            <a:extLst>
              <a:ext uri="{FF2B5EF4-FFF2-40B4-BE49-F238E27FC236}">
                <a16:creationId xmlns:a16="http://schemas.microsoft.com/office/drawing/2014/main" id="{153E78CC-56BE-A510-85B7-DB7FA46C3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913" y="118633"/>
            <a:ext cx="11404650" cy="753795"/>
          </a:xfrm>
        </p:spPr>
        <p:txBody>
          <a:bodyPr/>
          <a:lstStyle/>
          <a:p>
            <a:r>
              <a:rPr lang="en-US" altLang="ko-KR" dirty="0"/>
              <a:t>Discrete-Time SSM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36F56A-559F-4873-EED6-38ABD3F014A2}"/>
              </a:ext>
            </a:extLst>
          </p:cNvPr>
          <p:cNvSpPr txBox="1"/>
          <p:nvPr/>
        </p:nvSpPr>
        <p:spPr>
          <a:xfrm>
            <a:off x="7795967" y="226214"/>
            <a:ext cx="4145083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kumimoji="1" lang="en-US" altLang="ko-K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NanumSquareOTF ExtraBold" panose="020B0600000101010101" pitchFamily="34" charset="-127"/>
                <a:cs typeface="Pretendard ExtraBold" panose="02000503000000020004" pitchFamily="2" charset="-127"/>
              </a:rPr>
              <a:t>2. State Space Model (SSM)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95FAA3C2-3443-6F7B-02FD-0FB30D3C98E4}"/>
                  </a:ext>
                </a:extLst>
              </p:cNvPr>
              <p:cNvSpPr txBox="1"/>
              <p:nvPr/>
            </p:nvSpPr>
            <p:spPr>
              <a:xfrm>
                <a:off x="5732289" y="5915815"/>
                <a:ext cx="72742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altLang="ko-KR" sz="2000" b="1" i="1" dirty="0" smtClean="0">
                          <a:solidFill>
                            <a:srgbClr val="FF7E79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ar-AE" altLang="ko-KR" sz="2000" b="1" i="1" dirty="0">
                              <a:solidFill>
                                <a:srgbClr val="FF7E79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altLang="ko-KR" sz="2000" b="1" i="1" dirty="0">
                              <a:solidFill>
                                <a:srgbClr val="FF7E79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acc>
                    </m:oMath>
                  </m:oMathPara>
                </a14:m>
                <a:endParaRPr lang="ko-KR" altLang="en-US" sz="2000" dirty="0">
                  <a:solidFill>
                    <a:schemeClr val="accent4">
                      <a:lumMod val="40000"/>
                      <a:lumOff val="6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95FAA3C2-3443-6F7B-02FD-0FB30D3C98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2289" y="5915815"/>
                <a:ext cx="727421" cy="400110"/>
              </a:xfrm>
              <a:prstGeom prst="rect">
                <a:avLst/>
              </a:prstGeom>
              <a:blipFill>
                <a:blip r:embed="rId4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직선 연결선[R] 66">
            <a:extLst>
              <a:ext uri="{FF2B5EF4-FFF2-40B4-BE49-F238E27FC236}">
                <a16:creationId xmlns:a16="http://schemas.microsoft.com/office/drawing/2014/main" id="{B37E4677-3DF9-4931-67F0-08CCCDFD9CE7}"/>
              </a:ext>
            </a:extLst>
          </p:cNvPr>
          <p:cNvCxnSpPr/>
          <p:nvPr/>
        </p:nvCxnSpPr>
        <p:spPr>
          <a:xfrm>
            <a:off x="5429523" y="5915815"/>
            <a:ext cx="1303786" cy="0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CA67F6E2-B2EB-D38B-CD2D-21A3A13F65AF}"/>
                  </a:ext>
                </a:extLst>
              </p:cNvPr>
              <p:cNvSpPr txBox="1"/>
              <p:nvPr/>
            </p:nvSpPr>
            <p:spPr>
              <a:xfrm>
                <a:off x="7558047" y="5915815"/>
                <a:ext cx="29088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altLang="ko-KR" sz="2000" b="1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en-US" altLang="ko-KR" sz="2000" b="1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1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acc>
                    </m:oMath>
                  </m:oMathPara>
                </a14:m>
                <a:endParaRPr lang="ko-KR" altLang="en-US" sz="2000" dirty="0">
                  <a:solidFill>
                    <a:schemeClr val="accent6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CA67F6E2-B2EB-D38B-CD2D-21A3A13F65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8047" y="5915815"/>
                <a:ext cx="290887" cy="400110"/>
              </a:xfrm>
              <a:prstGeom prst="rect">
                <a:avLst/>
              </a:prstGeom>
              <a:blipFill>
                <a:blip r:embed="rId5"/>
                <a:stretch>
                  <a:fillRect l="-45833" r="-8333" b="-181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직선 연결선[R] 68">
            <a:extLst>
              <a:ext uri="{FF2B5EF4-FFF2-40B4-BE49-F238E27FC236}">
                <a16:creationId xmlns:a16="http://schemas.microsoft.com/office/drawing/2014/main" id="{B766B6F4-74E4-8763-3FDC-96D4288D62A5}"/>
              </a:ext>
            </a:extLst>
          </p:cNvPr>
          <p:cNvCxnSpPr/>
          <p:nvPr/>
        </p:nvCxnSpPr>
        <p:spPr>
          <a:xfrm>
            <a:off x="7436974" y="5915815"/>
            <a:ext cx="521369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7406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BCF14-DAC2-5D36-C05E-189B3375C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내용 개체 틀 15">
            <a:extLst>
              <a:ext uri="{FF2B5EF4-FFF2-40B4-BE49-F238E27FC236}">
                <a16:creationId xmlns:a16="http://schemas.microsoft.com/office/drawing/2014/main" id="{3C88F5A1-C9FF-8E0A-7657-23FAE77C74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827" y="1151467"/>
            <a:ext cx="11440697" cy="5249538"/>
          </a:xfrm>
        </p:spPr>
        <p:txBody>
          <a:bodyPr/>
          <a:lstStyle/>
          <a:p>
            <a:r>
              <a:rPr lang="en-US" altLang="ko-KR" dirty="0"/>
              <a:t>SSM for multivariate data</a:t>
            </a:r>
          </a:p>
          <a:p>
            <a:pPr lvl="1"/>
            <a:r>
              <a:rPr lang="en-US" altLang="ko-KR" dirty="0"/>
              <a:t>SISO </a:t>
            </a:r>
            <a:r>
              <a:rPr lang="en-US" altLang="ko-KR" dirty="0">
                <a:sym typeface="Wingdings" pitchFamily="2" charset="2"/>
              </a:rPr>
              <a:t> </a:t>
            </a:r>
            <a:r>
              <a:rPr lang="en-US" altLang="ko-KR" dirty="0"/>
              <a:t>Channel Independent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6BC0AAF-E7CC-8453-E274-A68C8CE4D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913" y="118633"/>
            <a:ext cx="11404650" cy="753795"/>
          </a:xfrm>
        </p:spPr>
        <p:txBody>
          <a:bodyPr/>
          <a:lstStyle/>
          <a:p>
            <a:r>
              <a:rPr lang="en-US" altLang="ko-KR" dirty="0"/>
              <a:t>Discrete-Time SSM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B0C249-7DDE-D907-29FF-CE6D7F2653BB}"/>
              </a:ext>
            </a:extLst>
          </p:cNvPr>
          <p:cNvSpPr txBox="1"/>
          <p:nvPr/>
        </p:nvSpPr>
        <p:spPr>
          <a:xfrm>
            <a:off x="7795967" y="226214"/>
            <a:ext cx="4145083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kumimoji="1" lang="en-US" altLang="ko-K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NanumSquareOTF ExtraBold" panose="020B0600000101010101" pitchFamily="34" charset="-127"/>
                <a:cs typeface="Pretendard ExtraBold" panose="02000503000000020004" pitchFamily="2" charset="-127"/>
              </a:rPr>
              <a:t>2. State Space Model (SSM)</a:t>
            </a:r>
          </a:p>
        </p:txBody>
      </p:sp>
      <p:sp>
        <p:nvSpPr>
          <p:cNvPr id="29" name="양쪽 대괄호 28">
            <a:extLst>
              <a:ext uri="{FF2B5EF4-FFF2-40B4-BE49-F238E27FC236}">
                <a16:creationId xmlns:a16="http://schemas.microsoft.com/office/drawing/2014/main" id="{3F38E8CA-CF49-9045-25EA-7845BD406D21}"/>
              </a:ext>
            </a:extLst>
          </p:cNvPr>
          <p:cNvSpPr/>
          <p:nvPr/>
        </p:nvSpPr>
        <p:spPr>
          <a:xfrm>
            <a:off x="1200154" y="2525148"/>
            <a:ext cx="9010055" cy="3271032"/>
          </a:xfrm>
          <a:prstGeom prst="bracketPair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4B7949D-0AB9-BCE1-3A79-5872AE4A8439}"/>
                  </a:ext>
                </a:extLst>
              </p:cNvPr>
              <p:cNvSpPr txBox="1"/>
              <p:nvPr/>
            </p:nvSpPr>
            <p:spPr>
              <a:xfrm>
                <a:off x="10371630" y="3917109"/>
                <a:ext cx="85960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altLang="ko-KR" sz="2400" b="1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lang="en-US" altLang="ko-KR" sz="2400" b="1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𝑴</m:t>
                      </m:r>
                    </m:oMath>
                  </m:oMathPara>
                </a14:m>
                <a:endParaRPr lang="ko-KR" altLang="en-US" sz="24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4B7949D-0AB9-BCE1-3A79-5872AE4A84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1630" y="3917109"/>
                <a:ext cx="859609" cy="461665"/>
              </a:xfrm>
              <a:prstGeom prst="rect">
                <a:avLst/>
              </a:prstGeom>
              <a:blipFill>
                <a:blip r:embed="rId3"/>
                <a:stretch>
                  <a:fillRect l="-8696" b="-216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68C0975-EDF7-1E3F-C139-FC7E97D86EEA}"/>
                  </a:ext>
                </a:extLst>
              </p:cNvPr>
              <p:cNvSpPr txBox="1"/>
              <p:nvPr/>
            </p:nvSpPr>
            <p:spPr>
              <a:xfrm>
                <a:off x="5857564" y="2963099"/>
                <a:ext cx="3219013" cy="13045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50000"/>
                  </a:lnSpc>
                </a:pPr>
                <a:r>
                  <a:rPr lang="en-US" altLang="ko-KR" sz="2800" b="1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8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8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US" altLang="ko-KR" sz="28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 altLang="ko-KR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ar-AE" altLang="ko-KR" sz="28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altLang="ko-KR" sz="28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  <m:sSub>
                      <m:sSubPr>
                        <m:ctrlPr>
                          <a:rPr lang="en-US" altLang="ko-KR" sz="28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8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US" altLang="ko-KR" sz="28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28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ar-AE" altLang="ko-KR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ar-AE" altLang="ko-KR" sz="28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altLang="ko-KR" sz="28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  <m:sSub>
                      <m:sSubPr>
                        <m:ctrlPr>
                          <a:rPr lang="en-US" altLang="ko-KR" sz="28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8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8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ar-AE" altLang="ko-KR" sz="28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lvl="0">
                  <a:lnSpc>
                    <a:spcPct val="150000"/>
                  </a:lnSpc>
                </a:pPr>
                <a:r>
                  <a:rPr lang="en-US" altLang="ko-KR" sz="28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8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8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28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 altLang="ko-KR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8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sSub>
                      <m:sSubPr>
                        <m:ctrlPr>
                          <a:rPr lang="en-US" altLang="ko-KR" sz="28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8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US" altLang="ko-KR" sz="28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28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ar-AE" altLang="ko-KR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2800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sSub>
                      <m:sSubPr>
                        <m:ctrlPr>
                          <a:rPr lang="en-US" altLang="ko-KR" sz="28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8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8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ar-AE" altLang="ko-KR" sz="28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68C0975-EDF7-1E3F-C139-FC7E97D86E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7564" y="2963099"/>
                <a:ext cx="3219013" cy="1304524"/>
              </a:xfrm>
              <a:prstGeom prst="rect">
                <a:avLst/>
              </a:prstGeom>
              <a:blipFill>
                <a:blip r:embed="rId4"/>
                <a:stretch>
                  <a:fillRect b="-116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C7DAB75-285B-1FBB-2E49-5DA8CF47F1A6}"/>
                  </a:ext>
                </a:extLst>
              </p:cNvPr>
              <p:cNvSpPr txBox="1"/>
              <p:nvPr/>
            </p:nvSpPr>
            <p:spPr>
              <a:xfrm>
                <a:off x="5240282" y="4554756"/>
                <a:ext cx="4453576" cy="8028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0000" tIns="0" anchor="ctr"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ko-KR" sz="2200" b="1" dirty="0">
                    <a:solidFill>
                      <a:schemeClr val="bg2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ar-AE" altLang="ko-KR" sz="2200" b="1" i="1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altLang="ko-KR" sz="2200" b="1" i="1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</m:oMath>
                </a14:m>
                <a:r>
                  <a:rPr lang="en-US" altLang="ko-KR" sz="2200" dirty="0">
                    <a:solidFill>
                      <a:schemeClr val="bg2">
                        <a:lumMod val="50000"/>
                      </a:schemeClr>
                    </a:solidFill>
                    <a:latin typeface="Arial" panose="020B0604020202020204" pitchFamily="34" charset="0"/>
                  </a:rPr>
                  <a:t> : discretized 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200" i="0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altLang="ko-KR" sz="2200" dirty="0">
                    <a:solidFill>
                      <a:schemeClr val="bg2">
                        <a:lumMod val="50000"/>
                      </a:schemeClr>
                    </a:solidFill>
                    <a:latin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ko-KR" sz="2200" b="1" i="1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endParaRPr lang="en-US" altLang="ko-KR" sz="2200" b="1" i="1" dirty="0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altLang="ko-KR" sz="2200" b="1" dirty="0">
                    <a:solidFill>
                      <a:schemeClr val="bg2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sz="2200" b="1" i="1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200" b="1" i="1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</m:oMath>
                </a14:m>
                <a:r>
                  <a:rPr lang="en-US" altLang="ko-KR" sz="2200" dirty="0">
                    <a:solidFill>
                      <a:schemeClr val="bg2">
                        <a:lumMod val="50000"/>
                      </a:schemeClr>
                    </a:solidFill>
                    <a:latin typeface="Arial" panose="020B0604020202020204" pitchFamily="34" charset="0"/>
                  </a:rPr>
                  <a:t> : discretized 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200" dirty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altLang="ko-KR" sz="2200" dirty="0">
                    <a:solidFill>
                      <a:schemeClr val="bg2">
                        <a:lumMod val="50000"/>
                      </a:schemeClr>
                    </a:solidFill>
                    <a:latin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2200" b="1" i="1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altLang="ko-KR" sz="2200" dirty="0">
                    <a:solidFill>
                      <a:schemeClr val="bg2">
                        <a:lumMod val="50000"/>
                      </a:schemeClr>
                    </a:solidFill>
                    <a:latin typeface="Arial" panose="020B060402020202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altLang="ko-KR" sz="2200" b="1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endParaRPr lang="en-US" altLang="ko-KR" sz="2200" dirty="0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C7DAB75-285B-1FBB-2E49-5DA8CF47F1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0282" y="4554756"/>
                <a:ext cx="4453576" cy="802844"/>
              </a:xfrm>
              <a:prstGeom prst="rect">
                <a:avLst/>
              </a:prstGeom>
              <a:blipFill>
                <a:blip r:embed="rId5"/>
                <a:stretch>
                  <a:fillRect t="-6250" b="-156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4" name="그룹 53">
            <a:extLst>
              <a:ext uri="{FF2B5EF4-FFF2-40B4-BE49-F238E27FC236}">
                <a16:creationId xmlns:a16="http://schemas.microsoft.com/office/drawing/2014/main" id="{9915082F-63B1-FCE8-04F1-4C078AF04405}"/>
              </a:ext>
            </a:extLst>
          </p:cNvPr>
          <p:cNvGrpSpPr/>
          <p:nvPr/>
        </p:nvGrpSpPr>
        <p:grpSpPr>
          <a:xfrm>
            <a:off x="1658437" y="2475790"/>
            <a:ext cx="1866889" cy="3182232"/>
            <a:chOff x="1473205" y="3208838"/>
            <a:chExt cx="1866889" cy="3182232"/>
          </a:xfrm>
        </p:grpSpPr>
        <p:sp>
          <p:nvSpPr>
            <p:cNvPr id="55" name="Google Shape;380;p22">
              <a:extLst>
                <a:ext uri="{FF2B5EF4-FFF2-40B4-BE49-F238E27FC236}">
                  <a16:creationId xmlns:a16="http://schemas.microsoft.com/office/drawing/2014/main" id="{5BC9D5AC-54C1-B6E4-3148-6E895C5D2D3E}"/>
                </a:ext>
              </a:extLst>
            </p:cNvPr>
            <p:cNvSpPr/>
            <p:nvPr/>
          </p:nvSpPr>
          <p:spPr>
            <a:xfrm>
              <a:off x="1473205" y="3779311"/>
              <a:ext cx="1866889" cy="2144411"/>
            </a:xfrm>
            <a:prstGeom prst="roundRect">
              <a:avLst>
                <a:gd name="adj" fmla="val 6217"/>
              </a:avLst>
            </a:prstGeom>
            <a:solidFill>
              <a:schemeClr val="bg1">
                <a:lumMod val="95000"/>
                <a:alpha val="80000"/>
              </a:schemeClr>
            </a:solidFill>
            <a:ln w="1905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914400">
                <a:buClr>
                  <a:srgbClr val="000000"/>
                </a:buClr>
              </a:pPr>
              <a:endParaRPr lang="en" altLang="ko-KR"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56" name="Google Shape;381;p22">
              <a:extLst>
                <a:ext uri="{FF2B5EF4-FFF2-40B4-BE49-F238E27FC236}">
                  <a16:creationId xmlns:a16="http://schemas.microsoft.com/office/drawing/2014/main" id="{0DF6F979-C62C-7606-DB9C-7D3FC5386D04}"/>
                </a:ext>
              </a:extLst>
            </p:cNvPr>
            <p:cNvCxnSpPr>
              <a:cxnSpLocks/>
              <a:stCxn id="62" idx="0"/>
              <a:endCxn id="66" idx="2"/>
            </p:cNvCxnSpPr>
            <p:nvPr/>
          </p:nvCxnSpPr>
          <p:spPr>
            <a:xfrm flipV="1">
              <a:off x="2401235" y="4943402"/>
              <a:ext cx="0" cy="363801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7" name="Google Shape;381;p22">
              <a:extLst>
                <a:ext uri="{FF2B5EF4-FFF2-40B4-BE49-F238E27FC236}">
                  <a16:creationId xmlns:a16="http://schemas.microsoft.com/office/drawing/2014/main" id="{441515CD-547D-3D1F-55AB-EB075D435C8B}"/>
                </a:ext>
              </a:extLst>
            </p:cNvPr>
            <p:cNvCxnSpPr>
              <a:cxnSpLocks/>
              <a:stCxn id="63" idx="0"/>
              <a:endCxn id="59" idx="4"/>
            </p:cNvCxnSpPr>
            <p:nvPr/>
          </p:nvCxnSpPr>
          <p:spPr>
            <a:xfrm flipH="1" flipV="1">
              <a:off x="2401234" y="3553500"/>
              <a:ext cx="1" cy="462613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8" name="Google Shape;381;p22">
              <a:extLst>
                <a:ext uri="{FF2B5EF4-FFF2-40B4-BE49-F238E27FC236}">
                  <a16:creationId xmlns:a16="http://schemas.microsoft.com/office/drawing/2014/main" id="{5CA97846-9581-894D-9AF6-9A3248AAF51C}"/>
                </a:ext>
              </a:extLst>
            </p:cNvPr>
            <p:cNvCxnSpPr>
              <a:cxnSpLocks/>
              <a:stCxn id="60" idx="0"/>
              <a:endCxn id="62" idx="2"/>
            </p:cNvCxnSpPr>
            <p:nvPr/>
          </p:nvCxnSpPr>
          <p:spPr>
            <a:xfrm flipV="1">
              <a:off x="2401234" y="5614979"/>
              <a:ext cx="1" cy="431429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A75F4186-9F56-EE55-E67B-03CFC1CCC18C}"/>
                </a:ext>
              </a:extLst>
            </p:cNvPr>
            <p:cNvSpPr/>
            <p:nvPr/>
          </p:nvSpPr>
          <p:spPr>
            <a:xfrm>
              <a:off x="2228903" y="3208838"/>
              <a:ext cx="344662" cy="344662"/>
            </a:xfrm>
            <a:prstGeom prst="ellipse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b="1" dirty="0">
                  <a:solidFill>
                    <a:schemeClr val="tx1"/>
                  </a:solidFill>
                  <a:latin typeface="Avenir Book" panose="02000503020000020003" pitchFamily="2" charset="0"/>
                </a:rPr>
                <a:t>y</a:t>
              </a:r>
              <a:endParaRPr kumimoji="1" lang="ko-KR" altLang="en-US" b="1" dirty="0">
                <a:solidFill>
                  <a:schemeClr val="tx1"/>
                </a:solidFill>
                <a:latin typeface="Avenir Book" panose="02000503020000020003" pitchFamily="2" charset="0"/>
              </a:endParaRPr>
            </a:p>
          </p:txBody>
        </p:sp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4205C52F-5B24-264B-1C08-58A64B72B42F}"/>
                </a:ext>
              </a:extLst>
            </p:cNvPr>
            <p:cNvSpPr/>
            <p:nvPr/>
          </p:nvSpPr>
          <p:spPr>
            <a:xfrm>
              <a:off x="2228903" y="6046408"/>
              <a:ext cx="344662" cy="344662"/>
            </a:xfrm>
            <a:prstGeom prst="ellipse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b="1" dirty="0">
                  <a:solidFill>
                    <a:schemeClr val="tx1"/>
                  </a:solidFill>
                  <a:latin typeface="Avenir Book" panose="02000503020000020003" pitchFamily="2" charset="0"/>
                </a:rPr>
                <a:t>u</a:t>
              </a:r>
              <a:endParaRPr kumimoji="1" lang="ko-KR" altLang="en-US" b="1" dirty="0">
                <a:solidFill>
                  <a:schemeClr val="tx1"/>
                </a:solidFill>
                <a:latin typeface="Avenir Book" panose="02000503020000020003" pitchFamily="2" charset="0"/>
              </a:endParaRPr>
            </a:p>
          </p:txBody>
        </p:sp>
        <p:sp>
          <p:nvSpPr>
            <p:cNvPr id="61" name="Google Shape;380;p22">
              <a:extLst>
                <a:ext uri="{FF2B5EF4-FFF2-40B4-BE49-F238E27FC236}">
                  <a16:creationId xmlns:a16="http://schemas.microsoft.com/office/drawing/2014/main" id="{5C310C50-3766-E963-BA77-39CF9D01DC2F}"/>
                </a:ext>
              </a:extLst>
            </p:cNvPr>
            <p:cNvSpPr/>
            <p:nvPr/>
          </p:nvSpPr>
          <p:spPr>
            <a:xfrm>
              <a:off x="2808950" y="4698736"/>
              <a:ext cx="323865" cy="307776"/>
            </a:xfrm>
            <a:prstGeom prst="rect">
              <a:avLst/>
            </a:prstGeom>
            <a:solidFill>
              <a:srgbClr val="FFE9E8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000000"/>
                </a:buClr>
              </a:pPr>
              <a:r>
                <a:rPr lang="en-US" altLang="ko-KR" kern="0" dirty="0">
                  <a:latin typeface="Arial" panose="020B0604020202020204" pitchFamily="34" charset="0"/>
                  <a:cs typeface="Arial" panose="020B0604020202020204" pitchFamily="34" charset="0"/>
                  <a:sym typeface="Arial"/>
                </a:rPr>
                <a:t>A</a:t>
              </a:r>
            </a:p>
          </p:txBody>
        </p:sp>
        <p:sp>
          <p:nvSpPr>
            <p:cNvPr id="62" name="Google Shape;380;p22">
              <a:extLst>
                <a:ext uri="{FF2B5EF4-FFF2-40B4-BE49-F238E27FC236}">
                  <a16:creationId xmlns:a16="http://schemas.microsoft.com/office/drawing/2014/main" id="{83EACFBF-974D-479A-AAB5-A2518C8A484B}"/>
                </a:ext>
              </a:extLst>
            </p:cNvPr>
            <p:cNvSpPr/>
            <p:nvPr/>
          </p:nvSpPr>
          <p:spPr>
            <a:xfrm>
              <a:off x="2239302" y="5307203"/>
              <a:ext cx="323865" cy="307776"/>
            </a:xfrm>
            <a:prstGeom prst="rect">
              <a:avLst/>
            </a:prstGeom>
            <a:solidFill>
              <a:srgbClr val="DAEFEB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000000"/>
                </a:buClr>
              </a:pPr>
              <a:r>
                <a:rPr lang="en-US" altLang="ko-KR" kern="0" dirty="0">
                  <a:latin typeface="Arial" panose="020B0604020202020204" pitchFamily="34" charset="0"/>
                  <a:cs typeface="Arial" panose="020B0604020202020204" pitchFamily="34" charset="0"/>
                  <a:sym typeface="Arial"/>
                </a:rPr>
                <a:t>B</a:t>
              </a:r>
            </a:p>
          </p:txBody>
        </p:sp>
        <p:sp>
          <p:nvSpPr>
            <p:cNvPr id="63" name="Google Shape;380;p22">
              <a:extLst>
                <a:ext uri="{FF2B5EF4-FFF2-40B4-BE49-F238E27FC236}">
                  <a16:creationId xmlns:a16="http://schemas.microsoft.com/office/drawing/2014/main" id="{CE7C22F4-A1DB-B1A8-AB85-E4733CAF5EB7}"/>
                </a:ext>
              </a:extLst>
            </p:cNvPr>
            <p:cNvSpPr/>
            <p:nvPr/>
          </p:nvSpPr>
          <p:spPr>
            <a:xfrm>
              <a:off x="2239302" y="4016113"/>
              <a:ext cx="323865" cy="307776"/>
            </a:xfrm>
            <a:prstGeom prst="rect">
              <a:avLst/>
            </a:prstGeom>
            <a:solidFill>
              <a:srgbClr val="DCEAFF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000000"/>
                </a:buClr>
              </a:pPr>
              <a:r>
                <a:rPr lang="en-US" altLang="ko-KR" kern="0" dirty="0">
                  <a:latin typeface="Arial" panose="020B0604020202020204" pitchFamily="34" charset="0"/>
                  <a:cs typeface="Arial" panose="020B0604020202020204" pitchFamily="34" charset="0"/>
                  <a:sym typeface="Arial"/>
                </a:rPr>
                <a:t>C</a:t>
              </a:r>
            </a:p>
          </p:txBody>
        </p:sp>
        <p:cxnSp>
          <p:nvCxnSpPr>
            <p:cNvPr id="64" name="꺾인 연결선[E] 63">
              <a:extLst>
                <a:ext uri="{FF2B5EF4-FFF2-40B4-BE49-F238E27FC236}">
                  <a16:creationId xmlns:a16="http://schemas.microsoft.com/office/drawing/2014/main" id="{38FDB94D-09D5-95EB-B236-919D0D094099}"/>
                </a:ext>
              </a:extLst>
            </p:cNvPr>
            <p:cNvCxnSpPr>
              <a:cxnSpLocks/>
              <a:stCxn id="61" idx="2"/>
              <a:endCxn id="74" idx="3"/>
            </p:cNvCxnSpPr>
            <p:nvPr/>
          </p:nvCxnSpPr>
          <p:spPr>
            <a:xfrm rot="5400000">
              <a:off x="2616498" y="4800345"/>
              <a:ext cx="148218" cy="560552"/>
            </a:xfrm>
            <a:prstGeom prst="bentConnector2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5" name="Google Shape;381;p22">
              <a:extLst>
                <a:ext uri="{FF2B5EF4-FFF2-40B4-BE49-F238E27FC236}">
                  <a16:creationId xmlns:a16="http://schemas.microsoft.com/office/drawing/2014/main" id="{719EB465-BCBA-5276-464C-4BE423E6A718}"/>
                </a:ext>
              </a:extLst>
            </p:cNvPr>
            <p:cNvCxnSpPr>
              <a:cxnSpLocks/>
              <a:stCxn id="66" idx="0"/>
              <a:endCxn id="63" idx="2"/>
            </p:cNvCxnSpPr>
            <p:nvPr/>
          </p:nvCxnSpPr>
          <p:spPr>
            <a:xfrm flipV="1">
              <a:off x="2401235" y="4323889"/>
              <a:ext cx="0" cy="365153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6" name="Google Shape;380;p22">
              <a:extLst>
                <a:ext uri="{FF2B5EF4-FFF2-40B4-BE49-F238E27FC236}">
                  <a16:creationId xmlns:a16="http://schemas.microsoft.com/office/drawing/2014/main" id="{5D2ED430-ED8A-6820-3C31-7998CD6C1E32}"/>
                </a:ext>
              </a:extLst>
            </p:cNvPr>
            <p:cNvSpPr/>
            <p:nvPr/>
          </p:nvSpPr>
          <p:spPr>
            <a:xfrm>
              <a:off x="2267406" y="4689042"/>
              <a:ext cx="267657" cy="254360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000000"/>
                </a:buClr>
              </a:pPr>
              <a:r>
                <a:rPr lang="en-US" altLang="ko-KR" sz="1200" kern="0" dirty="0">
                  <a:latin typeface="Cambria Math" panose="02040503050406030204" pitchFamily="18" charset="0"/>
                  <a:ea typeface="Cambria Math" panose="02040503050406030204" pitchFamily="18" charset="0"/>
                  <a:cs typeface="Arial" panose="020B0604020202020204" pitchFamily="34" charset="0"/>
                  <a:sym typeface="Arial"/>
                </a:rPr>
                <a:t>∫</a:t>
              </a:r>
              <a:endParaRPr lang="en-US" altLang="ko-KR" kern="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  <a:sym typeface="Arial"/>
              </a:endParaRPr>
            </a:p>
          </p:txBody>
        </p:sp>
        <p:sp>
          <p:nvSpPr>
            <p:cNvPr id="67" name="Google Shape;380;p22">
              <a:extLst>
                <a:ext uri="{FF2B5EF4-FFF2-40B4-BE49-F238E27FC236}">
                  <a16:creationId xmlns:a16="http://schemas.microsoft.com/office/drawing/2014/main" id="{73B9A674-0E9C-9153-4E3C-51BAED454F47}"/>
                </a:ext>
              </a:extLst>
            </p:cNvPr>
            <p:cNvSpPr/>
            <p:nvPr/>
          </p:nvSpPr>
          <p:spPr>
            <a:xfrm>
              <a:off x="1634626" y="4689042"/>
              <a:ext cx="323865" cy="307776"/>
            </a:xfrm>
            <a:prstGeom prst="rect">
              <a:avLst/>
            </a:prstGeom>
            <a:solidFill>
              <a:srgbClr val="E8E8E8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000000"/>
                </a:buClr>
              </a:pPr>
              <a:r>
                <a:rPr lang="en-US" altLang="ko-KR" kern="0" dirty="0">
                  <a:latin typeface="Arial" panose="020B0604020202020204" pitchFamily="34" charset="0"/>
                  <a:cs typeface="Arial" panose="020B0604020202020204" pitchFamily="34" charset="0"/>
                  <a:sym typeface="Arial"/>
                </a:rPr>
                <a:t>D</a:t>
              </a:r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5FB2C676-51DD-09CE-DADA-6D634752376E}"/>
                </a:ext>
              </a:extLst>
            </p:cNvPr>
            <p:cNvSpPr/>
            <p:nvPr/>
          </p:nvSpPr>
          <p:spPr>
            <a:xfrm>
              <a:off x="2395384" y="5783269"/>
              <a:ext cx="10691" cy="1149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C62C3F56-B4AF-1420-7FD4-37BC71F366D8}"/>
                </a:ext>
              </a:extLst>
            </p:cNvPr>
            <p:cNvSpPr/>
            <p:nvPr/>
          </p:nvSpPr>
          <p:spPr>
            <a:xfrm flipV="1">
              <a:off x="2397753" y="4535280"/>
              <a:ext cx="8454" cy="712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70" name="꺾인 연결선[E] 69">
              <a:extLst>
                <a:ext uri="{FF2B5EF4-FFF2-40B4-BE49-F238E27FC236}">
                  <a16:creationId xmlns:a16="http://schemas.microsoft.com/office/drawing/2014/main" id="{39E623BB-CA11-DB31-5F95-A1D6D0B7BA82}"/>
                </a:ext>
              </a:extLst>
            </p:cNvPr>
            <p:cNvCxnSpPr>
              <a:cxnSpLocks/>
              <a:stCxn id="69" idx="3"/>
              <a:endCxn id="61" idx="0"/>
            </p:cNvCxnSpPr>
            <p:nvPr/>
          </p:nvCxnSpPr>
          <p:spPr>
            <a:xfrm>
              <a:off x="2406207" y="4538843"/>
              <a:ext cx="564676" cy="159893"/>
            </a:xfrm>
            <a:prstGeom prst="bentConnector2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1" name="꺾인 연결선[E] 70">
              <a:extLst>
                <a:ext uri="{FF2B5EF4-FFF2-40B4-BE49-F238E27FC236}">
                  <a16:creationId xmlns:a16="http://schemas.microsoft.com/office/drawing/2014/main" id="{C89B0482-0539-F4B3-134B-5FA57E43FA5F}"/>
                </a:ext>
              </a:extLst>
            </p:cNvPr>
            <p:cNvCxnSpPr>
              <a:cxnSpLocks/>
              <a:stCxn id="68" idx="1"/>
              <a:endCxn id="67" idx="2"/>
            </p:cNvCxnSpPr>
            <p:nvPr/>
          </p:nvCxnSpPr>
          <p:spPr>
            <a:xfrm rot="10800000">
              <a:off x="1796560" y="4996819"/>
              <a:ext cx="598825" cy="792199"/>
            </a:xfrm>
            <a:prstGeom prst="bentConnector2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AE30A8D4-7A9C-7B96-6F35-F3EDEE014247}"/>
                </a:ext>
              </a:extLst>
            </p:cNvPr>
            <p:cNvSpPr/>
            <p:nvPr/>
          </p:nvSpPr>
          <p:spPr>
            <a:xfrm>
              <a:off x="2398574" y="3888223"/>
              <a:ext cx="7200" cy="11645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73" name="꺾인 연결선[E] 72">
              <a:extLst>
                <a:ext uri="{FF2B5EF4-FFF2-40B4-BE49-F238E27FC236}">
                  <a16:creationId xmlns:a16="http://schemas.microsoft.com/office/drawing/2014/main" id="{6791A289-0FEB-02E6-9E0F-4EDD1542F76E}"/>
                </a:ext>
              </a:extLst>
            </p:cNvPr>
            <p:cNvCxnSpPr>
              <a:cxnSpLocks/>
              <a:stCxn id="67" idx="0"/>
              <a:endCxn id="72" idx="1"/>
            </p:cNvCxnSpPr>
            <p:nvPr/>
          </p:nvCxnSpPr>
          <p:spPr>
            <a:xfrm rot="5400000" flipH="1" flipV="1">
              <a:off x="1700068" y="3990537"/>
              <a:ext cx="794996" cy="602015"/>
            </a:xfrm>
            <a:prstGeom prst="bentConnector2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856B6634-277C-08F3-9750-56A5BFB88C7E}"/>
                </a:ext>
              </a:extLst>
            </p:cNvPr>
            <p:cNvSpPr/>
            <p:nvPr/>
          </p:nvSpPr>
          <p:spPr>
            <a:xfrm>
              <a:off x="2399640" y="5148982"/>
              <a:ext cx="10691" cy="1149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569221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9442D-E6EA-D455-23B8-295F0F0C7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825441-983F-6E4E-824D-85EFB798AE1A}"/>
              </a:ext>
            </a:extLst>
          </p:cNvPr>
          <p:cNvSpPr txBox="1"/>
          <p:nvPr/>
        </p:nvSpPr>
        <p:spPr>
          <a:xfrm>
            <a:off x="1770958" y="2921172"/>
            <a:ext cx="8650125" cy="1015663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ko-KR"/>
            </a:defPPr>
            <a:lvl1pPr algn="ctr">
              <a:defRPr kumimoji="1" sz="6000" b="1">
                <a:solidFill>
                  <a:schemeClr val="accent5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NanumSquareOTF ExtraBold" panose="020B0600000101010101" pitchFamily="34" charset="-127"/>
                <a:cs typeface="Pretendard ExtraBold" panose="02000503000000020004" pitchFamily="2" charset="-127"/>
              </a:defRPr>
            </a:lvl1pPr>
          </a:lstStyle>
          <a:p>
            <a:r>
              <a:rPr lang="en-US" altLang="ko-KR" dirty="0"/>
              <a:t>3. SSMs Before Mamba</a:t>
            </a:r>
          </a:p>
        </p:txBody>
      </p:sp>
    </p:spTree>
    <p:extLst>
      <p:ext uri="{BB962C8B-B14F-4D97-AF65-F5344CB8AC3E}">
        <p14:creationId xmlns:p14="http://schemas.microsoft.com/office/powerpoint/2010/main" val="23722350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3CEEE-010B-C47A-4589-37CFA2F65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5D186D43-0416-9F8B-AE1C-ACFA06B28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913" y="118633"/>
            <a:ext cx="11404650" cy="753795"/>
          </a:xfrm>
        </p:spPr>
        <p:txBody>
          <a:bodyPr/>
          <a:lstStyle/>
          <a:p>
            <a:r>
              <a:rPr lang="en-US" altLang="ko-KR" dirty="0"/>
              <a:t>Predecessors to Mamba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585F73-A19F-C369-C3DD-85A4B9B471D9}"/>
              </a:ext>
            </a:extLst>
          </p:cNvPr>
          <p:cNvSpPr txBox="1"/>
          <p:nvPr/>
        </p:nvSpPr>
        <p:spPr>
          <a:xfrm>
            <a:off x="7795967" y="226214"/>
            <a:ext cx="4145083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kumimoji="1" lang="en-US" altLang="ko-K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NanumSquareOTF ExtraBold" panose="020B0600000101010101" pitchFamily="34" charset="-127"/>
                <a:cs typeface="Pretendard ExtraBold" panose="02000503000000020004" pitchFamily="2" charset="-127"/>
              </a:rPr>
              <a:t>3. SSMs Before Mamba</a:t>
            </a:r>
          </a:p>
        </p:txBody>
      </p:sp>
      <p:sp>
        <p:nvSpPr>
          <p:cNvPr id="62" name="내용 개체 틀 61">
            <a:extLst>
              <a:ext uri="{FF2B5EF4-FFF2-40B4-BE49-F238E27FC236}">
                <a16:creationId xmlns:a16="http://schemas.microsoft.com/office/drawing/2014/main" id="{FF714C15-07D4-24C6-85AE-F4726B532F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63" name="내용 개체 틀 7">
            <a:extLst>
              <a:ext uri="{FF2B5EF4-FFF2-40B4-BE49-F238E27FC236}">
                <a16:creationId xmlns:a16="http://schemas.microsoft.com/office/drawing/2014/main" id="{174CAF15-835E-50E7-132B-9D1022B59CE5}"/>
              </a:ext>
            </a:extLst>
          </p:cNvPr>
          <p:cNvSpPr txBox="1">
            <a:spLocks/>
          </p:cNvSpPr>
          <p:nvPr/>
        </p:nvSpPr>
        <p:spPr>
          <a:xfrm>
            <a:off x="379827" y="1151467"/>
            <a:ext cx="11440697" cy="5249538"/>
          </a:xfrm>
          <a:prstGeom prst="rect">
            <a:avLst/>
          </a:prstGeom>
        </p:spPr>
        <p:txBody>
          <a:bodyPr/>
          <a:lstStyle>
            <a:lvl1pPr marL="279400" indent="-279400" algn="l" defTabSz="914400" rtl="0" eaLnBrk="1" latinLnBrk="1" hangingPunct="1">
              <a:lnSpc>
                <a:spcPct val="120000"/>
              </a:lnSpc>
              <a:spcBef>
                <a:spcPts val="400"/>
              </a:spcBef>
              <a:buFont typeface="Arial" panose="020B0604020202020204" pitchFamily="34" charset="0"/>
              <a:buChar char="•"/>
              <a:tabLst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NanumSquareOTF Light" panose="020B0600000101010101" pitchFamily="34" charset="-127"/>
                <a:cs typeface="Arial" panose="020B0604020202020204" pitchFamily="34" charset="0"/>
              </a:defRPr>
            </a:lvl1pPr>
            <a:lvl2pPr marL="722313" indent="-265113" algn="l" defTabSz="914400" rtl="0" eaLnBrk="1" latinLnBrk="1" hangingPunct="1">
              <a:lnSpc>
                <a:spcPct val="120000"/>
              </a:lnSpc>
              <a:spcBef>
                <a:spcPts val="400"/>
              </a:spcBef>
              <a:buFont typeface="Arial" panose="020B0604020202020204" pitchFamily="34" charset="0"/>
              <a:buChar char="•"/>
              <a:tabLst/>
              <a:defRPr sz="26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NanumSquareOTF Light" panose="020B0600000101010101" pitchFamily="34" charset="-127"/>
                <a:cs typeface="Arial" panose="020B0604020202020204" pitchFamily="34" charset="0"/>
              </a:defRPr>
            </a:lvl2pPr>
            <a:lvl3pPr marL="1209675" indent="-295275" algn="l" defTabSz="914400" rtl="0" eaLnBrk="1" latinLnBrk="1" hangingPunct="1">
              <a:lnSpc>
                <a:spcPct val="120000"/>
              </a:lnSpc>
              <a:spcBef>
                <a:spcPts val="400"/>
              </a:spcBef>
              <a:buFont typeface="Arial" panose="020B0604020202020204" pitchFamily="34" charset="0"/>
              <a:buChar char="•"/>
              <a:tabLst/>
              <a:defRPr sz="24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NanumSquareOTF Light" panose="020B0600000101010101" pitchFamily="34" charset="-127"/>
                <a:cs typeface="Arial" panose="020B0604020202020204" pitchFamily="34" charset="0"/>
              </a:defRPr>
            </a:lvl3pPr>
            <a:lvl4pPr marL="1652588" indent="-280988" algn="l" defTabSz="914400" rtl="0" eaLnBrk="1" latinLnBrk="1" hangingPunct="1">
              <a:lnSpc>
                <a:spcPct val="120000"/>
              </a:lnSpc>
              <a:spcBef>
                <a:spcPts val="400"/>
              </a:spcBef>
              <a:buFont typeface="Arial" panose="020B0604020202020204" pitchFamily="34" charset="0"/>
              <a:buChar char="•"/>
              <a:tabLst/>
              <a:defRPr sz="24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NanumSquareOTF Light" panose="020B0600000101010101" pitchFamily="34" charset="-127"/>
                <a:cs typeface="Arial" panose="020B0604020202020204" pitchFamily="34" charset="0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NanumSquareOTF Light" panose="020B0600000101010101" pitchFamily="34" charset="-127"/>
                <a:cs typeface="Arial" panose="020B0604020202020204" pitchFamily="34" charset="0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/>
          </a:p>
          <a:p>
            <a:endParaRPr lang="ko-KR" altLang="en-US" dirty="0"/>
          </a:p>
        </p:txBody>
      </p:sp>
      <p:graphicFrame>
        <p:nvGraphicFramePr>
          <p:cNvPr id="64" name="내용 개체 틀 5">
            <a:extLst>
              <a:ext uri="{FF2B5EF4-FFF2-40B4-BE49-F238E27FC236}">
                <a16:creationId xmlns:a16="http://schemas.microsoft.com/office/drawing/2014/main" id="{A295CEF6-7882-BC28-219C-EE7D2230DB5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95327901"/>
              </p:ext>
            </p:extLst>
          </p:nvPr>
        </p:nvGraphicFramePr>
        <p:xfrm>
          <a:off x="379413" y="1150939"/>
          <a:ext cx="11441112" cy="5971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내용 개체 틀 7">
            <a:extLst>
              <a:ext uri="{FF2B5EF4-FFF2-40B4-BE49-F238E27FC236}">
                <a16:creationId xmlns:a16="http://schemas.microsoft.com/office/drawing/2014/main" id="{533F99AE-FFD3-841A-D948-A573EE680086}"/>
              </a:ext>
            </a:extLst>
          </p:cNvPr>
          <p:cNvSpPr txBox="1">
            <a:spLocks/>
          </p:cNvSpPr>
          <p:nvPr/>
        </p:nvSpPr>
        <p:spPr>
          <a:xfrm>
            <a:off x="379413" y="1150938"/>
            <a:ext cx="11441112" cy="5249862"/>
          </a:xfrm>
          <a:prstGeom prst="rect">
            <a:avLst/>
          </a:prstGeom>
        </p:spPr>
        <p:txBody>
          <a:bodyPr/>
          <a:lstStyle>
            <a:lvl1pPr marL="279400" indent="-279400" algn="l" defTabSz="914400" rtl="0" eaLnBrk="1" latinLnBrk="1" hangingPunct="1">
              <a:lnSpc>
                <a:spcPct val="120000"/>
              </a:lnSpc>
              <a:spcBef>
                <a:spcPts val="400"/>
              </a:spcBef>
              <a:buFont typeface="Arial" panose="020B0604020202020204" pitchFamily="34" charset="0"/>
              <a:buChar char="•"/>
              <a:tabLst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NanumSquareOTF Light" panose="020B0600000101010101" pitchFamily="34" charset="-127"/>
                <a:cs typeface="Arial" panose="020B0604020202020204" pitchFamily="34" charset="0"/>
              </a:defRPr>
            </a:lvl1pPr>
            <a:lvl2pPr marL="722313" indent="-265113" algn="l" defTabSz="914400" rtl="0" eaLnBrk="1" latinLnBrk="1" hangingPunct="1">
              <a:lnSpc>
                <a:spcPct val="120000"/>
              </a:lnSpc>
              <a:spcBef>
                <a:spcPts val="400"/>
              </a:spcBef>
              <a:buFont typeface="Arial" panose="020B0604020202020204" pitchFamily="34" charset="0"/>
              <a:buChar char="•"/>
              <a:tabLst/>
              <a:defRPr sz="26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NanumSquareOTF Light" panose="020B0600000101010101" pitchFamily="34" charset="-127"/>
                <a:cs typeface="Arial" panose="020B0604020202020204" pitchFamily="34" charset="0"/>
              </a:defRPr>
            </a:lvl2pPr>
            <a:lvl3pPr marL="1209675" indent="-295275" algn="l" defTabSz="914400" rtl="0" eaLnBrk="1" latinLnBrk="1" hangingPunct="1">
              <a:lnSpc>
                <a:spcPct val="120000"/>
              </a:lnSpc>
              <a:spcBef>
                <a:spcPts val="400"/>
              </a:spcBef>
              <a:buFont typeface="Arial" panose="020B0604020202020204" pitchFamily="34" charset="0"/>
              <a:buChar char="•"/>
              <a:tabLst/>
              <a:defRPr sz="24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NanumSquareOTF Light" panose="020B0600000101010101" pitchFamily="34" charset="-127"/>
                <a:cs typeface="Arial" panose="020B0604020202020204" pitchFamily="34" charset="0"/>
              </a:defRPr>
            </a:lvl3pPr>
            <a:lvl4pPr marL="1652588" indent="-280988" algn="l" defTabSz="914400" rtl="0" eaLnBrk="1" latinLnBrk="1" hangingPunct="1">
              <a:lnSpc>
                <a:spcPct val="120000"/>
              </a:lnSpc>
              <a:spcBef>
                <a:spcPts val="400"/>
              </a:spcBef>
              <a:buFont typeface="Arial" panose="020B0604020202020204" pitchFamily="34" charset="0"/>
              <a:buChar char="•"/>
              <a:tabLst/>
              <a:defRPr sz="24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NanumSquareOTF Light" panose="020B0600000101010101" pitchFamily="34" charset="-127"/>
                <a:cs typeface="Arial" panose="020B0604020202020204" pitchFamily="34" charset="0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NanumSquareOTF Light" panose="020B0600000101010101" pitchFamily="34" charset="-127"/>
                <a:cs typeface="Arial" panose="020B0604020202020204" pitchFamily="34" charset="0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sz="1800" dirty="0"/>
          </a:p>
          <a:p>
            <a:endParaRPr lang="en-US" altLang="ko-KR" sz="1800" dirty="0"/>
          </a:p>
          <a:p>
            <a:endParaRPr lang="en-US" altLang="ko-KR" dirty="0"/>
          </a:p>
          <a:p>
            <a:r>
              <a:rPr lang="en-US" altLang="ko-KR" dirty="0"/>
              <a:t>HiPPO (</a:t>
            </a:r>
            <a:r>
              <a:rPr lang="en-US" altLang="ko-KR" dirty="0" err="1"/>
              <a:t>NeurIPS</a:t>
            </a:r>
            <a:r>
              <a:rPr lang="en-US" altLang="ko-KR" dirty="0"/>
              <a:t> 2020)</a:t>
            </a:r>
          </a:p>
          <a:p>
            <a:endParaRPr lang="en-US" altLang="ko-KR" sz="1000" dirty="0"/>
          </a:p>
          <a:p>
            <a:r>
              <a:rPr lang="en-US" altLang="ko-KR" dirty="0"/>
              <a:t>LSSL (2021)</a:t>
            </a:r>
          </a:p>
          <a:p>
            <a:endParaRPr lang="en-US" altLang="ko-KR" sz="1000" dirty="0"/>
          </a:p>
          <a:p>
            <a:r>
              <a:rPr lang="en-US" altLang="ko-KR" dirty="0"/>
              <a:t>S4 (2022), S4D (2022)</a:t>
            </a:r>
          </a:p>
          <a:p>
            <a:endParaRPr lang="en-US" altLang="ko-KR" sz="1000" dirty="0"/>
          </a:p>
          <a:p>
            <a:r>
              <a:rPr lang="en-US" altLang="ko-KR" dirty="0"/>
              <a:t>H3 (2023)</a:t>
            </a:r>
          </a:p>
        </p:txBody>
      </p:sp>
    </p:spTree>
    <p:extLst>
      <p:ext uri="{BB962C8B-B14F-4D97-AF65-F5344CB8AC3E}">
        <p14:creationId xmlns:p14="http://schemas.microsoft.com/office/powerpoint/2010/main" val="18242498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9B379-809C-DBCE-B796-AC9B87A35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내용 개체 틀 7">
                <a:extLst>
                  <a:ext uri="{FF2B5EF4-FFF2-40B4-BE49-F238E27FC236}">
                    <a16:creationId xmlns:a16="http://schemas.microsoft.com/office/drawing/2014/main" id="{CAB6DB03-C782-B561-58B1-FD8599990B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9413" y="1150938"/>
                <a:ext cx="11441112" cy="5249862"/>
              </a:xfrm>
            </p:spPr>
            <p:txBody>
              <a:bodyPr/>
              <a:lstStyle/>
              <a:p>
                <a:endParaRPr lang="en-US" altLang="ko-KR" sz="1800" dirty="0"/>
              </a:p>
              <a:p>
                <a:endParaRPr lang="en-US" altLang="ko-KR" sz="1800" dirty="0"/>
              </a:p>
              <a:p>
                <a:r>
                  <a:rPr lang="en-US" altLang="ko-KR" dirty="0"/>
                  <a:t>not a deep learning model, not formulated in SSM terminology</a:t>
                </a:r>
              </a:p>
              <a:p>
                <a:endParaRPr lang="en-US" altLang="ko-KR" sz="1000" dirty="0"/>
              </a:p>
              <a:p>
                <a:r>
                  <a:rPr lang="en-US" altLang="ko-KR" dirty="0"/>
                  <a:t>propose a fixed value of </a:t>
                </a:r>
                <a14:m>
                  <m:oMath xmlns:m="http://schemas.openxmlformats.org/officeDocument/2006/math">
                    <m:r>
                      <a:rPr lang="en-US" altLang="ko-KR" b="1" i="1" dirty="0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altLang="ko-KR" dirty="0"/>
                  <a:t>, using polynomial bases</a:t>
                </a:r>
              </a:p>
              <a:p>
                <a:pPr lvl="1"/>
                <a:r>
                  <a:rPr lang="en-US" altLang="ko-KR" dirty="0">
                    <a:highlight>
                      <a:srgbClr val="EEF5FF"/>
                    </a:highlight>
                  </a:rPr>
                  <a:t>to contain as much context as possible</a:t>
                </a:r>
                <a:r>
                  <a:rPr lang="en-US" altLang="ko-KR" dirty="0"/>
                  <a:t> within a given memory</a:t>
                </a:r>
                <a:r>
                  <a:rPr lang="en-US" altLang="ko-KR" baseline="30000" dirty="0"/>
                  <a:t> (state space)</a:t>
                </a:r>
                <a:r>
                  <a:rPr lang="en-US" altLang="ko-KR" dirty="0"/>
                  <a:t> 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8" name="내용 개체 틀 7">
                <a:extLst>
                  <a:ext uri="{FF2B5EF4-FFF2-40B4-BE49-F238E27FC236}">
                    <a16:creationId xmlns:a16="http://schemas.microsoft.com/office/drawing/2014/main" id="{CAB6DB03-C782-B561-58B1-FD8599990B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9413" y="1150938"/>
                <a:ext cx="11441112" cy="5249862"/>
              </a:xfrm>
              <a:blipFill>
                <a:blip r:embed="rId3"/>
                <a:stretch>
                  <a:fillRect l="-88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제목 2">
            <a:extLst>
              <a:ext uri="{FF2B5EF4-FFF2-40B4-BE49-F238E27FC236}">
                <a16:creationId xmlns:a16="http://schemas.microsoft.com/office/drawing/2014/main" id="{132F9F99-E122-0F0A-D99B-045DBEF5C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913" y="118633"/>
            <a:ext cx="11404650" cy="753795"/>
          </a:xfrm>
        </p:spPr>
        <p:txBody>
          <a:bodyPr/>
          <a:lstStyle/>
          <a:p>
            <a:r>
              <a:rPr lang="en-US" altLang="ko-KR" dirty="0"/>
              <a:t>HiPPO</a:t>
            </a:r>
            <a:r>
              <a:rPr lang="en-US" altLang="ko-KR" baseline="30000" dirty="0"/>
              <a:t> [Gu et al.’20]</a:t>
            </a:r>
            <a:endParaRPr lang="ko-KR" altLang="en-US" baseline="30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733487-0888-1834-B0D6-297139FF639F}"/>
              </a:ext>
            </a:extLst>
          </p:cNvPr>
          <p:cNvSpPr txBox="1"/>
          <p:nvPr/>
        </p:nvSpPr>
        <p:spPr>
          <a:xfrm>
            <a:off x="7795967" y="226214"/>
            <a:ext cx="4145083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kumimoji="1" lang="en-US" altLang="ko-K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NanumSquareOTF ExtraBold" panose="020B0600000101010101" pitchFamily="34" charset="-127"/>
                <a:cs typeface="Pretendard ExtraBold" panose="02000503000000020004" pitchFamily="2" charset="-127"/>
              </a:rPr>
              <a:t>3. SSMs Before Mamba</a:t>
            </a:r>
          </a:p>
        </p:txBody>
      </p:sp>
      <p:graphicFrame>
        <p:nvGraphicFramePr>
          <p:cNvPr id="12" name="내용 개체 틀 5">
            <a:extLst>
              <a:ext uri="{FF2B5EF4-FFF2-40B4-BE49-F238E27FC236}">
                <a16:creationId xmlns:a16="http://schemas.microsoft.com/office/drawing/2014/main" id="{4F3E5EBD-7DE9-1A4A-2691-FB27BCE741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01016480"/>
              </p:ext>
            </p:extLst>
          </p:nvPr>
        </p:nvGraphicFramePr>
        <p:xfrm>
          <a:off x="379413" y="1150939"/>
          <a:ext cx="11441112" cy="5971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5" name="오른쪽 화살표[R] 24">
            <a:extLst>
              <a:ext uri="{FF2B5EF4-FFF2-40B4-BE49-F238E27FC236}">
                <a16:creationId xmlns:a16="http://schemas.microsoft.com/office/drawing/2014/main" id="{34486F1D-B3C4-9097-FB10-A2FBDCCED89D}"/>
              </a:ext>
            </a:extLst>
          </p:cNvPr>
          <p:cNvSpPr/>
          <p:nvPr/>
        </p:nvSpPr>
        <p:spPr>
          <a:xfrm>
            <a:off x="6492981" y="4738703"/>
            <a:ext cx="1142353" cy="672353"/>
          </a:xfrm>
          <a:prstGeom prst="rightArrow">
            <a:avLst/>
          </a:prstGeom>
          <a:solidFill>
            <a:srgbClr val="886BDC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Avenir Book" panose="02000503020000020003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968A0A7-CBB0-E86D-77BF-2BEAC63EED06}"/>
                  </a:ext>
                </a:extLst>
              </p:cNvPr>
              <p:cNvSpPr txBox="1"/>
              <p:nvPr/>
            </p:nvSpPr>
            <p:spPr>
              <a:xfrm>
                <a:off x="6453280" y="4569221"/>
                <a:ext cx="95233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1600" dirty="0" smtClean="0">
                              <a:solidFill>
                                <a:srgbClr val="886BD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dirty="0" smtClean="0">
                              <a:solidFill>
                                <a:srgbClr val="886BDC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600" dirty="0" smtClean="0">
                              <a:solidFill>
                                <a:srgbClr val="886BDC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  <m:r>
                        <a:rPr lang="en-US" altLang="ko-KR" sz="1600" dirty="0" smtClean="0">
                          <a:solidFill>
                            <a:srgbClr val="886BDC"/>
                          </a:solidFill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ko-KR" altLang="en-US" sz="1100" dirty="0">
                  <a:solidFill>
                    <a:srgbClr val="886BDC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968A0A7-CBB0-E86D-77BF-2BEAC63EED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3280" y="4569221"/>
                <a:ext cx="952334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그룹 8">
            <a:extLst>
              <a:ext uri="{FF2B5EF4-FFF2-40B4-BE49-F238E27FC236}">
                <a16:creationId xmlns:a16="http://schemas.microsoft.com/office/drawing/2014/main" id="{0A6FAAF9-ED50-C7D7-6A14-3BEC94943085}"/>
              </a:ext>
            </a:extLst>
          </p:cNvPr>
          <p:cNvGrpSpPr/>
          <p:nvPr/>
        </p:nvGrpSpPr>
        <p:grpSpPr>
          <a:xfrm>
            <a:off x="8156605" y="3966670"/>
            <a:ext cx="1813830" cy="2246818"/>
            <a:chOff x="8573540" y="3998306"/>
            <a:chExt cx="1813830" cy="22468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12ED900C-D6FF-51A2-4838-F819820BCA86}"/>
                    </a:ext>
                  </a:extLst>
                </p:cNvPr>
                <p:cNvSpPr txBox="1"/>
                <p:nvPr/>
              </p:nvSpPr>
              <p:spPr>
                <a:xfrm>
                  <a:off x="9260346" y="5783459"/>
                  <a:ext cx="466698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ko-KR" sz="2400" dirty="0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oMath>
                    </m:oMathPara>
                  </a14:m>
                  <a:endParaRPr lang="ko-KR" altLang="en-US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  <a:latin typeface="Avenir Book" panose="02000503020000020003" pitchFamily="2" charset="0"/>
                  </a:endParaRP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12ED900C-D6FF-51A2-4838-F819820BCA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60346" y="5783459"/>
                  <a:ext cx="466698" cy="46166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25" name="그룹 224">
              <a:extLst>
                <a:ext uri="{FF2B5EF4-FFF2-40B4-BE49-F238E27FC236}">
                  <a16:creationId xmlns:a16="http://schemas.microsoft.com/office/drawing/2014/main" id="{2226D8E3-95ED-C430-6081-40B14F3020DA}"/>
                </a:ext>
              </a:extLst>
            </p:cNvPr>
            <p:cNvGrpSpPr/>
            <p:nvPr/>
          </p:nvGrpSpPr>
          <p:grpSpPr>
            <a:xfrm>
              <a:off x="8573540" y="3998306"/>
              <a:ext cx="1813830" cy="1813830"/>
              <a:chOff x="8573540" y="4314475"/>
              <a:chExt cx="1813830" cy="1813830"/>
            </a:xfrm>
          </p:grpSpPr>
          <p:sp>
            <p:nvSpPr>
              <p:cNvPr id="180" name="slide-1-a-cell-n0-k0">
                <a:extLst>
                  <a:ext uri="{FF2B5EF4-FFF2-40B4-BE49-F238E27FC236}">
                    <a16:creationId xmlns:a16="http://schemas.microsoft.com/office/drawing/2014/main" id="{26CFBE2E-422F-7061-FF04-4FCB925458C0}"/>
                  </a:ext>
                </a:extLst>
              </p:cNvPr>
              <p:cNvSpPr/>
              <p:nvPr/>
            </p:nvSpPr>
            <p:spPr>
              <a:xfrm>
                <a:off x="8573540" y="4314475"/>
                <a:ext cx="303046" cy="303046"/>
              </a:xfrm>
              <a:prstGeom prst="rect">
                <a:avLst/>
              </a:prstGeom>
              <a:solidFill>
                <a:srgbClr val="3D8DFF">
                  <a:alpha val="10000"/>
                </a:srgbClr>
              </a:solidFill>
              <a:ln w="9525">
                <a:solidFill>
                  <a:srgbClr val="FFFFFF"/>
                </a:solidFill>
              </a:ln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111827"/>
                    </a:solidFill>
                    <a:latin typeface="Helvetica Neue" pitchFamily="34" charset="0"/>
                    <a:ea typeface="Helvetica Neue" pitchFamily="34" charset="-122"/>
                    <a:cs typeface="Helvetica Neue" pitchFamily="34" charset="-120"/>
                  </a:rPr>
                  <a:t>1</a:t>
                </a:r>
                <a:endParaRPr lang="en-US" sz="1050" dirty="0">
                  <a:latin typeface="Avenir Book" panose="02000503020000020003" pitchFamily="2" charset="0"/>
                </a:endParaRPr>
              </a:p>
            </p:txBody>
          </p:sp>
          <p:sp>
            <p:nvSpPr>
              <p:cNvPr id="181" name="slide-1-a-cell-n0-k1">
                <a:extLst>
                  <a:ext uri="{FF2B5EF4-FFF2-40B4-BE49-F238E27FC236}">
                    <a16:creationId xmlns:a16="http://schemas.microsoft.com/office/drawing/2014/main" id="{24DB6578-431A-9C96-4FBA-1D6F49F4B476}"/>
                  </a:ext>
                </a:extLst>
              </p:cNvPr>
              <p:cNvSpPr/>
              <p:nvPr/>
            </p:nvSpPr>
            <p:spPr>
              <a:xfrm>
                <a:off x="8875697" y="4314475"/>
                <a:ext cx="303046" cy="303046"/>
              </a:xfrm>
              <a:prstGeom prst="rect">
                <a:avLst/>
              </a:prstGeom>
              <a:solidFill>
                <a:srgbClr val="3D8DFF">
                  <a:alpha val="0"/>
                </a:srgbClr>
              </a:solidFill>
              <a:ln w="9525">
                <a:solidFill>
                  <a:srgbClr val="D7DBE2"/>
                </a:solidFill>
              </a:ln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111827"/>
                    </a:solidFill>
                    <a:latin typeface="Helvetica Neue" pitchFamily="34" charset="0"/>
                    <a:ea typeface="Helvetica Neue" pitchFamily="34" charset="-122"/>
                    <a:cs typeface="Helvetica Neue" pitchFamily="34" charset="-120"/>
                  </a:rPr>
                  <a:t>0</a:t>
                </a:r>
                <a:endParaRPr lang="en-US" sz="1050" dirty="0">
                  <a:latin typeface="Avenir Book" panose="02000503020000020003" pitchFamily="2" charset="0"/>
                </a:endParaRPr>
              </a:p>
            </p:txBody>
          </p:sp>
          <p:sp>
            <p:nvSpPr>
              <p:cNvPr id="182" name="slide-1-a-cell-n0-k2">
                <a:extLst>
                  <a:ext uri="{FF2B5EF4-FFF2-40B4-BE49-F238E27FC236}">
                    <a16:creationId xmlns:a16="http://schemas.microsoft.com/office/drawing/2014/main" id="{FF5F74C0-4FE1-4A38-787D-E6F20101EAB0}"/>
                  </a:ext>
                </a:extLst>
              </p:cNvPr>
              <p:cNvSpPr/>
              <p:nvPr/>
            </p:nvSpPr>
            <p:spPr>
              <a:xfrm>
                <a:off x="9177854" y="4314475"/>
                <a:ext cx="303046" cy="303046"/>
              </a:xfrm>
              <a:prstGeom prst="rect">
                <a:avLst/>
              </a:prstGeom>
              <a:solidFill>
                <a:srgbClr val="3D8DFF">
                  <a:alpha val="0"/>
                </a:srgbClr>
              </a:solidFill>
              <a:ln w="9525">
                <a:solidFill>
                  <a:srgbClr val="D7DBE2"/>
                </a:solidFill>
              </a:ln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111827"/>
                    </a:solidFill>
                    <a:latin typeface="Helvetica Neue" pitchFamily="34" charset="0"/>
                    <a:ea typeface="Helvetica Neue" pitchFamily="34" charset="-122"/>
                    <a:cs typeface="Helvetica Neue" pitchFamily="34" charset="-120"/>
                  </a:rPr>
                  <a:t>0</a:t>
                </a:r>
                <a:endParaRPr lang="en-US" sz="1050" dirty="0">
                  <a:latin typeface="Avenir Book" panose="02000503020000020003" pitchFamily="2" charset="0"/>
                </a:endParaRPr>
              </a:p>
            </p:txBody>
          </p:sp>
          <p:sp>
            <p:nvSpPr>
              <p:cNvPr id="183" name="slide-1-a-cell-n0-k3">
                <a:extLst>
                  <a:ext uri="{FF2B5EF4-FFF2-40B4-BE49-F238E27FC236}">
                    <a16:creationId xmlns:a16="http://schemas.microsoft.com/office/drawing/2014/main" id="{371D5A68-DEFB-F981-83B4-9C631513BE26}"/>
                  </a:ext>
                </a:extLst>
              </p:cNvPr>
              <p:cNvSpPr/>
              <p:nvPr/>
            </p:nvSpPr>
            <p:spPr>
              <a:xfrm>
                <a:off x="9480010" y="4314475"/>
                <a:ext cx="303046" cy="303046"/>
              </a:xfrm>
              <a:prstGeom prst="rect">
                <a:avLst/>
              </a:prstGeom>
              <a:solidFill>
                <a:srgbClr val="3D8DFF">
                  <a:alpha val="0"/>
                </a:srgbClr>
              </a:solidFill>
              <a:ln w="9525">
                <a:solidFill>
                  <a:srgbClr val="D7DBE2"/>
                </a:solidFill>
              </a:ln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111827"/>
                    </a:solidFill>
                    <a:latin typeface="Helvetica Neue" pitchFamily="34" charset="0"/>
                    <a:ea typeface="Helvetica Neue" pitchFamily="34" charset="-122"/>
                    <a:cs typeface="Helvetica Neue" pitchFamily="34" charset="-120"/>
                  </a:rPr>
                  <a:t>0</a:t>
                </a:r>
                <a:endParaRPr lang="en-US" sz="1050" dirty="0">
                  <a:latin typeface="Avenir Book" panose="02000503020000020003" pitchFamily="2" charset="0"/>
                </a:endParaRPr>
              </a:p>
            </p:txBody>
          </p:sp>
          <p:sp>
            <p:nvSpPr>
              <p:cNvPr id="184" name="slide-1-a-cell-n0-k4">
                <a:extLst>
                  <a:ext uri="{FF2B5EF4-FFF2-40B4-BE49-F238E27FC236}">
                    <a16:creationId xmlns:a16="http://schemas.microsoft.com/office/drawing/2014/main" id="{9E102D8C-C716-0D3C-FD23-0FF54C77167B}"/>
                  </a:ext>
                </a:extLst>
              </p:cNvPr>
              <p:cNvSpPr/>
              <p:nvPr/>
            </p:nvSpPr>
            <p:spPr>
              <a:xfrm>
                <a:off x="9782167" y="4314475"/>
                <a:ext cx="303046" cy="303046"/>
              </a:xfrm>
              <a:prstGeom prst="rect">
                <a:avLst/>
              </a:prstGeom>
              <a:solidFill>
                <a:srgbClr val="3D8DFF">
                  <a:alpha val="0"/>
                </a:srgbClr>
              </a:solidFill>
              <a:ln w="9525">
                <a:solidFill>
                  <a:srgbClr val="D7DBE2"/>
                </a:solidFill>
              </a:ln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111827"/>
                    </a:solidFill>
                    <a:latin typeface="Helvetica Neue" pitchFamily="34" charset="0"/>
                    <a:ea typeface="Helvetica Neue" pitchFamily="34" charset="-122"/>
                    <a:cs typeface="Helvetica Neue" pitchFamily="34" charset="-120"/>
                  </a:rPr>
                  <a:t>0</a:t>
                </a:r>
                <a:endParaRPr lang="en-US" sz="1050" dirty="0">
                  <a:latin typeface="Avenir Book" panose="02000503020000020003" pitchFamily="2" charset="0"/>
                </a:endParaRPr>
              </a:p>
            </p:txBody>
          </p:sp>
          <p:sp>
            <p:nvSpPr>
              <p:cNvPr id="185" name="slide-1-a-cell-n0-k5">
                <a:extLst>
                  <a:ext uri="{FF2B5EF4-FFF2-40B4-BE49-F238E27FC236}">
                    <a16:creationId xmlns:a16="http://schemas.microsoft.com/office/drawing/2014/main" id="{98927947-484F-107B-6183-37DF8255F464}"/>
                  </a:ext>
                </a:extLst>
              </p:cNvPr>
              <p:cNvSpPr/>
              <p:nvPr/>
            </p:nvSpPr>
            <p:spPr>
              <a:xfrm>
                <a:off x="10084324" y="4314475"/>
                <a:ext cx="303046" cy="303046"/>
              </a:xfrm>
              <a:prstGeom prst="rect">
                <a:avLst/>
              </a:prstGeom>
              <a:solidFill>
                <a:srgbClr val="3D8DFF">
                  <a:alpha val="0"/>
                </a:srgbClr>
              </a:solidFill>
              <a:ln w="9525">
                <a:solidFill>
                  <a:srgbClr val="D7DBE2"/>
                </a:solidFill>
              </a:ln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111827"/>
                    </a:solidFill>
                    <a:latin typeface="Helvetica Neue" pitchFamily="34" charset="0"/>
                    <a:ea typeface="Helvetica Neue" pitchFamily="34" charset="-122"/>
                    <a:cs typeface="Helvetica Neue" pitchFamily="34" charset="-120"/>
                  </a:rPr>
                  <a:t>0</a:t>
                </a:r>
                <a:endParaRPr lang="en-US" sz="1050" dirty="0">
                  <a:latin typeface="Avenir Book" panose="02000503020000020003" pitchFamily="2" charset="0"/>
                </a:endParaRPr>
              </a:p>
            </p:txBody>
          </p:sp>
          <p:sp>
            <p:nvSpPr>
              <p:cNvPr id="186" name="slide-1-a-cell-n1-k0">
                <a:extLst>
                  <a:ext uri="{FF2B5EF4-FFF2-40B4-BE49-F238E27FC236}">
                    <a16:creationId xmlns:a16="http://schemas.microsoft.com/office/drawing/2014/main" id="{A0F4FD5F-0A49-7F5A-9858-0A3E593DA45F}"/>
                  </a:ext>
                </a:extLst>
              </p:cNvPr>
              <p:cNvSpPr/>
              <p:nvPr/>
            </p:nvSpPr>
            <p:spPr>
              <a:xfrm>
                <a:off x="8573540" y="4616632"/>
                <a:ext cx="303046" cy="303046"/>
              </a:xfrm>
              <a:prstGeom prst="rect">
                <a:avLst/>
              </a:prstGeom>
              <a:solidFill>
                <a:srgbClr val="3D8DFF">
                  <a:alpha val="17000"/>
                </a:srgbClr>
              </a:solidFill>
              <a:ln w="9525">
                <a:solidFill>
                  <a:srgbClr val="FFFFFF"/>
                </a:solidFill>
              </a:ln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111827"/>
                    </a:solidFill>
                    <a:latin typeface="Helvetica Neue" pitchFamily="34" charset="0"/>
                    <a:ea typeface="Helvetica Neue" pitchFamily="34" charset="-122"/>
                    <a:cs typeface="Helvetica Neue" pitchFamily="34" charset="-120"/>
                  </a:rPr>
                  <a:t>√3</a:t>
                </a:r>
                <a:endParaRPr lang="en-US" sz="1050" dirty="0">
                  <a:latin typeface="Avenir Book" panose="02000503020000020003" pitchFamily="2" charset="0"/>
                </a:endParaRPr>
              </a:p>
            </p:txBody>
          </p:sp>
          <p:sp>
            <p:nvSpPr>
              <p:cNvPr id="187" name="slide-1-a-cell-n1-k1">
                <a:extLst>
                  <a:ext uri="{FF2B5EF4-FFF2-40B4-BE49-F238E27FC236}">
                    <a16:creationId xmlns:a16="http://schemas.microsoft.com/office/drawing/2014/main" id="{0AB0B809-211F-BB4A-B8F4-BB51A2F9C561}"/>
                  </a:ext>
                </a:extLst>
              </p:cNvPr>
              <p:cNvSpPr/>
              <p:nvPr/>
            </p:nvSpPr>
            <p:spPr>
              <a:xfrm>
                <a:off x="8875697" y="4616632"/>
                <a:ext cx="303046" cy="303046"/>
              </a:xfrm>
              <a:prstGeom prst="rect">
                <a:avLst/>
              </a:prstGeom>
              <a:solidFill>
                <a:srgbClr val="3D8DFF">
                  <a:alpha val="20000"/>
                </a:srgbClr>
              </a:solidFill>
              <a:ln w="9525">
                <a:solidFill>
                  <a:srgbClr val="FFFFFF"/>
                </a:solidFill>
              </a:ln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111827"/>
                    </a:solidFill>
                    <a:latin typeface="Helvetica Neue" pitchFamily="34" charset="0"/>
                    <a:ea typeface="Helvetica Neue" pitchFamily="34" charset="-122"/>
                    <a:cs typeface="Helvetica Neue" pitchFamily="34" charset="-120"/>
                  </a:rPr>
                  <a:t>2</a:t>
                </a:r>
                <a:endParaRPr lang="en-US" sz="1050" dirty="0">
                  <a:latin typeface="Avenir Book" panose="02000503020000020003" pitchFamily="2" charset="0"/>
                </a:endParaRPr>
              </a:p>
            </p:txBody>
          </p:sp>
          <p:sp>
            <p:nvSpPr>
              <p:cNvPr id="188" name="slide-1-a-cell-n1-k2">
                <a:extLst>
                  <a:ext uri="{FF2B5EF4-FFF2-40B4-BE49-F238E27FC236}">
                    <a16:creationId xmlns:a16="http://schemas.microsoft.com/office/drawing/2014/main" id="{49D95C10-C58E-C76F-959A-CD6CB20B2E47}"/>
                  </a:ext>
                </a:extLst>
              </p:cNvPr>
              <p:cNvSpPr/>
              <p:nvPr/>
            </p:nvSpPr>
            <p:spPr>
              <a:xfrm>
                <a:off x="9177854" y="4616632"/>
                <a:ext cx="303046" cy="303046"/>
              </a:xfrm>
              <a:prstGeom prst="rect">
                <a:avLst/>
              </a:prstGeom>
              <a:solidFill>
                <a:srgbClr val="3D8DFF">
                  <a:alpha val="0"/>
                </a:srgbClr>
              </a:solidFill>
              <a:ln w="9525">
                <a:solidFill>
                  <a:srgbClr val="D7DBE2"/>
                </a:solidFill>
              </a:ln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111827"/>
                    </a:solidFill>
                    <a:latin typeface="Helvetica Neue" pitchFamily="34" charset="0"/>
                    <a:ea typeface="Helvetica Neue" pitchFamily="34" charset="-122"/>
                    <a:cs typeface="Helvetica Neue" pitchFamily="34" charset="-120"/>
                  </a:rPr>
                  <a:t>0</a:t>
                </a:r>
                <a:endParaRPr lang="en-US" sz="1050" dirty="0">
                  <a:latin typeface="Avenir Book" panose="02000503020000020003" pitchFamily="2" charset="0"/>
                </a:endParaRPr>
              </a:p>
            </p:txBody>
          </p:sp>
          <p:sp>
            <p:nvSpPr>
              <p:cNvPr id="189" name="slide-1-a-cell-n1-k3">
                <a:extLst>
                  <a:ext uri="{FF2B5EF4-FFF2-40B4-BE49-F238E27FC236}">
                    <a16:creationId xmlns:a16="http://schemas.microsoft.com/office/drawing/2014/main" id="{4900316C-A8A7-96AE-340E-6BAB22C3DBFC}"/>
                  </a:ext>
                </a:extLst>
              </p:cNvPr>
              <p:cNvSpPr/>
              <p:nvPr/>
            </p:nvSpPr>
            <p:spPr>
              <a:xfrm>
                <a:off x="9480010" y="4616632"/>
                <a:ext cx="303046" cy="303046"/>
              </a:xfrm>
              <a:prstGeom prst="rect">
                <a:avLst/>
              </a:prstGeom>
              <a:solidFill>
                <a:srgbClr val="3D8DFF">
                  <a:alpha val="0"/>
                </a:srgbClr>
              </a:solidFill>
              <a:ln w="9525">
                <a:solidFill>
                  <a:srgbClr val="D7DBE2"/>
                </a:solidFill>
              </a:ln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111827"/>
                    </a:solidFill>
                    <a:latin typeface="Helvetica Neue" pitchFamily="34" charset="0"/>
                    <a:ea typeface="Helvetica Neue" pitchFamily="34" charset="-122"/>
                    <a:cs typeface="Helvetica Neue" pitchFamily="34" charset="-120"/>
                  </a:rPr>
                  <a:t>0</a:t>
                </a:r>
                <a:endParaRPr lang="en-US" sz="1050" dirty="0">
                  <a:latin typeface="Avenir Book" panose="02000503020000020003" pitchFamily="2" charset="0"/>
                </a:endParaRPr>
              </a:p>
            </p:txBody>
          </p:sp>
          <p:sp>
            <p:nvSpPr>
              <p:cNvPr id="190" name="slide-1-a-cell-n1-k4">
                <a:extLst>
                  <a:ext uri="{FF2B5EF4-FFF2-40B4-BE49-F238E27FC236}">
                    <a16:creationId xmlns:a16="http://schemas.microsoft.com/office/drawing/2014/main" id="{107A4FBC-729A-893A-C5F8-635656312459}"/>
                  </a:ext>
                </a:extLst>
              </p:cNvPr>
              <p:cNvSpPr/>
              <p:nvPr/>
            </p:nvSpPr>
            <p:spPr>
              <a:xfrm>
                <a:off x="9782167" y="4616632"/>
                <a:ext cx="303046" cy="303046"/>
              </a:xfrm>
              <a:prstGeom prst="rect">
                <a:avLst/>
              </a:prstGeom>
              <a:solidFill>
                <a:srgbClr val="3D8DFF">
                  <a:alpha val="0"/>
                </a:srgbClr>
              </a:solidFill>
              <a:ln w="9525">
                <a:solidFill>
                  <a:srgbClr val="D7DBE2"/>
                </a:solidFill>
              </a:ln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111827"/>
                    </a:solidFill>
                    <a:latin typeface="Helvetica Neue" pitchFamily="34" charset="0"/>
                    <a:ea typeface="Helvetica Neue" pitchFamily="34" charset="-122"/>
                    <a:cs typeface="Helvetica Neue" pitchFamily="34" charset="-120"/>
                  </a:rPr>
                  <a:t>0</a:t>
                </a:r>
                <a:endParaRPr lang="en-US" sz="1050" dirty="0">
                  <a:latin typeface="Avenir Book" panose="02000503020000020003" pitchFamily="2" charset="0"/>
                </a:endParaRPr>
              </a:p>
            </p:txBody>
          </p:sp>
          <p:sp>
            <p:nvSpPr>
              <p:cNvPr id="191" name="slide-1-a-cell-n1-k5">
                <a:extLst>
                  <a:ext uri="{FF2B5EF4-FFF2-40B4-BE49-F238E27FC236}">
                    <a16:creationId xmlns:a16="http://schemas.microsoft.com/office/drawing/2014/main" id="{D49ED6F6-9834-F3CA-D3D7-EEA3C754A183}"/>
                  </a:ext>
                </a:extLst>
              </p:cNvPr>
              <p:cNvSpPr/>
              <p:nvPr/>
            </p:nvSpPr>
            <p:spPr>
              <a:xfrm>
                <a:off x="10084324" y="4616632"/>
                <a:ext cx="303046" cy="303046"/>
              </a:xfrm>
              <a:prstGeom prst="rect">
                <a:avLst/>
              </a:prstGeom>
              <a:solidFill>
                <a:srgbClr val="3D8DFF">
                  <a:alpha val="0"/>
                </a:srgbClr>
              </a:solidFill>
              <a:ln w="9525">
                <a:solidFill>
                  <a:srgbClr val="D7DBE2"/>
                </a:solidFill>
              </a:ln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111827"/>
                    </a:solidFill>
                    <a:latin typeface="Helvetica Neue" pitchFamily="34" charset="0"/>
                    <a:ea typeface="Helvetica Neue" pitchFamily="34" charset="-122"/>
                    <a:cs typeface="Helvetica Neue" pitchFamily="34" charset="-120"/>
                  </a:rPr>
                  <a:t>0</a:t>
                </a:r>
                <a:endParaRPr lang="en-US" sz="1050" dirty="0">
                  <a:latin typeface="Avenir Book" panose="02000503020000020003" pitchFamily="2" charset="0"/>
                </a:endParaRPr>
              </a:p>
            </p:txBody>
          </p:sp>
          <p:sp>
            <p:nvSpPr>
              <p:cNvPr id="192" name="slide-1-a-cell-n2-k0">
                <a:extLst>
                  <a:ext uri="{FF2B5EF4-FFF2-40B4-BE49-F238E27FC236}">
                    <a16:creationId xmlns:a16="http://schemas.microsoft.com/office/drawing/2014/main" id="{98C85115-223D-CE47-9405-420C8E5427E0}"/>
                  </a:ext>
                </a:extLst>
              </p:cNvPr>
              <p:cNvSpPr/>
              <p:nvPr/>
            </p:nvSpPr>
            <p:spPr>
              <a:xfrm>
                <a:off x="8573540" y="4918789"/>
                <a:ext cx="303046" cy="303046"/>
              </a:xfrm>
              <a:prstGeom prst="rect">
                <a:avLst/>
              </a:prstGeom>
              <a:solidFill>
                <a:srgbClr val="3D8DFF">
                  <a:alpha val="22000"/>
                </a:srgbClr>
              </a:solidFill>
              <a:ln w="9525">
                <a:solidFill>
                  <a:srgbClr val="FFFFFF"/>
                </a:solidFill>
              </a:ln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111827"/>
                    </a:solidFill>
                    <a:latin typeface="Helvetica Neue" pitchFamily="34" charset="0"/>
                    <a:ea typeface="Helvetica Neue" pitchFamily="34" charset="-122"/>
                    <a:cs typeface="Helvetica Neue" pitchFamily="34" charset="-120"/>
                  </a:rPr>
                  <a:t>√5</a:t>
                </a:r>
                <a:endParaRPr lang="en-US" sz="1050" dirty="0">
                  <a:latin typeface="Avenir Book" panose="02000503020000020003" pitchFamily="2" charset="0"/>
                </a:endParaRPr>
              </a:p>
            </p:txBody>
          </p:sp>
          <p:sp>
            <p:nvSpPr>
              <p:cNvPr id="193" name="slide-1-a-cell-n2-k1">
                <a:extLst>
                  <a:ext uri="{FF2B5EF4-FFF2-40B4-BE49-F238E27FC236}">
                    <a16:creationId xmlns:a16="http://schemas.microsoft.com/office/drawing/2014/main" id="{4769664F-0779-38FE-738D-5040D2AC2E85}"/>
                  </a:ext>
                </a:extLst>
              </p:cNvPr>
              <p:cNvSpPr/>
              <p:nvPr/>
            </p:nvSpPr>
            <p:spPr>
              <a:xfrm>
                <a:off x="8875697" y="4918789"/>
                <a:ext cx="303046" cy="303046"/>
              </a:xfrm>
              <a:prstGeom prst="rect">
                <a:avLst/>
              </a:prstGeom>
              <a:solidFill>
                <a:srgbClr val="3D8DFF">
                  <a:alpha val="39000"/>
                </a:srgbClr>
              </a:solidFill>
              <a:ln w="9525">
                <a:solidFill>
                  <a:srgbClr val="FFFFFF"/>
                </a:solidFill>
              </a:ln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111827"/>
                    </a:solidFill>
                    <a:latin typeface="Helvetica Neue" pitchFamily="34" charset="0"/>
                    <a:ea typeface="Helvetica Neue" pitchFamily="34" charset="-122"/>
                    <a:cs typeface="Helvetica Neue" pitchFamily="34" charset="-120"/>
                  </a:rPr>
                  <a:t>√15</a:t>
                </a:r>
                <a:endParaRPr lang="en-US" sz="1050" dirty="0">
                  <a:latin typeface="Avenir Book" panose="02000503020000020003" pitchFamily="2" charset="0"/>
                </a:endParaRPr>
              </a:p>
            </p:txBody>
          </p:sp>
          <p:sp>
            <p:nvSpPr>
              <p:cNvPr id="194" name="slide-1-a-cell-n2-k2">
                <a:extLst>
                  <a:ext uri="{FF2B5EF4-FFF2-40B4-BE49-F238E27FC236}">
                    <a16:creationId xmlns:a16="http://schemas.microsoft.com/office/drawing/2014/main" id="{D1D97D75-97C3-D7C6-105A-95E0DF42E0BD}"/>
                  </a:ext>
                </a:extLst>
              </p:cNvPr>
              <p:cNvSpPr/>
              <p:nvPr/>
            </p:nvSpPr>
            <p:spPr>
              <a:xfrm>
                <a:off x="9177854" y="4918789"/>
                <a:ext cx="303046" cy="303046"/>
              </a:xfrm>
              <a:prstGeom prst="rect">
                <a:avLst/>
              </a:prstGeom>
              <a:solidFill>
                <a:srgbClr val="3D8DFF">
                  <a:alpha val="30000"/>
                </a:srgbClr>
              </a:solidFill>
              <a:ln w="9525">
                <a:solidFill>
                  <a:srgbClr val="FFFFFF"/>
                </a:solidFill>
              </a:ln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111827"/>
                    </a:solidFill>
                    <a:latin typeface="Helvetica Neue" pitchFamily="34" charset="0"/>
                    <a:ea typeface="Helvetica Neue" pitchFamily="34" charset="-122"/>
                    <a:cs typeface="Helvetica Neue" pitchFamily="34" charset="-120"/>
                  </a:rPr>
                  <a:t>3</a:t>
                </a:r>
                <a:endParaRPr lang="en-US" sz="1050" dirty="0">
                  <a:latin typeface="Avenir Book" panose="02000503020000020003" pitchFamily="2" charset="0"/>
                </a:endParaRPr>
              </a:p>
            </p:txBody>
          </p:sp>
          <p:sp>
            <p:nvSpPr>
              <p:cNvPr id="195" name="slide-1-a-cell-n2-k3">
                <a:extLst>
                  <a:ext uri="{FF2B5EF4-FFF2-40B4-BE49-F238E27FC236}">
                    <a16:creationId xmlns:a16="http://schemas.microsoft.com/office/drawing/2014/main" id="{13D1600A-B805-CA51-CB58-689D28D5FAC0}"/>
                  </a:ext>
                </a:extLst>
              </p:cNvPr>
              <p:cNvSpPr/>
              <p:nvPr/>
            </p:nvSpPr>
            <p:spPr>
              <a:xfrm>
                <a:off x="9480010" y="4918789"/>
                <a:ext cx="303046" cy="303046"/>
              </a:xfrm>
              <a:prstGeom prst="rect">
                <a:avLst/>
              </a:prstGeom>
              <a:solidFill>
                <a:srgbClr val="3D8DFF">
                  <a:alpha val="0"/>
                </a:srgbClr>
              </a:solidFill>
              <a:ln w="9525">
                <a:solidFill>
                  <a:srgbClr val="D7DBE2"/>
                </a:solidFill>
              </a:ln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111827"/>
                    </a:solidFill>
                    <a:latin typeface="Helvetica Neue" pitchFamily="34" charset="0"/>
                    <a:ea typeface="Helvetica Neue" pitchFamily="34" charset="-122"/>
                    <a:cs typeface="Helvetica Neue" pitchFamily="34" charset="-120"/>
                  </a:rPr>
                  <a:t>0</a:t>
                </a:r>
                <a:endParaRPr lang="en-US" sz="1050" dirty="0">
                  <a:latin typeface="Avenir Book" panose="02000503020000020003" pitchFamily="2" charset="0"/>
                </a:endParaRPr>
              </a:p>
            </p:txBody>
          </p:sp>
          <p:sp>
            <p:nvSpPr>
              <p:cNvPr id="196" name="slide-1-a-cell-n2-k4">
                <a:extLst>
                  <a:ext uri="{FF2B5EF4-FFF2-40B4-BE49-F238E27FC236}">
                    <a16:creationId xmlns:a16="http://schemas.microsoft.com/office/drawing/2014/main" id="{CE0D5A30-CFDE-4A34-EC00-A6129DD03A42}"/>
                  </a:ext>
                </a:extLst>
              </p:cNvPr>
              <p:cNvSpPr/>
              <p:nvPr/>
            </p:nvSpPr>
            <p:spPr>
              <a:xfrm>
                <a:off x="9782167" y="4918789"/>
                <a:ext cx="303046" cy="303046"/>
              </a:xfrm>
              <a:prstGeom prst="rect">
                <a:avLst/>
              </a:prstGeom>
              <a:solidFill>
                <a:srgbClr val="3D8DFF">
                  <a:alpha val="0"/>
                </a:srgbClr>
              </a:solidFill>
              <a:ln w="9525">
                <a:solidFill>
                  <a:srgbClr val="D7DBE2"/>
                </a:solidFill>
              </a:ln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111827"/>
                    </a:solidFill>
                    <a:latin typeface="Helvetica Neue" pitchFamily="34" charset="0"/>
                    <a:ea typeface="Helvetica Neue" pitchFamily="34" charset="-122"/>
                    <a:cs typeface="Helvetica Neue" pitchFamily="34" charset="-120"/>
                  </a:rPr>
                  <a:t>0</a:t>
                </a:r>
                <a:endParaRPr lang="en-US" sz="1050" dirty="0">
                  <a:latin typeface="Avenir Book" panose="02000503020000020003" pitchFamily="2" charset="0"/>
                </a:endParaRPr>
              </a:p>
            </p:txBody>
          </p:sp>
          <p:sp>
            <p:nvSpPr>
              <p:cNvPr id="197" name="slide-1-a-cell-n2-k5">
                <a:extLst>
                  <a:ext uri="{FF2B5EF4-FFF2-40B4-BE49-F238E27FC236}">
                    <a16:creationId xmlns:a16="http://schemas.microsoft.com/office/drawing/2014/main" id="{815D86BF-8ABE-5E34-6392-996CCBD4D089}"/>
                  </a:ext>
                </a:extLst>
              </p:cNvPr>
              <p:cNvSpPr/>
              <p:nvPr/>
            </p:nvSpPr>
            <p:spPr>
              <a:xfrm>
                <a:off x="10084324" y="4918789"/>
                <a:ext cx="303046" cy="303046"/>
              </a:xfrm>
              <a:prstGeom prst="rect">
                <a:avLst/>
              </a:prstGeom>
              <a:solidFill>
                <a:srgbClr val="3D8DFF">
                  <a:alpha val="0"/>
                </a:srgbClr>
              </a:solidFill>
              <a:ln w="9525">
                <a:solidFill>
                  <a:srgbClr val="D7DBE2"/>
                </a:solidFill>
              </a:ln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111827"/>
                    </a:solidFill>
                    <a:latin typeface="Helvetica Neue" pitchFamily="34" charset="0"/>
                    <a:ea typeface="Helvetica Neue" pitchFamily="34" charset="-122"/>
                    <a:cs typeface="Helvetica Neue" pitchFamily="34" charset="-120"/>
                  </a:rPr>
                  <a:t>0</a:t>
                </a:r>
                <a:endParaRPr lang="en-US" sz="1050" dirty="0">
                  <a:latin typeface="Avenir Book" panose="02000503020000020003" pitchFamily="2" charset="0"/>
                </a:endParaRPr>
              </a:p>
            </p:txBody>
          </p:sp>
          <p:sp>
            <p:nvSpPr>
              <p:cNvPr id="198" name="slide-1-a-cell-n3-k0">
                <a:extLst>
                  <a:ext uri="{FF2B5EF4-FFF2-40B4-BE49-F238E27FC236}">
                    <a16:creationId xmlns:a16="http://schemas.microsoft.com/office/drawing/2014/main" id="{20CD77C3-BF6B-E9DF-8CD3-1E378CA246B8}"/>
                  </a:ext>
                </a:extLst>
              </p:cNvPr>
              <p:cNvSpPr/>
              <p:nvPr/>
            </p:nvSpPr>
            <p:spPr>
              <a:xfrm>
                <a:off x="8573540" y="5220946"/>
                <a:ext cx="303046" cy="303046"/>
              </a:xfrm>
              <a:prstGeom prst="rect">
                <a:avLst/>
              </a:prstGeom>
              <a:solidFill>
                <a:srgbClr val="3D8DFF">
                  <a:alpha val="27000"/>
                </a:srgbClr>
              </a:solidFill>
              <a:ln w="9525">
                <a:solidFill>
                  <a:srgbClr val="FFFFFF"/>
                </a:solidFill>
              </a:ln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111827"/>
                    </a:solidFill>
                    <a:latin typeface="Helvetica Neue" pitchFamily="34" charset="0"/>
                    <a:ea typeface="Helvetica Neue" pitchFamily="34" charset="-122"/>
                    <a:cs typeface="Helvetica Neue" pitchFamily="34" charset="-120"/>
                  </a:rPr>
                  <a:t>√7</a:t>
                </a:r>
                <a:endParaRPr lang="en-US" sz="1050" dirty="0">
                  <a:latin typeface="Avenir Book" panose="02000503020000020003" pitchFamily="2" charset="0"/>
                </a:endParaRPr>
              </a:p>
            </p:txBody>
          </p:sp>
          <p:sp>
            <p:nvSpPr>
              <p:cNvPr id="199" name="slide-1-a-cell-n3-k1">
                <a:extLst>
                  <a:ext uri="{FF2B5EF4-FFF2-40B4-BE49-F238E27FC236}">
                    <a16:creationId xmlns:a16="http://schemas.microsoft.com/office/drawing/2014/main" id="{F85F6378-1081-4EBB-FB49-1AC9DB6CD8B5}"/>
                  </a:ext>
                </a:extLst>
              </p:cNvPr>
              <p:cNvSpPr/>
              <p:nvPr/>
            </p:nvSpPr>
            <p:spPr>
              <a:xfrm>
                <a:off x="8875697" y="5220946"/>
                <a:ext cx="303046" cy="303046"/>
              </a:xfrm>
              <a:prstGeom prst="rect">
                <a:avLst/>
              </a:prstGeom>
              <a:solidFill>
                <a:srgbClr val="3D8DFF">
                  <a:alpha val="46000"/>
                </a:srgbClr>
              </a:solidFill>
              <a:ln w="9525">
                <a:solidFill>
                  <a:srgbClr val="FFFFFF"/>
                </a:solidFill>
              </a:ln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111827"/>
                    </a:solidFill>
                    <a:latin typeface="Helvetica Neue" pitchFamily="34" charset="0"/>
                    <a:ea typeface="Helvetica Neue" pitchFamily="34" charset="-122"/>
                    <a:cs typeface="Helvetica Neue" pitchFamily="34" charset="-120"/>
                  </a:rPr>
                  <a:t>√21</a:t>
                </a:r>
                <a:endParaRPr lang="en-US" sz="1050" dirty="0">
                  <a:latin typeface="Avenir Book" panose="02000503020000020003" pitchFamily="2" charset="0"/>
                </a:endParaRPr>
              </a:p>
            </p:txBody>
          </p:sp>
          <p:sp>
            <p:nvSpPr>
              <p:cNvPr id="200" name="slide-1-a-cell-n3-k2">
                <a:extLst>
                  <a:ext uri="{FF2B5EF4-FFF2-40B4-BE49-F238E27FC236}">
                    <a16:creationId xmlns:a16="http://schemas.microsoft.com/office/drawing/2014/main" id="{919B07E8-96A1-7C3B-8195-8667E8354CEE}"/>
                  </a:ext>
                </a:extLst>
              </p:cNvPr>
              <p:cNvSpPr/>
              <p:nvPr/>
            </p:nvSpPr>
            <p:spPr>
              <a:xfrm>
                <a:off x="9177854" y="5220946"/>
                <a:ext cx="303046" cy="303046"/>
              </a:xfrm>
              <a:prstGeom prst="rect">
                <a:avLst/>
              </a:prstGeom>
              <a:solidFill>
                <a:srgbClr val="3D8DFF">
                  <a:alpha val="59000"/>
                </a:srgbClr>
              </a:solidFill>
              <a:ln w="9525">
                <a:solidFill>
                  <a:srgbClr val="FFFFFF"/>
                </a:solidFill>
              </a:ln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111827"/>
                    </a:solidFill>
                    <a:latin typeface="Helvetica Neue" pitchFamily="34" charset="0"/>
                    <a:ea typeface="Helvetica Neue" pitchFamily="34" charset="-122"/>
                    <a:cs typeface="Helvetica Neue" pitchFamily="34" charset="-120"/>
                  </a:rPr>
                  <a:t>√35</a:t>
                </a:r>
                <a:endParaRPr lang="en-US" sz="1050" dirty="0">
                  <a:latin typeface="Avenir Book" panose="02000503020000020003" pitchFamily="2" charset="0"/>
                </a:endParaRPr>
              </a:p>
            </p:txBody>
          </p:sp>
          <p:sp>
            <p:nvSpPr>
              <p:cNvPr id="201" name="slide-1-a-cell-n3-k3">
                <a:extLst>
                  <a:ext uri="{FF2B5EF4-FFF2-40B4-BE49-F238E27FC236}">
                    <a16:creationId xmlns:a16="http://schemas.microsoft.com/office/drawing/2014/main" id="{6901435A-88E2-CB2C-D8FA-CEA2A9CAD143}"/>
                  </a:ext>
                </a:extLst>
              </p:cNvPr>
              <p:cNvSpPr/>
              <p:nvPr/>
            </p:nvSpPr>
            <p:spPr>
              <a:xfrm>
                <a:off x="9480010" y="5220946"/>
                <a:ext cx="303046" cy="303046"/>
              </a:xfrm>
              <a:prstGeom prst="rect">
                <a:avLst/>
              </a:prstGeom>
              <a:solidFill>
                <a:srgbClr val="3D8DFF">
                  <a:alpha val="40000"/>
                </a:srgbClr>
              </a:solidFill>
              <a:ln w="9525">
                <a:solidFill>
                  <a:srgbClr val="FFFFFF"/>
                </a:solidFill>
              </a:ln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111827"/>
                    </a:solidFill>
                    <a:latin typeface="Helvetica Neue" pitchFamily="34" charset="0"/>
                    <a:ea typeface="Helvetica Neue" pitchFamily="34" charset="-122"/>
                    <a:cs typeface="Helvetica Neue" pitchFamily="34" charset="-120"/>
                  </a:rPr>
                  <a:t>4</a:t>
                </a:r>
                <a:endParaRPr lang="en-US" sz="1050" dirty="0">
                  <a:latin typeface="Avenir Book" panose="02000503020000020003" pitchFamily="2" charset="0"/>
                </a:endParaRPr>
              </a:p>
            </p:txBody>
          </p:sp>
          <p:sp>
            <p:nvSpPr>
              <p:cNvPr id="202" name="slide-1-a-cell-n3-k4">
                <a:extLst>
                  <a:ext uri="{FF2B5EF4-FFF2-40B4-BE49-F238E27FC236}">
                    <a16:creationId xmlns:a16="http://schemas.microsoft.com/office/drawing/2014/main" id="{12DEE0E2-3B81-F7DA-5541-F3A29E4BE531}"/>
                  </a:ext>
                </a:extLst>
              </p:cNvPr>
              <p:cNvSpPr/>
              <p:nvPr/>
            </p:nvSpPr>
            <p:spPr>
              <a:xfrm>
                <a:off x="9782167" y="5220946"/>
                <a:ext cx="303046" cy="303046"/>
              </a:xfrm>
              <a:prstGeom prst="rect">
                <a:avLst/>
              </a:prstGeom>
              <a:solidFill>
                <a:srgbClr val="3D8DFF">
                  <a:alpha val="0"/>
                </a:srgbClr>
              </a:solidFill>
              <a:ln w="9525">
                <a:solidFill>
                  <a:srgbClr val="D7DBE2"/>
                </a:solidFill>
              </a:ln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111827"/>
                    </a:solidFill>
                    <a:latin typeface="Helvetica Neue" pitchFamily="34" charset="0"/>
                    <a:ea typeface="Helvetica Neue" pitchFamily="34" charset="-122"/>
                    <a:cs typeface="Helvetica Neue" pitchFamily="34" charset="-120"/>
                  </a:rPr>
                  <a:t>0</a:t>
                </a:r>
                <a:endParaRPr lang="en-US" sz="1050" dirty="0">
                  <a:latin typeface="Avenir Book" panose="02000503020000020003" pitchFamily="2" charset="0"/>
                </a:endParaRPr>
              </a:p>
            </p:txBody>
          </p:sp>
          <p:sp>
            <p:nvSpPr>
              <p:cNvPr id="203" name="slide-1-a-cell-n3-k5">
                <a:extLst>
                  <a:ext uri="{FF2B5EF4-FFF2-40B4-BE49-F238E27FC236}">
                    <a16:creationId xmlns:a16="http://schemas.microsoft.com/office/drawing/2014/main" id="{517DD961-2FC0-59FB-A089-C3300620926C}"/>
                  </a:ext>
                </a:extLst>
              </p:cNvPr>
              <p:cNvSpPr/>
              <p:nvPr/>
            </p:nvSpPr>
            <p:spPr>
              <a:xfrm>
                <a:off x="10084324" y="5220946"/>
                <a:ext cx="303046" cy="303046"/>
              </a:xfrm>
              <a:prstGeom prst="rect">
                <a:avLst/>
              </a:prstGeom>
              <a:solidFill>
                <a:srgbClr val="3D8DFF">
                  <a:alpha val="0"/>
                </a:srgbClr>
              </a:solidFill>
              <a:ln w="9525">
                <a:solidFill>
                  <a:srgbClr val="D7DBE2"/>
                </a:solidFill>
              </a:ln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111827"/>
                    </a:solidFill>
                    <a:latin typeface="Helvetica Neue" pitchFamily="34" charset="0"/>
                    <a:ea typeface="Helvetica Neue" pitchFamily="34" charset="-122"/>
                    <a:cs typeface="Helvetica Neue" pitchFamily="34" charset="-120"/>
                  </a:rPr>
                  <a:t>0</a:t>
                </a:r>
                <a:endParaRPr lang="en-US" sz="1050" dirty="0">
                  <a:latin typeface="Avenir Book" panose="02000503020000020003" pitchFamily="2" charset="0"/>
                </a:endParaRPr>
              </a:p>
            </p:txBody>
          </p:sp>
          <p:sp>
            <p:nvSpPr>
              <p:cNvPr id="204" name="slide-1-a-cell-n4-k0">
                <a:extLst>
                  <a:ext uri="{FF2B5EF4-FFF2-40B4-BE49-F238E27FC236}">
                    <a16:creationId xmlns:a16="http://schemas.microsoft.com/office/drawing/2014/main" id="{FB85D66A-BCD7-2559-AB09-8DE790071005}"/>
                  </a:ext>
                </a:extLst>
              </p:cNvPr>
              <p:cNvSpPr/>
              <p:nvPr/>
            </p:nvSpPr>
            <p:spPr>
              <a:xfrm>
                <a:off x="8573540" y="5523103"/>
                <a:ext cx="303046" cy="303046"/>
              </a:xfrm>
              <a:prstGeom prst="rect">
                <a:avLst/>
              </a:prstGeom>
              <a:solidFill>
                <a:srgbClr val="3D8DFF">
                  <a:alpha val="30000"/>
                </a:srgbClr>
              </a:solidFill>
              <a:ln w="9525">
                <a:solidFill>
                  <a:srgbClr val="FFFFFF"/>
                </a:solidFill>
              </a:ln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111827"/>
                    </a:solidFill>
                    <a:latin typeface="Helvetica Neue" pitchFamily="34" charset="0"/>
                    <a:ea typeface="Helvetica Neue" pitchFamily="34" charset="-122"/>
                    <a:cs typeface="Helvetica Neue" pitchFamily="34" charset="-120"/>
                  </a:rPr>
                  <a:t>3</a:t>
                </a:r>
                <a:endParaRPr lang="en-US" sz="1050" dirty="0">
                  <a:latin typeface="Avenir Book" panose="02000503020000020003" pitchFamily="2" charset="0"/>
                </a:endParaRPr>
              </a:p>
            </p:txBody>
          </p:sp>
          <p:sp>
            <p:nvSpPr>
              <p:cNvPr id="205" name="slide-1-a-cell-n4-k1">
                <a:extLst>
                  <a:ext uri="{FF2B5EF4-FFF2-40B4-BE49-F238E27FC236}">
                    <a16:creationId xmlns:a16="http://schemas.microsoft.com/office/drawing/2014/main" id="{F94D68B9-2580-6E1D-C4C3-8E0F6045EC37}"/>
                  </a:ext>
                </a:extLst>
              </p:cNvPr>
              <p:cNvSpPr/>
              <p:nvPr/>
            </p:nvSpPr>
            <p:spPr>
              <a:xfrm>
                <a:off x="8875697" y="5523103"/>
                <a:ext cx="303046" cy="303046"/>
              </a:xfrm>
              <a:prstGeom prst="rect">
                <a:avLst/>
              </a:prstGeom>
              <a:solidFill>
                <a:srgbClr val="3D8DFF">
                  <a:alpha val="52000"/>
                </a:srgbClr>
              </a:solidFill>
              <a:ln w="9525">
                <a:solidFill>
                  <a:srgbClr val="FFFFFF"/>
                </a:solidFill>
              </a:ln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111827"/>
                    </a:solidFill>
                    <a:latin typeface="Helvetica Neue" pitchFamily="34" charset="0"/>
                    <a:ea typeface="Helvetica Neue" pitchFamily="34" charset="-122"/>
                    <a:cs typeface="Helvetica Neue" pitchFamily="34" charset="-120"/>
                  </a:rPr>
                  <a:t>3√3</a:t>
                </a:r>
                <a:endParaRPr lang="en-US" sz="1050" dirty="0">
                  <a:latin typeface="Avenir Book" panose="02000503020000020003" pitchFamily="2" charset="0"/>
                </a:endParaRPr>
              </a:p>
            </p:txBody>
          </p:sp>
          <p:sp>
            <p:nvSpPr>
              <p:cNvPr id="206" name="slide-1-a-cell-n4-k2">
                <a:extLst>
                  <a:ext uri="{FF2B5EF4-FFF2-40B4-BE49-F238E27FC236}">
                    <a16:creationId xmlns:a16="http://schemas.microsoft.com/office/drawing/2014/main" id="{A26F77C6-E914-7AE0-453A-E542C89A4CB1}"/>
                  </a:ext>
                </a:extLst>
              </p:cNvPr>
              <p:cNvSpPr/>
              <p:nvPr/>
            </p:nvSpPr>
            <p:spPr>
              <a:xfrm>
                <a:off x="9177854" y="5523103"/>
                <a:ext cx="303046" cy="303046"/>
              </a:xfrm>
              <a:prstGeom prst="rect">
                <a:avLst/>
              </a:prstGeom>
              <a:solidFill>
                <a:srgbClr val="3D8DFF">
                  <a:alpha val="67000"/>
                </a:srgbClr>
              </a:solidFill>
              <a:ln w="9525">
                <a:solidFill>
                  <a:srgbClr val="FFFFFF"/>
                </a:solidFill>
              </a:ln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FFFFFF"/>
                    </a:solidFill>
                    <a:latin typeface="Helvetica Neue" pitchFamily="34" charset="0"/>
                    <a:ea typeface="Helvetica Neue" pitchFamily="34" charset="-122"/>
                    <a:cs typeface="Helvetica Neue" pitchFamily="34" charset="-120"/>
                  </a:rPr>
                  <a:t>3√5</a:t>
                </a:r>
                <a:endParaRPr lang="en-US" sz="1050" dirty="0">
                  <a:latin typeface="Avenir Book" panose="02000503020000020003" pitchFamily="2" charset="0"/>
                </a:endParaRPr>
              </a:p>
            </p:txBody>
          </p:sp>
          <p:sp>
            <p:nvSpPr>
              <p:cNvPr id="207" name="slide-1-a-cell-n4-k3">
                <a:extLst>
                  <a:ext uri="{FF2B5EF4-FFF2-40B4-BE49-F238E27FC236}">
                    <a16:creationId xmlns:a16="http://schemas.microsoft.com/office/drawing/2014/main" id="{A3EAEF44-72F1-0971-7A3D-98D2E57A84C5}"/>
                  </a:ext>
                </a:extLst>
              </p:cNvPr>
              <p:cNvSpPr/>
              <p:nvPr/>
            </p:nvSpPr>
            <p:spPr>
              <a:xfrm>
                <a:off x="9480010" y="5523103"/>
                <a:ext cx="303046" cy="303046"/>
              </a:xfrm>
              <a:prstGeom prst="rect">
                <a:avLst/>
              </a:prstGeom>
              <a:solidFill>
                <a:srgbClr val="3D8DFF">
                  <a:alpha val="80000"/>
                </a:srgbClr>
              </a:solidFill>
              <a:ln w="9525">
                <a:solidFill>
                  <a:srgbClr val="FFFFFF"/>
                </a:solidFill>
              </a:ln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FFFFFF"/>
                    </a:solidFill>
                    <a:latin typeface="Helvetica Neue" pitchFamily="34" charset="0"/>
                    <a:ea typeface="Helvetica Neue" pitchFamily="34" charset="-122"/>
                    <a:cs typeface="Helvetica Neue" pitchFamily="34" charset="-120"/>
                  </a:rPr>
                  <a:t>3√7</a:t>
                </a:r>
                <a:endParaRPr lang="en-US" sz="1050" dirty="0">
                  <a:latin typeface="Avenir Book" panose="02000503020000020003" pitchFamily="2" charset="0"/>
                </a:endParaRPr>
              </a:p>
            </p:txBody>
          </p:sp>
          <p:sp>
            <p:nvSpPr>
              <p:cNvPr id="208" name="slide-1-a-cell-n4-k4">
                <a:extLst>
                  <a:ext uri="{FF2B5EF4-FFF2-40B4-BE49-F238E27FC236}">
                    <a16:creationId xmlns:a16="http://schemas.microsoft.com/office/drawing/2014/main" id="{C7E55084-F8EE-E599-8D87-429F1761AE83}"/>
                  </a:ext>
                </a:extLst>
              </p:cNvPr>
              <p:cNvSpPr/>
              <p:nvPr/>
            </p:nvSpPr>
            <p:spPr>
              <a:xfrm>
                <a:off x="9782167" y="5523103"/>
                <a:ext cx="303046" cy="303046"/>
              </a:xfrm>
              <a:prstGeom prst="rect">
                <a:avLst/>
              </a:prstGeom>
              <a:solidFill>
                <a:srgbClr val="3D8DFF">
                  <a:alpha val="50000"/>
                </a:srgbClr>
              </a:solidFill>
              <a:ln w="9525">
                <a:solidFill>
                  <a:srgbClr val="FFFFFF"/>
                </a:solidFill>
              </a:ln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111827"/>
                    </a:solidFill>
                    <a:latin typeface="Helvetica Neue" pitchFamily="34" charset="0"/>
                    <a:ea typeface="Helvetica Neue" pitchFamily="34" charset="-122"/>
                    <a:cs typeface="Helvetica Neue" pitchFamily="34" charset="-120"/>
                  </a:rPr>
                  <a:t>5</a:t>
                </a:r>
                <a:endParaRPr lang="en-US" sz="1050" dirty="0">
                  <a:latin typeface="Avenir Book" panose="02000503020000020003" pitchFamily="2" charset="0"/>
                </a:endParaRPr>
              </a:p>
            </p:txBody>
          </p:sp>
          <p:sp>
            <p:nvSpPr>
              <p:cNvPr id="209" name="slide-1-a-cell-n4-k5">
                <a:extLst>
                  <a:ext uri="{FF2B5EF4-FFF2-40B4-BE49-F238E27FC236}">
                    <a16:creationId xmlns:a16="http://schemas.microsoft.com/office/drawing/2014/main" id="{913E1189-139E-FDDA-610E-C7D41B6911D9}"/>
                  </a:ext>
                </a:extLst>
              </p:cNvPr>
              <p:cNvSpPr/>
              <p:nvPr/>
            </p:nvSpPr>
            <p:spPr>
              <a:xfrm>
                <a:off x="10084324" y="5523103"/>
                <a:ext cx="303046" cy="303046"/>
              </a:xfrm>
              <a:prstGeom prst="rect">
                <a:avLst/>
              </a:prstGeom>
              <a:solidFill>
                <a:srgbClr val="3D8DFF">
                  <a:alpha val="0"/>
                </a:srgbClr>
              </a:solidFill>
              <a:ln w="9525">
                <a:solidFill>
                  <a:srgbClr val="D7DBE2"/>
                </a:solidFill>
              </a:ln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111827"/>
                    </a:solidFill>
                    <a:latin typeface="Helvetica Neue" pitchFamily="34" charset="0"/>
                    <a:ea typeface="Helvetica Neue" pitchFamily="34" charset="-122"/>
                    <a:cs typeface="Helvetica Neue" pitchFamily="34" charset="-120"/>
                  </a:rPr>
                  <a:t>0</a:t>
                </a:r>
                <a:endParaRPr lang="en-US" sz="1050" dirty="0">
                  <a:latin typeface="Avenir Book" panose="02000503020000020003" pitchFamily="2" charset="0"/>
                </a:endParaRPr>
              </a:p>
            </p:txBody>
          </p:sp>
          <p:sp>
            <p:nvSpPr>
              <p:cNvPr id="210" name="slide-1-a-cell-n5-k0">
                <a:extLst>
                  <a:ext uri="{FF2B5EF4-FFF2-40B4-BE49-F238E27FC236}">
                    <a16:creationId xmlns:a16="http://schemas.microsoft.com/office/drawing/2014/main" id="{F1EDB92A-75AC-E985-0B1C-0AF617BC3405}"/>
                  </a:ext>
                </a:extLst>
              </p:cNvPr>
              <p:cNvSpPr/>
              <p:nvPr/>
            </p:nvSpPr>
            <p:spPr>
              <a:xfrm>
                <a:off x="8573540" y="5825259"/>
                <a:ext cx="303046" cy="303046"/>
              </a:xfrm>
              <a:prstGeom prst="rect">
                <a:avLst/>
              </a:prstGeom>
              <a:solidFill>
                <a:srgbClr val="3D8DFF">
                  <a:alpha val="33000"/>
                </a:srgbClr>
              </a:solidFill>
              <a:ln w="9525">
                <a:solidFill>
                  <a:srgbClr val="FFFFFF"/>
                </a:solidFill>
              </a:ln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111827"/>
                    </a:solidFill>
                    <a:latin typeface="Helvetica Neue" pitchFamily="34" charset="0"/>
                    <a:ea typeface="Helvetica Neue" pitchFamily="34" charset="-122"/>
                    <a:cs typeface="Helvetica Neue" pitchFamily="34" charset="-120"/>
                  </a:rPr>
                  <a:t>√11</a:t>
                </a:r>
                <a:endParaRPr lang="en-US" sz="1050" dirty="0">
                  <a:latin typeface="Avenir Book" panose="02000503020000020003" pitchFamily="2" charset="0"/>
                </a:endParaRPr>
              </a:p>
            </p:txBody>
          </p:sp>
          <p:sp>
            <p:nvSpPr>
              <p:cNvPr id="211" name="slide-1-a-cell-n5-k1">
                <a:extLst>
                  <a:ext uri="{FF2B5EF4-FFF2-40B4-BE49-F238E27FC236}">
                    <a16:creationId xmlns:a16="http://schemas.microsoft.com/office/drawing/2014/main" id="{32F98F7A-9CAB-C898-72E4-D6F2942C36B3}"/>
                  </a:ext>
                </a:extLst>
              </p:cNvPr>
              <p:cNvSpPr/>
              <p:nvPr/>
            </p:nvSpPr>
            <p:spPr>
              <a:xfrm>
                <a:off x="8875697" y="5825259"/>
                <a:ext cx="303046" cy="303046"/>
              </a:xfrm>
              <a:prstGeom prst="rect">
                <a:avLst/>
              </a:prstGeom>
              <a:solidFill>
                <a:srgbClr val="3D8DFF">
                  <a:alpha val="58000"/>
                </a:srgbClr>
              </a:solidFill>
              <a:ln w="9525">
                <a:solidFill>
                  <a:srgbClr val="FFFFFF"/>
                </a:solidFill>
              </a:ln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111827"/>
                    </a:solidFill>
                    <a:latin typeface="Helvetica Neue" pitchFamily="34" charset="0"/>
                    <a:ea typeface="Helvetica Neue" pitchFamily="34" charset="-122"/>
                    <a:cs typeface="Helvetica Neue" pitchFamily="34" charset="-120"/>
                  </a:rPr>
                  <a:t>√33</a:t>
                </a:r>
                <a:endParaRPr lang="en-US" sz="1050" dirty="0">
                  <a:latin typeface="Avenir Book" panose="02000503020000020003" pitchFamily="2" charset="0"/>
                </a:endParaRPr>
              </a:p>
            </p:txBody>
          </p:sp>
          <p:sp>
            <p:nvSpPr>
              <p:cNvPr id="212" name="slide-1-a-cell-n5-k2">
                <a:extLst>
                  <a:ext uri="{FF2B5EF4-FFF2-40B4-BE49-F238E27FC236}">
                    <a16:creationId xmlns:a16="http://schemas.microsoft.com/office/drawing/2014/main" id="{D5ACE54E-1212-197E-2120-C1C06200C6D8}"/>
                  </a:ext>
                </a:extLst>
              </p:cNvPr>
              <p:cNvSpPr/>
              <p:nvPr/>
            </p:nvSpPr>
            <p:spPr>
              <a:xfrm>
                <a:off x="9177854" y="5825259"/>
                <a:ext cx="303046" cy="303046"/>
              </a:xfrm>
              <a:prstGeom prst="rect">
                <a:avLst/>
              </a:prstGeom>
              <a:solidFill>
                <a:srgbClr val="3D8DFF">
                  <a:alpha val="75000"/>
                </a:srgbClr>
              </a:solidFill>
              <a:ln w="9525">
                <a:solidFill>
                  <a:srgbClr val="FFFFFF"/>
                </a:solidFill>
              </a:ln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FFFFFF"/>
                    </a:solidFill>
                    <a:latin typeface="Helvetica Neue" pitchFamily="34" charset="0"/>
                    <a:ea typeface="Helvetica Neue" pitchFamily="34" charset="-122"/>
                    <a:cs typeface="Helvetica Neue" pitchFamily="34" charset="-120"/>
                  </a:rPr>
                  <a:t>√55</a:t>
                </a:r>
                <a:endParaRPr lang="en-US" sz="1050" dirty="0">
                  <a:latin typeface="Avenir Book" panose="02000503020000020003" pitchFamily="2" charset="0"/>
                </a:endParaRPr>
              </a:p>
            </p:txBody>
          </p:sp>
          <p:sp>
            <p:nvSpPr>
              <p:cNvPr id="213" name="slide-1-a-cell-n5-k3">
                <a:extLst>
                  <a:ext uri="{FF2B5EF4-FFF2-40B4-BE49-F238E27FC236}">
                    <a16:creationId xmlns:a16="http://schemas.microsoft.com/office/drawing/2014/main" id="{D9274C15-B62B-E818-14E5-78DBD577E04C}"/>
                  </a:ext>
                </a:extLst>
              </p:cNvPr>
              <p:cNvSpPr/>
              <p:nvPr/>
            </p:nvSpPr>
            <p:spPr>
              <a:xfrm>
                <a:off x="9480010" y="5825259"/>
                <a:ext cx="303046" cy="303046"/>
              </a:xfrm>
              <a:prstGeom prst="rect">
                <a:avLst/>
              </a:prstGeom>
              <a:solidFill>
                <a:srgbClr val="3D8DFF">
                  <a:alpha val="88000"/>
                </a:srgbClr>
              </a:solidFill>
              <a:ln w="9525">
                <a:solidFill>
                  <a:srgbClr val="FFFFFF"/>
                </a:solidFill>
              </a:ln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FFFFFF"/>
                    </a:solidFill>
                    <a:latin typeface="Helvetica Neue" pitchFamily="34" charset="0"/>
                    <a:ea typeface="Helvetica Neue" pitchFamily="34" charset="-122"/>
                    <a:cs typeface="Helvetica Neue" pitchFamily="34" charset="-120"/>
                  </a:rPr>
                  <a:t>√77</a:t>
                </a:r>
                <a:endParaRPr lang="en-US" sz="1050" dirty="0">
                  <a:latin typeface="Avenir Book" panose="02000503020000020003" pitchFamily="2" charset="0"/>
                </a:endParaRPr>
              </a:p>
            </p:txBody>
          </p:sp>
          <p:sp>
            <p:nvSpPr>
              <p:cNvPr id="214" name="slide-1-a-cell-n5-k4">
                <a:extLst>
                  <a:ext uri="{FF2B5EF4-FFF2-40B4-BE49-F238E27FC236}">
                    <a16:creationId xmlns:a16="http://schemas.microsoft.com/office/drawing/2014/main" id="{73A4E50A-067F-501A-20F0-C259CADB2833}"/>
                  </a:ext>
                </a:extLst>
              </p:cNvPr>
              <p:cNvSpPr/>
              <p:nvPr/>
            </p:nvSpPr>
            <p:spPr>
              <a:xfrm>
                <a:off x="9782167" y="5825259"/>
                <a:ext cx="303046" cy="303046"/>
              </a:xfrm>
              <a:prstGeom prst="rect">
                <a:avLst/>
              </a:prstGeom>
              <a:solidFill>
                <a:srgbClr val="3D8DFF"/>
              </a:solidFill>
              <a:ln w="9525">
                <a:solidFill>
                  <a:srgbClr val="FFFFFF"/>
                </a:solidFill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FFFFFF"/>
                    </a:solidFill>
                    <a:latin typeface="Helvetica Neue" pitchFamily="34" charset="0"/>
                    <a:ea typeface="Helvetica Neue" pitchFamily="34" charset="-122"/>
                    <a:cs typeface="Helvetica Neue" pitchFamily="34" charset="-120"/>
                  </a:rPr>
                  <a:t>3√11</a:t>
                </a:r>
                <a:endParaRPr lang="en-US" sz="1050" dirty="0">
                  <a:latin typeface="Avenir Book" panose="02000503020000020003" pitchFamily="2" charset="0"/>
                </a:endParaRPr>
              </a:p>
            </p:txBody>
          </p:sp>
          <p:sp>
            <p:nvSpPr>
              <p:cNvPr id="215" name="slide-1-a-cell-n5-k5">
                <a:extLst>
                  <a:ext uri="{FF2B5EF4-FFF2-40B4-BE49-F238E27FC236}">
                    <a16:creationId xmlns:a16="http://schemas.microsoft.com/office/drawing/2014/main" id="{E1CF0CE3-73C1-769C-F33B-03128C806EA5}"/>
                  </a:ext>
                </a:extLst>
              </p:cNvPr>
              <p:cNvSpPr/>
              <p:nvPr/>
            </p:nvSpPr>
            <p:spPr>
              <a:xfrm>
                <a:off x="10084324" y="5825259"/>
                <a:ext cx="303046" cy="303046"/>
              </a:xfrm>
              <a:prstGeom prst="rect">
                <a:avLst/>
              </a:prstGeom>
              <a:solidFill>
                <a:srgbClr val="3D8DFF">
                  <a:alpha val="60000"/>
                </a:srgbClr>
              </a:solidFill>
              <a:ln w="9525">
                <a:solidFill>
                  <a:srgbClr val="FFFFFF"/>
                </a:solidFill>
              </a:ln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111827"/>
                    </a:solidFill>
                    <a:latin typeface="Helvetica Neue" pitchFamily="34" charset="0"/>
                    <a:ea typeface="Helvetica Neue" pitchFamily="34" charset="-122"/>
                    <a:cs typeface="Helvetica Neue" pitchFamily="34" charset="-120"/>
                  </a:rPr>
                  <a:t>6</a:t>
                </a:r>
                <a:endParaRPr lang="en-US" sz="1050" dirty="0">
                  <a:latin typeface="Avenir Book" panose="02000503020000020003" pitchFamily="2" charset="0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068545C-9C7D-9337-9960-8866B5E1A707}"/>
              </a:ext>
            </a:extLst>
          </p:cNvPr>
          <p:cNvGrpSpPr/>
          <p:nvPr/>
        </p:nvGrpSpPr>
        <p:grpSpPr>
          <a:xfrm>
            <a:off x="10271703" y="3966670"/>
            <a:ext cx="466698" cy="2246818"/>
            <a:chOff x="10688638" y="3998306"/>
            <a:chExt cx="466698" cy="22468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E0970F44-C911-3A3D-5F7B-32FDD710F2F4}"/>
                    </a:ext>
                  </a:extLst>
                </p:cNvPr>
                <p:cNvSpPr txBox="1"/>
                <p:nvPr/>
              </p:nvSpPr>
              <p:spPr>
                <a:xfrm>
                  <a:off x="10688638" y="5783459"/>
                  <a:ext cx="466698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ko-KR" sz="2400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oMath>
                    </m:oMathPara>
                  </a14:m>
                  <a:endParaRPr lang="ko-KR" altLang="en-US" dirty="0">
                    <a:solidFill>
                      <a:schemeClr val="accent6">
                        <a:lumMod val="75000"/>
                      </a:schemeClr>
                    </a:solidFill>
                    <a:latin typeface="Avenir Book" panose="02000503020000020003" pitchFamily="2" charset="0"/>
                  </a:endParaRPr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E0970F44-C911-3A3D-5F7B-32FDD710F2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88638" y="5783459"/>
                  <a:ext cx="466698" cy="46166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24" name="그룹 223">
              <a:extLst>
                <a:ext uri="{FF2B5EF4-FFF2-40B4-BE49-F238E27FC236}">
                  <a16:creationId xmlns:a16="http://schemas.microsoft.com/office/drawing/2014/main" id="{14A8D607-8ED1-AF38-0994-E448DB64C3B2}"/>
                </a:ext>
              </a:extLst>
            </p:cNvPr>
            <p:cNvGrpSpPr/>
            <p:nvPr/>
          </p:nvGrpSpPr>
          <p:grpSpPr>
            <a:xfrm>
              <a:off x="10770464" y="3998306"/>
              <a:ext cx="303046" cy="1813830"/>
              <a:chOff x="12639326" y="4314475"/>
              <a:chExt cx="303046" cy="1813830"/>
            </a:xfrm>
          </p:grpSpPr>
          <p:sp>
            <p:nvSpPr>
              <p:cNvPr id="216" name="slide-1-b-cell-n0">
                <a:extLst>
                  <a:ext uri="{FF2B5EF4-FFF2-40B4-BE49-F238E27FC236}">
                    <a16:creationId xmlns:a16="http://schemas.microsoft.com/office/drawing/2014/main" id="{9686FB29-9C0A-C92E-C8DA-90C9E449D7DE}"/>
                  </a:ext>
                </a:extLst>
              </p:cNvPr>
              <p:cNvSpPr/>
              <p:nvPr/>
            </p:nvSpPr>
            <p:spPr>
              <a:xfrm>
                <a:off x="12639326" y="4314475"/>
                <a:ext cx="303046" cy="303046"/>
              </a:xfrm>
              <a:prstGeom prst="rect">
                <a:avLst/>
              </a:prstGeom>
              <a:solidFill>
                <a:schemeClr val="accent6">
                  <a:lumMod val="75000"/>
                  <a:alpha val="10000"/>
                </a:schemeClr>
              </a:solidFill>
              <a:ln w="9525">
                <a:solidFill>
                  <a:srgbClr val="FFFFFF"/>
                </a:solidFill>
              </a:ln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111827"/>
                    </a:solidFill>
                    <a:latin typeface="Helvetica Neue" pitchFamily="34" charset="0"/>
                    <a:ea typeface="Helvetica Neue" pitchFamily="34" charset="-122"/>
                    <a:cs typeface="Helvetica Neue" pitchFamily="34" charset="-120"/>
                  </a:rPr>
                  <a:t>1</a:t>
                </a:r>
                <a:endParaRPr lang="en-US" sz="1050" dirty="0">
                  <a:latin typeface="Avenir Book" panose="02000503020000020003" pitchFamily="2" charset="0"/>
                </a:endParaRPr>
              </a:p>
            </p:txBody>
          </p:sp>
          <p:sp>
            <p:nvSpPr>
              <p:cNvPr id="217" name="slide-1-b-cell-n1">
                <a:extLst>
                  <a:ext uri="{FF2B5EF4-FFF2-40B4-BE49-F238E27FC236}">
                    <a16:creationId xmlns:a16="http://schemas.microsoft.com/office/drawing/2014/main" id="{78307F63-8F40-0668-662F-3C1678B801A4}"/>
                  </a:ext>
                </a:extLst>
              </p:cNvPr>
              <p:cNvSpPr/>
              <p:nvPr/>
            </p:nvSpPr>
            <p:spPr>
              <a:xfrm>
                <a:off x="12639326" y="4616632"/>
                <a:ext cx="303046" cy="303046"/>
              </a:xfrm>
              <a:prstGeom prst="rect">
                <a:avLst/>
              </a:prstGeom>
              <a:solidFill>
                <a:schemeClr val="accent6">
                  <a:lumMod val="75000"/>
                  <a:alpha val="17000"/>
                </a:schemeClr>
              </a:solidFill>
              <a:ln w="9525">
                <a:solidFill>
                  <a:srgbClr val="FFFFFF"/>
                </a:solidFill>
              </a:ln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111827"/>
                    </a:solidFill>
                    <a:latin typeface="Helvetica Neue" pitchFamily="34" charset="0"/>
                    <a:ea typeface="Helvetica Neue" pitchFamily="34" charset="-122"/>
                    <a:cs typeface="Helvetica Neue" pitchFamily="34" charset="-120"/>
                  </a:rPr>
                  <a:t>√3</a:t>
                </a:r>
                <a:endParaRPr lang="en-US" sz="1050" dirty="0">
                  <a:latin typeface="Avenir Book" panose="02000503020000020003" pitchFamily="2" charset="0"/>
                </a:endParaRPr>
              </a:p>
            </p:txBody>
          </p:sp>
          <p:sp>
            <p:nvSpPr>
              <p:cNvPr id="218" name="slide-1-b-cell-n2">
                <a:extLst>
                  <a:ext uri="{FF2B5EF4-FFF2-40B4-BE49-F238E27FC236}">
                    <a16:creationId xmlns:a16="http://schemas.microsoft.com/office/drawing/2014/main" id="{7A7FA8B5-912E-6664-F28E-788BC3B90C1B}"/>
                  </a:ext>
                </a:extLst>
              </p:cNvPr>
              <p:cNvSpPr/>
              <p:nvPr/>
            </p:nvSpPr>
            <p:spPr>
              <a:xfrm>
                <a:off x="12639326" y="4918789"/>
                <a:ext cx="303046" cy="303046"/>
              </a:xfrm>
              <a:prstGeom prst="rect">
                <a:avLst/>
              </a:prstGeom>
              <a:solidFill>
                <a:schemeClr val="accent6">
                  <a:lumMod val="75000"/>
                  <a:alpha val="22000"/>
                </a:schemeClr>
              </a:solidFill>
              <a:ln w="9525">
                <a:solidFill>
                  <a:srgbClr val="FFFFFF"/>
                </a:solidFill>
              </a:ln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111827"/>
                    </a:solidFill>
                    <a:latin typeface="Helvetica Neue" pitchFamily="34" charset="0"/>
                    <a:ea typeface="Helvetica Neue" pitchFamily="34" charset="-122"/>
                    <a:cs typeface="Helvetica Neue" pitchFamily="34" charset="-120"/>
                  </a:rPr>
                  <a:t>√5</a:t>
                </a:r>
                <a:endParaRPr lang="en-US" sz="1050" dirty="0">
                  <a:latin typeface="Avenir Book" panose="02000503020000020003" pitchFamily="2" charset="0"/>
                </a:endParaRPr>
              </a:p>
            </p:txBody>
          </p:sp>
          <p:sp>
            <p:nvSpPr>
              <p:cNvPr id="219" name="slide-1-b-cell-n3">
                <a:extLst>
                  <a:ext uri="{FF2B5EF4-FFF2-40B4-BE49-F238E27FC236}">
                    <a16:creationId xmlns:a16="http://schemas.microsoft.com/office/drawing/2014/main" id="{547520E9-9063-2486-983F-1DFB449F6989}"/>
                  </a:ext>
                </a:extLst>
              </p:cNvPr>
              <p:cNvSpPr/>
              <p:nvPr/>
            </p:nvSpPr>
            <p:spPr>
              <a:xfrm>
                <a:off x="12639326" y="5220946"/>
                <a:ext cx="303046" cy="303046"/>
              </a:xfrm>
              <a:prstGeom prst="rect">
                <a:avLst/>
              </a:prstGeom>
              <a:solidFill>
                <a:schemeClr val="accent6">
                  <a:lumMod val="75000"/>
                  <a:alpha val="27000"/>
                </a:schemeClr>
              </a:solidFill>
              <a:ln w="9525">
                <a:solidFill>
                  <a:srgbClr val="FFFFFF"/>
                </a:solidFill>
              </a:ln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111827"/>
                    </a:solidFill>
                    <a:latin typeface="Helvetica Neue" pitchFamily="34" charset="0"/>
                    <a:ea typeface="Helvetica Neue" pitchFamily="34" charset="-122"/>
                    <a:cs typeface="Helvetica Neue" pitchFamily="34" charset="-120"/>
                  </a:rPr>
                  <a:t>√7</a:t>
                </a:r>
                <a:endParaRPr lang="en-US" sz="1050" dirty="0">
                  <a:latin typeface="Avenir Book" panose="02000503020000020003" pitchFamily="2" charset="0"/>
                </a:endParaRPr>
              </a:p>
            </p:txBody>
          </p:sp>
          <p:sp>
            <p:nvSpPr>
              <p:cNvPr id="220" name="slide-1-b-cell-n4">
                <a:extLst>
                  <a:ext uri="{FF2B5EF4-FFF2-40B4-BE49-F238E27FC236}">
                    <a16:creationId xmlns:a16="http://schemas.microsoft.com/office/drawing/2014/main" id="{B9C61ECB-2D44-1CCE-5C5D-3AE5EE7FFFF7}"/>
                  </a:ext>
                </a:extLst>
              </p:cNvPr>
              <p:cNvSpPr/>
              <p:nvPr/>
            </p:nvSpPr>
            <p:spPr>
              <a:xfrm>
                <a:off x="12639326" y="5523103"/>
                <a:ext cx="303046" cy="303046"/>
              </a:xfrm>
              <a:prstGeom prst="rect">
                <a:avLst/>
              </a:prstGeom>
              <a:solidFill>
                <a:schemeClr val="accent6">
                  <a:lumMod val="75000"/>
                  <a:alpha val="30000"/>
                </a:schemeClr>
              </a:solidFill>
              <a:ln w="9525">
                <a:solidFill>
                  <a:srgbClr val="FFFFFF"/>
                </a:solidFill>
              </a:ln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111827"/>
                    </a:solidFill>
                    <a:latin typeface="Helvetica Neue" pitchFamily="34" charset="0"/>
                    <a:ea typeface="Helvetica Neue" pitchFamily="34" charset="-122"/>
                    <a:cs typeface="Helvetica Neue" pitchFamily="34" charset="-120"/>
                  </a:rPr>
                  <a:t>3</a:t>
                </a:r>
                <a:endParaRPr lang="en-US" sz="1050" dirty="0">
                  <a:latin typeface="Avenir Book" panose="02000503020000020003" pitchFamily="2" charset="0"/>
                </a:endParaRPr>
              </a:p>
            </p:txBody>
          </p:sp>
          <p:sp>
            <p:nvSpPr>
              <p:cNvPr id="221" name="slide-1-b-cell-n5">
                <a:extLst>
                  <a:ext uri="{FF2B5EF4-FFF2-40B4-BE49-F238E27FC236}">
                    <a16:creationId xmlns:a16="http://schemas.microsoft.com/office/drawing/2014/main" id="{170D664E-4B9D-86BB-AAFE-BD2BF21D3548}"/>
                  </a:ext>
                </a:extLst>
              </p:cNvPr>
              <p:cNvSpPr/>
              <p:nvPr/>
            </p:nvSpPr>
            <p:spPr>
              <a:xfrm>
                <a:off x="12639326" y="5825259"/>
                <a:ext cx="303046" cy="303046"/>
              </a:xfrm>
              <a:prstGeom prst="rect">
                <a:avLst/>
              </a:prstGeom>
              <a:solidFill>
                <a:schemeClr val="accent6">
                  <a:lumMod val="75000"/>
                  <a:alpha val="33000"/>
                </a:schemeClr>
              </a:solidFill>
              <a:ln w="9525">
                <a:solidFill>
                  <a:srgbClr val="FFFFFF"/>
                </a:solidFill>
              </a:ln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111827"/>
                    </a:solidFill>
                    <a:latin typeface="Helvetica Neue" pitchFamily="34" charset="0"/>
                    <a:ea typeface="Helvetica Neue" pitchFamily="34" charset="-122"/>
                    <a:cs typeface="Helvetica Neue" pitchFamily="34" charset="-120"/>
                  </a:rPr>
                  <a:t>√11</a:t>
                </a:r>
                <a:endParaRPr lang="en-US" sz="1050" dirty="0">
                  <a:latin typeface="Avenir Book" panose="02000503020000020003" pitchFamily="2" charset="0"/>
                </a:endParaRPr>
              </a:p>
            </p:txBody>
          </p:sp>
        </p:grpSp>
      </p:grpSp>
      <p:sp>
        <p:nvSpPr>
          <p:cNvPr id="226" name="TextBox 225">
            <a:extLst>
              <a:ext uri="{FF2B5EF4-FFF2-40B4-BE49-F238E27FC236}">
                <a16:creationId xmlns:a16="http://schemas.microsoft.com/office/drawing/2014/main" id="{4A8C084B-B15F-B24E-41FA-D6D4102B6B5E}"/>
              </a:ext>
            </a:extLst>
          </p:cNvPr>
          <p:cNvSpPr txBox="1"/>
          <p:nvPr/>
        </p:nvSpPr>
        <p:spPr>
          <a:xfrm>
            <a:off x="48251" y="6231728"/>
            <a:ext cx="1181831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chemeClr val="bg2">
                    <a:lumMod val="90000"/>
                  </a:schemeClr>
                </a:solidFill>
                <a:latin typeface="Avenir Book" panose="02000503020000020003" pitchFamily="2" charset="0"/>
                <a:cs typeface="Arial" panose="020B0604020202020204" pitchFamily="34" charset="0"/>
              </a:rPr>
              <a:t>[equation] Gu et al. (2020). </a:t>
            </a:r>
            <a:r>
              <a:rPr lang="en-US" altLang="ko-KR" sz="1600" dirty="0">
                <a:solidFill>
                  <a:schemeClr val="bg2">
                    <a:lumMod val="90000"/>
                  </a:schemeClr>
                </a:solidFill>
                <a:latin typeface="Avenir Book" panose="02000503020000020003" pitchFamily="2" charset="0"/>
                <a:cs typeface="Arial" panose="020B0604020202020204" pitchFamily="34" charset="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HiPPO: Recurrent memory with optimal polynomial projections</a:t>
            </a:r>
            <a:r>
              <a:rPr lang="en-US" altLang="ko-KR" sz="1600" dirty="0">
                <a:solidFill>
                  <a:schemeClr val="bg2">
                    <a:lumMod val="90000"/>
                  </a:schemeClr>
                </a:solidFill>
                <a:latin typeface="Avenir Book" panose="02000503020000020003" pitchFamily="2" charset="0"/>
                <a:cs typeface="Arial" panose="020B0604020202020204" pitchFamily="34" charset="0"/>
              </a:rPr>
              <a:t>. </a:t>
            </a:r>
            <a:r>
              <a:rPr lang="en-US" altLang="ko-KR" sz="1600" dirty="0" err="1">
                <a:solidFill>
                  <a:schemeClr val="bg2">
                    <a:lumMod val="90000"/>
                  </a:schemeClr>
                </a:solidFill>
                <a:latin typeface="Avenir Book" panose="02000503020000020003" pitchFamily="2" charset="0"/>
                <a:cs typeface="Arial" panose="020B0604020202020204" pitchFamily="34" charset="0"/>
              </a:rPr>
              <a:t>NeurIPS</a:t>
            </a:r>
            <a:r>
              <a:rPr lang="en-US" altLang="ko-KR" sz="1600" dirty="0">
                <a:solidFill>
                  <a:schemeClr val="bg2">
                    <a:lumMod val="90000"/>
                  </a:schemeClr>
                </a:solidFill>
                <a:latin typeface="Avenir Book" panose="02000503020000020003" pitchFamily="2" charset="0"/>
                <a:cs typeface="Arial" panose="020B0604020202020204" pitchFamily="34" charset="0"/>
              </a:rPr>
              <a:t>.</a:t>
            </a:r>
            <a:endParaRPr lang="ko-KR" altLang="en-US" sz="1100" dirty="0">
              <a:solidFill>
                <a:schemeClr val="bg2">
                  <a:lumMod val="90000"/>
                </a:schemeClr>
              </a:solidFill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E0A12D1-AC4D-3CD4-F971-75EDA6B066FD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r="30944"/>
          <a:stretch>
            <a:fillRect/>
          </a:stretch>
        </p:blipFill>
        <p:spPr>
          <a:xfrm>
            <a:off x="1245730" y="4211181"/>
            <a:ext cx="4850270" cy="111616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A7B9DC9-0A90-6D39-5CCE-71D27AACC026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74501" t="26383" r="-87" b="31911"/>
          <a:stretch>
            <a:fillRect/>
          </a:stretch>
        </p:blipFill>
        <p:spPr>
          <a:xfrm>
            <a:off x="1245730" y="5503025"/>
            <a:ext cx="1797087" cy="465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9102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50E4D-CFAE-F0CD-A190-4ABFB6230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5328162-EF1F-EBFE-58F8-AFD8A25269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827" y="1151467"/>
            <a:ext cx="11440697" cy="5249538"/>
          </a:xfrm>
        </p:spPr>
        <p:txBody>
          <a:bodyPr/>
          <a:lstStyle/>
          <a:p>
            <a:endParaRPr lang="en-US" altLang="ko-KR" sz="1800" dirty="0"/>
          </a:p>
          <a:p>
            <a:endParaRPr lang="en-US" altLang="ko-KR" sz="1800" dirty="0"/>
          </a:p>
          <a:p>
            <a:r>
              <a:rPr lang="en-US" altLang="ko-KR" dirty="0"/>
              <a:t>inference like RNN, training like CNN</a:t>
            </a:r>
          </a:p>
          <a:p>
            <a:pPr lvl="1"/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B4B81CB-E813-9048-F72E-E6D5ECC6D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913" y="118633"/>
            <a:ext cx="11404650" cy="753795"/>
          </a:xfrm>
        </p:spPr>
        <p:txBody>
          <a:bodyPr/>
          <a:lstStyle/>
          <a:p>
            <a:r>
              <a:rPr lang="en-US" altLang="ko-KR" dirty="0"/>
              <a:t>LSSL</a:t>
            </a:r>
            <a:r>
              <a:rPr lang="en-US" altLang="ko-KR" baseline="30000" dirty="0"/>
              <a:t> [Gu et al.’21]</a:t>
            </a:r>
            <a:endParaRPr lang="ko-KR" altLang="en-US" baseline="30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0253A2-1FAD-B517-4B73-DE1CF6789ED3}"/>
              </a:ext>
            </a:extLst>
          </p:cNvPr>
          <p:cNvSpPr txBox="1"/>
          <p:nvPr/>
        </p:nvSpPr>
        <p:spPr>
          <a:xfrm>
            <a:off x="7795967" y="226214"/>
            <a:ext cx="4145083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kumimoji="1" lang="en-US" altLang="ko-K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NanumSquareOTF ExtraBold" panose="020B0600000101010101" pitchFamily="34" charset="-127"/>
                <a:cs typeface="Pretendard ExtraBold" panose="02000503000000020004" pitchFamily="2" charset="-127"/>
              </a:rPr>
              <a:t>3. SSMs Before Mamba</a:t>
            </a:r>
          </a:p>
        </p:txBody>
      </p:sp>
      <p:graphicFrame>
        <p:nvGraphicFramePr>
          <p:cNvPr id="12" name="내용 개체 틀 5">
            <a:extLst>
              <a:ext uri="{FF2B5EF4-FFF2-40B4-BE49-F238E27FC236}">
                <a16:creationId xmlns:a16="http://schemas.microsoft.com/office/drawing/2014/main" id="{1B76AAF9-AC69-0BA7-C5B7-4571D16EDD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23170024"/>
              </p:ext>
            </p:extLst>
          </p:nvPr>
        </p:nvGraphicFramePr>
        <p:xfrm>
          <a:off x="379413" y="1150939"/>
          <a:ext cx="11441112" cy="5971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031E593-BC07-7133-EF3F-8B77DF89F4BA}"/>
              </a:ext>
            </a:extLst>
          </p:cNvPr>
          <p:cNvSpPr txBox="1"/>
          <p:nvPr/>
        </p:nvSpPr>
        <p:spPr>
          <a:xfrm>
            <a:off x="48251" y="6231728"/>
            <a:ext cx="118927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chemeClr val="bg2">
                    <a:lumMod val="90000"/>
                  </a:schemeClr>
                </a:solidFill>
                <a:latin typeface="Avenir Book" panose="02000503020000020003" pitchFamily="2" charset="0"/>
                <a:cs typeface="Arial" panose="020B0604020202020204" pitchFamily="34" charset="0"/>
              </a:rPr>
              <a:t>[figure] Gu et al. (2021). </a:t>
            </a:r>
            <a:r>
              <a:rPr lang="en-US" altLang="ko-KR" sz="1600" spc="-10" dirty="0">
                <a:solidFill>
                  <a:schemeClr val="bg2">
                    <a:lumMod val="90000"/>
                  </a:schemeClr>
                </a:solidFill>
                <a:latin typeface="Avenir Book" panose="02000503020000020003" pitchFamily="2" charset="0"/>
                <a:cs typeface="Arial" panose="020B0604020202020204" pitchFamily="34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Combining recurrent, convolutional, and continuous-time models with linear state space layer</a:t>
            </a:r>
            <a:r>
              <a:rPr lang="en-US" altLang="ko-KR" sz="1600" spc="-10" dirty="0">
                <a:solidFill>
                  <a:schemeClr val="bg2">
                    <a:lumMod val="90000"/>
                  </a:schemeClr>
                </a:solidFill>
                <a:latin typeface="Avenir Book" panose="02000503020000020003" pitchFamily="2" charset="0"/>
                <a:cs typeface="Arial" panose="020B0604020202020204" pitchFamily="34" charset="0"/>
              </a:rPr>
              <a:t>.</a:t>
            </a:r>
            <a:r>
              <a:rPr lang="en-US" altLang="ko-KR" sz="1600" dirty="0">
                <a:solidFill>
                  <a:schemeClr val="bg2">
                    <a:lumMod val="90000"/>
                  </a:schemeClr>
                </a:solidFill>
                <a:latin typeface="Avenir Book" panose="02000503020000020003" pitchFamily="2" charset="0"/>
                <a:cs typeface="Arial" panose="020B0604020202020204" pitchFamily="34" charset="0"/>
              </a:rPr>
              <a:t> </a:t>
            </a:r>
            <a:r>
              <a:rPr lang="en-US" altLang="ko-KR" sz="1600" dirty="0" err="1">
                <a:solidFill>
                  <a:schemeClr val="bg2">
                    <a:lumMod val="90000"/>
                  </a:schemeClr>
                </a:solidFill>
                <a:latin typeface="Avenir Book" panose="02000503020000020003" pitchFamily="2" charset="0"/>
                <a:cs typeface="Arial" panose="020B0604020202020204" pitchFamily="34" charset="0"/>
              </a:rPr>
              <a:t>NeurIPS</a:t>
            </a:r>
            <a:r>
              <a:rPr lang="en-US" altLang="ko-KR" sz="1600" dirty="0">
                <a:solidFill>
                  <a:schemeClr val="bg2">
                    <a:lumMod val="90000"/>
                  </a:schemeClr>
                </a:solidFill>
                <a:latin typeface="Avenir Book" panose="02000503020000020003" pitchFamily="2" charset="0"/>
                <a:cs typeface="Arial" panose="020B0604020202020204" pitchFamily="34" charset="0"/>
              </a:rPr>
              <a:t>.</a:t>
            </a:r>
            <a:endParaRPr lang="ko-KR" altLang="en-US" sz="1100" dirty="0">
              <a:solidFill>
                <a:schemeClr val="bg2">
                  <a:lumMod val="90000"/>
                </a:schemeClr>
              </a:solidFill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  <p:pic>
        <p:nvPicPr>
          <p:cNvPr id="201" name="그림 200">
            <a:extLst>
              <a:ext uri="{FF2B5EF4-FFF2-40B4-BE49-F238E27FC236}">
                <a16:creationId xmlns:a16="http://schemas.microsoft.com/office/drawing/2014/main" id="{8928A83B-4693-D1E8-FB7C-C501B3D7C04D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11958"/>
          <a:stretch>
            <a:fillRect/>
          </a:stretch>
        </p:blipFill>
        <p:spPr>
          <a:xfrm>
            <a:off x="1661314" y="2417293"/>
            <a:ext cx="8869372" cy="3847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8924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9D672-64E9-D4F5-277A-3F9B1F7D1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464438DA-E4AA-34C9-F35B-ADBCE90850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827" y="1151467"/>
            <a:ext cx="11440697" cy="5249538"/>
          </a:xfrm>
        </p:spPr>
        <p:txBody>
          <a:bodyPr/>
          <a:lstStyle/>
          <a:p>
            <a:endParaRPr lang="en-US" altLang="ko-KR" sz="1800" dirty="0"/>
          </a:p>
          <a:p>
            <a:endParaRPr lang="en-US" altLang="ko-KR" sz="1800" dirty="0"/>
          </a:p>
          <a:p>
            <a:r>
              <a:rPr lang="en-US" altLang="ko-KR" dirty="0"/>
              <a:t>inference like RNN, training like CNN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ko-KR" dirty="0" err="1"/>
              <a:t>parallelizable</a:t>
            </a:r>
            <a:r>
              <a:rPr lang="ko-KR" altLang="ko-KR" dirty="0"/>
              <a:t> </a:t>
            </a:r>
            <a:r>
              <a:rPr lang="ko-KR" altLang="ko-KR" dirty="0" err="1"/>
              <a:t>training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8A07A28-08E4-F11E-8C83-21D93BC0B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913" y="118633"/>
            <a:ext cx="11404650" cy="753795"/>
          </a:xfrm>
        </p:spPr>
        <p:txBody>
          <a:bodyPr/>
          <a:lstStyle/>
          <a:p>
            <a:r>
              <a:rPr lang="en-US" altLang="ko-KR" dirty="0"/>
              <a:t>LSSL</a:t>
            </a:r>
            <a:r>
              <a:rPr lang="en-US" altLang="ko-KR" baseline="30000" dirty="0"/>
              <a:t> [Gu et al.’21]</a:t>
            </a:r>
            <a:endParaRPr lang="ko-KR" altLang="en-US" baseline="30000" dirty="0"/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500C71F8-C0FE-0DBE-41D8-3295E18C90C2}"/>
              </a:ext>
            </a:extLst>
          </p:cNvPr>
          <p:cNvGrpSpPr/>
          <p:nvPr/>
        </p:nvGrpSpPr>
        <p:grpSpPr>
          <a:xfrm>
            <a:off x="782444" y="2990578"/>
            <a:ext cx="3738197" cy="2632525"/>
            <a:chOff x="79407" y="7369178"/>
            <a:chExt cx="3738197" cy="2632525"/>
          </a:xfrm>
        </p:grpSpPr>
        <p:cxnSp>
          <p:nvCxnSpPr>
            <p:cNvPr id="30" name="Google Shape;381;p22">
              <a:extLst>
                <a:ext uri="{FF2B5EF4-FFF2-40B4-BE49-F238E27FC236}">
                  <a16:creationId xmlns:a16="http://schemas.microsoft.com/office/drawing/2014/main" id="{2F4348B7-CE6B-CB27-2FDC-ADD51BB5F62F}"/>
                </a:ext>
              </a:extLst>
            </p:cNvPr>
            <p:cNvCxnSpPr>
              <a:cxnSpLocks/>
            </p:cNvCxnSpPr>
            <p:nvPr/>
          </p:nvCxnSpPr>
          <p:spPr>
            <a:xfrm>
              <a:off x="538151" y="8695654"/>
              <a:ext cx="475804" cy="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1" name="Google Shape;381;p22">
              <a:extLst>
                <a:ext uri="{FF2B5EF4-FFF2-40B4-BE49-F238E27FC236}">
                  <a16:creationId xmlns:a16="http://schemas.microsoft.com/office/drawing/2014/main" id="{09B383E7-15D5-821D-FA8B-290A29EDFD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8779" y="7730846"/>
              <a:ext cx="0" cy="576091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2" name="Google Shape;381;p22">
              <a:extLst>
                <a:ext uri="{FF2B5EF4-FFF2-40B4-BE49-F238E27FC236}">
                  <a16:creationId xmlns:a16="http://schemas.microsoft.com/office/drawing/2014/main" id="{539AB154-1AAD-4F10-8C2D-245A32C920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7398" y="9084371"/>
              <a:ext cx="1381" cy="576093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Google Shape;380;p22">
                  <a:extLst>
                    <a:ext uri="{FF2B5EF4-FFF2-40B4-BE49-F238E27FC236}">
                      <a16:creationId xmlns:a16="http://schemas.microsoft.com/office/drawing/2014/main" id="{31D7CEC4-C14B-8D93-129B-7C687375E7A2}"/>
                    </a:ext>
                  </a:extLst>
                </p:cNvPr>
                <p:cNvSpPr/>
                <p:nvPr/>
              </p:nvSpPr>
              <p:spPr>
                <a:xfrm>
                  <a:off x="160186" y="9721907"/>
                  <a:ext cx="294423" cy="279796"/>
                </a:xfrm>
                <a:prstGeom prst="rect">
                  <a:avLst/>
                </a:prstGeom>
                <a:noFill/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algn="ctr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>
                        <m:r>
                          <a:rPr lang="en-US" altLang="ko-KR" kern="0" dirty="0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 </m:t>
                        </m:r>
                        <m:sSub>
                          <m:sSubPr>
                            <m:ctrlPr>
                              <a:rPr lang="en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en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dirty="0">
                    <a:latin typeface="Avenir Book" panose="02000503020000020003" pitchFamily="2" charset="0"/>
                  </a:endParaRPr>
                </a:p>
              </p:txBody>
            </p:sp>
          </mc:Choice>
          <mc:Fallback xmlns="">
            <p:sp>
              <p:nvSpPr>
                <p:cNvPr id="36" name="Google Shape;380;p22">
                  <a:extLst>
                    <a:ext uri="{FF2B5EF4-FFF2-40B4-BE49-F238E27FC236}">
                      <a16:creationId xmlns:a16="http://schemas.microsoft.com/office/drawing/2014/main" id="{31D7CEC4-C14B-8D93-129B-7C687375E7A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0186" y="9721907"/>
                  <a:ext cx="294423" cy="279796"/>
                </a:xfrm>
                <a:prstGeom prst="rect">
                  <a:avLst/>
                </a:prstGeom>
                <a:blipFill>
                  <a:blip r:embed="rId3"/>
                  <a:stretch>
                    <a:fillRect l="-45833" t="-8696" b="-34783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Google Shape;380;p22">
                  <a:extLst>
                    <a:ext uri="{FF2B5EF4-FFF2-40B4-BE49-F238E27FC236}">
                      <a16:creationId xmlns:a16="http://schemas.microsoft.com/office/drawing/2014/main" id="{7FF1ECD0-2121-23F8-D79A-705E24AAFB11}"/>
                    </a:ext>
                  </a:extLst>
                </p:cNvPr>
                <p:cNvSpPr/>
                <p:nvPr/>
              </p:nvSpPr>
              <p:spPr>
                <a:xfrm>
                  <a:off x="159727" y="7369178"/>
                  <a:ext cx="294423" cy="279796"/>
                </a:xfrm>
                <a:prstGeom prst="rect">
                  <a:avLst/>
                </a:prstGeom>
                <a:noFill/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algn="ctr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>
                        <m:r>
                          <a:rPr lang="en-US" altLang="ko-KR" kern="0" dirty="0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 </m:t>
                        </m:r>
                        <m:sSub>
                          <m:sSubPr>
                            <m:ctrlP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𝑦</m:t>
                            </m:r>
                          </m:e>
                          <m:sub>
                            <m:r>
                              <a:rPr lang="en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dirty="0">
                    <a:latin typeface="Avenir Book" panose="02000503020000020003" pitchFamily="2" charset="0"/>
                  </a:endParaRPr>
                </a:p>
              </p:txBody>
            </p:sp>
          </mc:Choice>
          <mc:Fallback xmlns="">
            <p:sp>
              <p:nvSpPr>
                <p:cNvPr id="37" name="Google Shape;380;p22">
                  <a:extLst>
                    <a:ext uri="{FF2B5EF4-FFF2-40B4-BE49-F238E27FC236}">
                      <a16:creationId xmlns:a16="http://schemas.microsoft.com/office/drawing/2014/main" id="{7FF1ECD0-2121-23F8-D79A-705E24AAFB1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9727" y="7369178"/>
                  <a:ext cx="294423" cy="279796"/>
                </a:xfrm>
                <a:prstGeom prst="rect">
                  <a:avLst/>
                </a:prstGeom>
                <a:blipFill>
                  <a:blip r:embed="rId4"/>
                  <a:stretch>
                    <a:fillRect l="-45833" t="-13043" b="-30435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Google Shape;380;p22">
              <a:extLst>
                <a:ext uri="{FF2B5EF4-FFF2-40B4-BE49-F238E27FC236}">
                  <a16:creationId xmlns:a16="http://schemas.microsoft.com/office/drawing/2014/main" id="{4A4B2BB9-DF2C-5E9D-C804-4985D300B5FA}"/>
                </a:ext>
              </a:extLst>
            </p:cNvPr>
            <p:cNvSpPr/>
            <p:nvPr/>
          </p:nvSpPr>
          <p:spPr>
            <a:xfrm>
              <a:off x="79407" y="8306849"/>
              <a:ext cx="457200" cy="777600"/>
            </a:xfrm>
            <a:prstGeom prst="roundRect">
              <a:avLst>
                <a:gd name="adj" fmla="val 16667"/>
              </a:avLst>
            </a:prstGeom>
            <a:solidFill>
              <a:schemeClr val="accent2">
                <a:lumMod val="20000"/>
                <a:lumOff val="80000"/>
                <a:alpha val="10000"/>
              </a:schemeClr>
            </a:solidFill>
            <a:ln w="19050" cap="flat" cmpd="sng">
              <a:solidFill>
                <a:srgbClr val="FF911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endParaRPr dirty="0">
                <a:latin typeface="Avenir Book" panose="02000503020000020003" pitchFamily="2" charset="0"/>
              </a:endParaRPr>
            </a:p>
          </p:txBody>
        </p:sp>
        <p:cxnSp>
          <p:nvCxnSpPr>
            <p:cNvPr id="41" name="Google Shape;381;p22">
              <a:extLst>
                <a:ext uri="{FF2B5EF4-FFF2-40B4-BE49-F238E27FC236}">
                  <a16:creationId xmlns:a16="http://schemas.microsoft.com/office/drawing/2014/main" id="{432DDD46-55AD-3766-F171-F713F3ADF8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2699" y="8695650"/>
              <a:ext cx="475805" cy="4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2" name="Google Shape;381;p22">
              <a:extLst>
                <a:ext uri="{FF2B5EF4-FFF2-40B4-BE49-F238E27FC236}">
                  <a16:creationId xmlns:a16="http://schemas.microsoft.com/office/drawing/2014/main" id="{10202E9E-E0CC-80EE-E6EE-CE96DFECFBF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43326" y="7730845"/>
              <a:ext cx="1" cy="576092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3" name="Google Shape;381;p22">
              <a:extLst>
                <a:ext uri="{FF2B5EF4-FFF2-40B4-BE49-F238E27FC236}">
                  <a16:creationId xmlns:a16="http://schemas.microsoft.com/office/drawing/2014/main" id="{EC2EF8FA-ABB1-4540-C9E6-8EDA676C52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43327" y="9084371"/>
              <a:ext cx="0" cy="576093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Google Shape;380;p22">
                  <a:extLst>
                    <a:ext uri="{FF2B5EF4-FFF2-40B4-BE49-F238E27FC236}">
                      <a16:creationId xmlns:a16="http://schemas.microsoft.com/office/drawing/2014/main" id="{AAB9DA90-A11C-93A8-E1C0-E6BBA1CBBA33}"/>
                    </a:ext>
                  </a:extLst>
                </p:cNvPr>
                <p:cNvSpPr/>
                <p:nvPr/>
              </p:nvSpPr>
              <p:spPr>
                <a:xfrm>
                  <a:off x="1094888" y="9721907"/>
                  <a:ext cx="294423" cy="279796"/>
                </a:xfrm>
                <a:prstGeom prst="rect">
                  <a:avLst/>
                </a:prstGeom>
                <a:noFill/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algn="ctr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>
                        <m:r>
                          <a:rPr lang="en-US" altLang="ko-KR" kern="0" dirty="0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 </m:t>
                        </m:r>
                        <m:sSub>
                          <m:sSubPr>
                            <m:ctrlPr>
                              <a:rPr lang="en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dirty="0">
                    <a:latin typeface="Avenir Book" panose="02000503020000020003" pitchFamily="2" charset="0"/>
                  </a:endParaRPr>
                </a:p>
              </p:txBody>
            </p:sp>
          </mc:Choice>
          <mc:Fallback xmlns="">
            <p:sp>
              <p:nvSpPr>
                <p:cNvPr id="49" name="Google Shape;380;p22">
                  <a:extLst>
                    <a:ext uri="{FF2B5EF4-FFF2-40B4-BE49-F238E27FC236}">
                      <a16:creationId xmlns:a16="http://schemas.microsoft.com/office/drawing/2014/main" id="{AAB9DA90-A11C-93A8-E1C0-E6BBA1CBBA3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4888" y="9721907"/>
                  <a:ext cx="294423" cy="279796"/>
                </a:xfrm>
                <a:prstGeom prst="rect">
                  <a:avLst/>
                </a:prstGeom>
                <a:blipFill>
                  <a:blip r:embed="rId5"/>
                  <a:stretch>
                    <a:fillRect l="-45833" t="-8696" r="-4167" b="-34783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Google Shape;380;p22">
                  <a:extLst>
                    <a:ext uri="{FF2B5EF4-FFF2-40B4-BE49-F238E27FC236}">
                      <a16:creationId xmlns:a16="http://schemas.microsoft.com/office/drawing/2014/main" id="{F1012C9E-357E-7AE6-82F8-6A1F14AC10BB}"/>
                    </a:ext>
                  </a:extLst>
                </p:cNvPr>
                <p:cNvSpPr/>
                <p:nvPr/>
              </p:nvSpPr>
              <p:spPr>
                <a:xfrm>
                  <a:off x="1094429" y="7369178"/>
                  <a:ext cx="294423" cy="279796"/>
                </a:xfrm>
                <a:prstGeom prst="rect">
                  <a:avLst/>
                </a:prstGeom>
                <a:noFill/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algn="ctr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>
                        <m:r>
                          <a:rPr lang="en-US" altLang="ko-KR" kern="0" dirty="0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 </m:t>
                        </m:r>
                        <m:sSub>
                          <m:sSubPr>
                            <m:ctrlP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dirty="0">
                    <a:latin typeface="Avenir Book" panose="02000503020000020003" pitchFamily="2" charset="0"/>
                  </a:endParaRPr>
                </a:p>
              </p:txBody>
            </p:sp>
          </mc:Choice>
          <mc:Fallback xmlns="">
            <p:sp>
              <p:nvSpPr>
                <p:cNvPr id="50" name="Google Shape;380;p22">
                  <a:extLst>
                    <a:ext uri="{FF2B5EF4-FFF2-40B4-BE49-F238E27FC236}">
                      <a16:creationId xmlns:a16="http://schemas.microsoft.com/office/drawing/2014/main" id="{F1012C9E-357E-7AE6-82F8-6A1F14AC10B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4429" y="7369178"/>
                  <a:ext cx="294423" cy="279796"/>
                </a:xfrm>
                <a:prstGeom prst="rect">
                  <a:avLst/>
                </a:prstGeom>
                <a:blipFill>
                  <a:blip r:embed="rId6"/>
                  <a:stretch>
                    <a:fillRect l="-45833" t="-13043" r="-4167" b="-30435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" name="Google Shape;380;p22">
              <a:extLst>
                <a:ext uri="{FF2B5EF4-FFF2-40B4-BE49-F238E27FC236}">
                  <a16:creationId xmlns:a16="http://schemas.microsoft.com/office/drawing/2014/main" id="{2DB9DD30-7313-B6C6-3234-943EA0D2A7FE}"/>
                </a:ext>
              </a:extLst>
            </p:cNvPr>
            <p:cNvSpPr/>
            <p:nvPr/>
          </p:nvSpPr>
          <p:spPr>
            <a:xfrm>
              <a:off x="1013955" y="8306849"/>
              <a:ext cx="457200" cy="777600"/>
            </a:xfrm>
            <a:prstGeom prst="roundRect">
              <a:avLst>
                <a:gd name="adj" fmla="val 16667"/>
              </a:avLst>
            </a:prstGeom>
            <a:solidFill>
              <a:srgbClr val="FFDDB3">
                <a:alpha val="30000"/>
              </a:srgbClr>
            </a:solidFill>
            <a:ln w="19050" cap="flat" cmpd="sng">
              <a:solidFill>
                <a:srgbClr val="FF911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endParaRPr dirty="0">
                <a:latin typeface="Avenir Book" panose="02000503020000020003" pitchFamily="2" charset="0"/>
              </a:endParaRPr>
            </a:p>
          </p:txBody>
        </p:sp>
        <p:cxnSp>
          <p:nvCxnSpPr>
            <p:cNvPr id="62" name="Google Shape;381;p22">
              <a:extLst>
                <a:ext uri="{FF2B5EF4-FFF2-40B4-BE49-F238E27FC236}">
                  <a16:creationId xmlns:a16="http://schemas.microsoft.com/office/drawing/2014/main" id="{A4A08D83-F673-CDE8-C326-D3F4DBFC43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07248" y="8695649"/>
              <a:ext cx="475806" cy="1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3" name="Google Shape;381;p22">
              <a:extLst>
                <a:ext uri="{FF2B5EF4-FFF2-40B4-BE49-F238E27FC236}">
                  <a16:creationId xmlns:a16="http://schemas.microsoft.com/office/drawing/2014/main" id="{56A62879-1F5D-39DE-8315-45C600A353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77876" y="7730840"/>
              <a:ext cx="0" cy="576093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4" name="Google Shape;381;p22">
              <a:extLst>
                <a:ext uri="{FF2B5EF4-FFF2-40B4-BE49-F238E27FC236}">
                  <a16:creationId xmlns:a16="http://schemas.microsoft.com/office/drawing/2014/main" id="{F56579A1-E84F-3AB9-F277-8FA403B734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77876" y="9084367"/>
              <a:ext cx="0" cy="576092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Google Shape;380;p22">
                  <a:extLst>
                    <a:ext uri="{FF2B5EF4-FFF2-40B4-BE49-F238E27FC236}">
                      <a16:creationId xmlns:a16="http://schemas.microsoft.com/office/drawing/2014/main" id="{4C30E9DC-7DCA-693D-86EB-70EDF8010F53}"/>
                    </a:ext>
                  </a:extLst>
                </p:cNvPr>
                <p:cNvSpPr/>
                <p:nvPr/>
              </p:nvSpPr>
              <p:spPr>
                <a:xfrm>
                  <a:off x="2029590" y="9721907"/>
                  <a:ext cx="294423" cy="279796"/>
                </a:xfrm>
                <a:prstGeom prst="rect">
                  <a:avLst/>
                </a:prstGeom>
                <a:noFill/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algn="ctr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>
                        <m:r>
                          <a:rPr lang="en-US" altLang="ko-KR" kern="0" dirty="0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 </m:t>
                        </m:r>
                        <m:sSub>
                          <m:sSubPr>
                            <m:ctrlPr>
                              <a:rPr lang="en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dirty="0">
                    <a:latin typeface="Avenir Book" panose="02000503020000020003" pitchFamily="2" charset="0"/>
                  </a:endParaRPr>
                </a:p>
              </p:txBody>
            </p:sp>
          </mc:Choice>
          <mc:Fallback xmlns="">
            <p:sp>
              <p:nvSpPr>
                <p:cNvPr id="68" name="Google Shape;380;p22">
                  <a:extLst>
                    <a:ext uri="{FF2B5EF4-FFF2-40B4-BE49-F238E27FC236}">
                      <a16:creationId xmlns:a16="http://schemas.microsoft.com/office/drawing/2014/main" id="{4C30E9DC-7DCA-693D-86EB-70EDF8010F5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9590" y="9721907"/>
                  <a:ext cx="294423" cy="279796"/>
                </a:xfrm>
                <a:prstGeom prst="rect">
                  <a:avLst/>
                </a:prstGeom>
                <a:blipFill>
                  <a:blip r:embed="rId7"/>
                  <a:stretch>
                    <a:fillRect l="-45833" t="-8696" b="-34783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Google Shape;380;p22">
                  <a:extLst>
                    <a:ext uri="{FF2B5EF4-FFF2-40B4-BE49-F238E27FC236}">
                      <a16:creationId xmlns:a16="http://schemas.microsoft.com/office/drawing/2014/main" id="{6947A763-3579-6F7E-05D2-95B086AF0809}"/>
                    </a:ext>
                  </a:extLst>
                </p:cNvPr>
                <p:cNvSpPr/>
                <p:nvPr/>
              </p:nvSpPr>
              <p:spPr>
                <a:xfrm>
                  <a:off x="2029131" y="7369178"/>
                  <a:ext cx="294423" cy="279796"/>
                </a:xfrm>
                <a:prstGeom prst="rect">
                  <a:avLst/>
                </a:prstGeom>
                <a:noFill/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algn="ctr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>
                        <m:r>
                          <a:rPr lang="en-US" altLang="ko-KR" kern="0" dirty="0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 </m:t>
                        </m:r>
                        <m:sSub>
                          <m:sSubPr>
                            <m:ctrlP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dirty="0">
                    <a:latin typeface="Avenir Book" panose="02000503020000020003" pitchFamily="2" charset="0"/>
                  </a:endParaRPr>
                </a:p>
              </p:txBody>
            </p:sp>
          </mc:Choice>
          <mc:Fallback xmlns="">
            <p:sp>
              <p:nvSpPr>
                <p:cNvPr id="69" name="Google Shape;380;p22">
                  <a:extLst>
                    <a:ext uri="{FF2B5EF4-FFF2-40B4-BE49-F238E27FC236}">
                      <a16:creationId xmlns:a16="http://schemas.microsoft.com/office/drawing/2014/main" id="{6947A763-3579-6F7E-05D2-95B086AF080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9131" y="7369178"/>
                  <a:ext cx="294423" cy="279796"/>
                </a:xfrm>
                <a:prstGeom prst="rect">
                  <a:avLst/>
                </a:prstGeom>
                <a:blipFill>
                  <a:blip r:embed="rId8"/>
                  <a:stretch>
                    <a:fillRect l="-45833" t="-13043" b="-30435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0" name="Google Shape;380;p22">
              <a:extLst>
                <a:ext uri="{FF2B5EF4-FFF2-40B4-BE49-F238E27FC236}">
                  <a16:creationId xmlns:a16="http://schemas.microsoft.com/office/drawing/2014/main" id="{892E5483-721B-2D60-A147-09B15248C34E}"/>
                </a:ext>
              </a:extLst>
            </p:cNvPr>
            <p:cNvSpPr/>
            <p:nvPr/>
          </p:nvSpPr>
          <p:spPr>
            <a:xfrm>
              <a:off x="1948504" y="8306845"/>
              <a:ext cx="457200" cy="777600"/>
            </a:xfrm>
            <a:prstGeom prst="roundRect">
              <a:avLst>
                <a:gd name="adj" fmla="val 16667"/>
              </a:avLst>
            </a:prstGeom>
            <a:solidFill>
              <a:srgbClr val="FFDDB3">
                <a:alpha val="50000"/>
              </a:srgbClr>
            </a:solidFill>
            <a:ln w="19050" cap="flat" cmpd="sng">
              <a:solidFill>
                <a:srgbClr val="FF911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endParaRPr dirty="0">
                <a:latin typeface="Avenir Book" panose="02000503020000020003" pitchFamily="2" charset="0"/>
              </a:endParaRPr>
            </a:p>
          </p:txBody>
        </p:sp>
        <p:cxnSp>
          <p:nvCxnSpPr>
            <p:cNvPr id="72" name="Google Shape;381;p22">
              <a:extLst>
                <a:ext uri="{FF2B5EF4-FFF2-40B4-BE49-F238E27FC236}">
                  <a16:creationId xmlns:a16="http://schemas.microsoft.com/office/drawing/2014/main" id="{15D823DB-E185-A622-B6BE-8FD1AC5ED2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12426" y="7730845"/>
              <a:ext cx="0" cy="576087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3" name="Google Shape;381;p22">
              <a:extLst>
                <a:ext uri="{FF2B5EF4-FFF2-40B4-BE49-F238E27FC236}">
                  <a16:creationId xmlns:a16="http://schemas.microsoft.com/office/drawing/2014/main" id="{9823EA56-A00C-ACF8-D207-D3AF950D34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11045" y="9084366"/>
              <a:ext cx="1381" cy="576089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Google Shape;380;p22">
                  <a:extLst>
                    <a:ext uri="{FF2B5EF4-FFF2-40B4-BE49-F238E27FC236}">
                      <a16:creationId xmlns:a16="http://schemas.microsoft.com/office/drawing/2014/main" id="{7BE1F6A1-103E-ECA7-6DA0-DF1D00871617}"/>
                    </a:ext>
                  </a:extLst>
                </p:cNvPr>
                <p:cNvSpPr/>
                <p:nvPr/>
              </p:nvSpPr>
              <p:spPr>
                <a:xfrm>
                  <a:off x="2964292" y="9721907"/>
                  <a:ext cx="294423" cy="279796"/>
                </a:xfrm>
                <a:prstGeom prst="rect">
                  <a:avLst/>
                </a:prstGeom>
                <a:noFill/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algn="ctr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>
                        <m:r>
                          <a:rPr lang="en-US" altLang="ko-KR" kern="0" dirty="0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 </m:t>
                        </m:r>
                        <m:sSub>
                          <m:sSubPr>
                            <m:ctrlPr>
                              <a:rPr lang="en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dirty="0">
                    <a:latin typeface="Avenir Book" panose="02000503020000020003" pitchFamily="2" charset="0"/>
                  </a:endParaRPr>
                </a:p>
              </p:txBody>
            </p:sp>
          </mc:Choice>
          <mc:Fallback xmlns="">
            <p:sp>
              <p:nvSpPr>
                <p:cNvPr id="77" name="Google Shape;380;p22">
                  <a:extLst>
                    <a:ext uri="{FF2B5EF4-FFF2-40B4-BE49-F238E27FC236}">
                      <a16:creationId xmlns:a16="http://schemas.microsoft.com/office/drawing/2014/main" id="{7BE1F6A1-103E-ECA7-6DA0-DF1D0087161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4292" y="9721907"/>
                  <a:ext cx="294423" cy="279796"/>
                </a:xfrm>
                <a:prstGeom prst="rect">
                  <a:avLst/>
                </a:prstGeom>
                <a:blipFill>
                  <a:blip r:embed="rId9"/>
                  <a:stretch>
                    <a:fillRect l="-45833" t="-8696" r="-4167" b="-34783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Google Shape;380;p22">
                  <a:extLst>
                    <a:ext uri="{FF2B5EF4-FFF2-40B4-BE49-F238E27FC236}">
                      <a16:creationId xmlns:a16="http://schemas.microsoft.com/office/drawing/2014/main" id="{076D31BF-7E62-4146-2FA8-11523E577340}"/>
                    </a:ext>
                  </a:extLst>
                </p:cNvPr>
                <p:cNvSpPr/>
                <p:nvPr/>
              </p:nvSpPr>
              <p:spPr>
                <a:xfrm>
                  <a:off x="2963833" y="7369178"/>
                  <a:ext cx="294423" cy="279796"/>
                </a:xfrm>
                <a:prstGeom prst="rect">
                  <a:avLst/>
                </a:prstGeom>
                <a:noFill/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algn="ctr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>
                        <m:r>
                          <a:rPr lang="en-US" altLang="ko-KR" kern="0" dirty="0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 </m:t>
                        </m:r>
                        <m:sSub>
                          <m:sSubPr>
                            <m:ctrlP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dirty="0">
                    <a:latin typeface="Avenir Book" panose="02000503020000020003" pitchFamily="2" charset="0"/>
                  </a:endParaRPr>
                </a:p>
              </p:txBody>
            </p:sp>
          </mc:Choice>
          <mc:Fallback xmlns="">
            <p:sp>
              <p:nvSpPr>
                <p:cNvPr id="78" name="Google Shape;380;p22">
                  <a:extLst>
                    <a:ext uri="{FF2B5EF4-FFF2-40B4-BE49-F238E27FC236}">
                      <a16:creationId xmlns:a16="http://schemas.microsoft.com/office/drawing/2014/main" id="{076D31BF-7E62-4146-2FA8-11523E57734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3833" y="7369178"/>
                  <a:ext cx="294423" cy="279796"/>
                </a:xfrm>
                <a:prstGeom prst="rect">
                  <a:avLst/>
                </a:prstGeom>
                <a:blipFill>
                  <a:blip r:embed="rId10"/>
                  <a:stretch>
                    <a:fillRect l="-45833" t="-13043" b="-30435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9" name="Google Shape;381;p22">
              <a:extLst>
                <a:ext uri="{FF2B5EF4-FFF2-40B4-BE49-F238E27FC236}">
                  <a16:creationId xmlns:a16="http://schemas.microsoft.com/office/drawing/2014/main" id="{E1B45389-C6F8-DB8C-FE2B-B8CC2D852D05}"/>
                </a:ext>
              </a:extLst>
            </p:cNvPr>
            <p:cNvCxnSpPr>
              <a:cxnSpLocks/>
            </p:cNvCxnSpPr>
            <p:nvPr/>
          </p:nvCxnSpPr>
          <p:spPr>
            <a:xfrm>
              <a:off x="3341798" y="8695649"/>
              <a:ext cx="475806" cy="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80" name="Google Shape;380;p22">
              <a:extLst>
                <a:ext uri="{FF2B5EF4-FFF2-40B4-BE49-F238E27FC236}">
                  <a16:creationId xmlns:a16="http://schemas.microsoft.com/office/drawing/2014/main" id="{102E235A-7339-9F1D-B998-BD0F70F75F60}"/>
                </a:ext>
              </a:extLst>
            </p:cNvPr>
            <p:cNvSpPr/>
            <p:nvPr/>
          </p:nvSpPr>
          <p:spPr>
            <a:xfrm>
              <a:off x="2883054" y="8306844"/>
              <a:ext cx="457200" cy="777600"/>
            </a:xfrm>
            <a:prstGeom prst="roundRect">
              <a:avLst>
                <a:gd name="adj" fmla="val 16667"/>
              </a:avLst>
            </a:prstGeom>
            <a:solidFill>
              <a:srgbClr val="FFDDB3">
                <a:alpha val="60000"/>
              </a:srgbClr>
            </a:solidFill>
            <a:ln w="19050" cap="flat" cmpd="sng">
              <a:solidFill>
                <a:srgbClr val="FF911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endParaRPr dirty="0">
                <a:latin typeface="Avenir Book" panose="02000503020000020003" pitchFamily="2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F4FACA4-04F4-C702-E34E-3841B16FAA60}"/>
              </a:ext>
            </a:extLst>
          </p:cNvPr>
          <p:cNvSpPr txBox="1"/>
          <p:nvPr/>
        </p:nvSpPr>
        <p:spPr>
          <a:xfrm>
            <a:off x="7795967" y="226214"/>
            <a:ext cx="4145083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kumimoji="1" lang="en-US" altLang="ko-K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NanumSquareOTF ExtraBold" panose="020B0600000101010101" pitchFamily="34" charset="-127"/>
                <a:cs typeface="Pretendard ExtraBold" panose="02000503000000020004" pitchFamily="2" charset="-127"/>
              </a:rPr>
              <a:t>3. SSMs Before Mamba</a:t>
            </a:r>
          </a:p>
        </p:txBody>
      </p:sp>
      <p:graphicFrame>
        <p:nvGraphicFramePr>
          <p:cNvPr id="12" name="내용 개체 틀 5">
            <a:extLst>
              <a:ext uri="{FF2B5EF4-FFF2-40B4-BE49-F238E27FC236}">
                <a16:creationId xmlns:a16="http://schemas.microsoft.com/office/drawing/2014/main" id="{D356FC86-F29C-741B-E7BB-330C3717A0CC}"/>
              </a:ext>
            </a:extLst>
          </p:cNvPr>
          <p:cNvGraphicFramePr>
            <a:graphicFrameLocks/>
          </p:cNvGraphicFramePr>
          <p:nvPr/>
        </p:nvGraphicFramePr>
        <p:xfrm>
          <a:off x="379413" y="1150939"/>
          <a:ext cx="11441112" cy="5971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1" r:lo="rId12" r:qs="rId13" r:cs="rId14"/>
          </a:graphicData>
        </a:graphic>
      </p:graphicFrame>
      <p:grpSp>
        <p:nvGrpSpPr>
          <p:cNvPr id="7" name="그룹 6">
            <a:extLst>
              <a:ext uri="{FF2B5EF4-FFF2-40B4-BE49-F238E27FC236}">
                <a16:creationId xmlns:a16="http://schemas.microsoft.com/office/drawing/2014/main" id="{DDDA0B5B-B68E-39FF-2E34-EF493D050E06}"/>
              </a:ext>
            </a:extLst>
          </p:cNvPr>
          <p:cNvGrpSpPr/>
          <p:nvPr/>
        </p:nvGrpSpPr>
        <p:grpSpPr>
          <a:xfrm>
            <a:off x="5027253" y="2855869"/>
            <a:ext cx="1262526" cy="309117"/>
            <a:chOff x="5059911" y="2855869"/>
            <a:chExt cx="1262526" cy="30911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Google Shape;380;p22">
                  <a:extLst>
                    <a:ext uri="{FF2B5EF4-FFF2-40B4-BE49-F238E27FC236}">
                      <a16:creationId xmlns:a16="http://schemas.microsoft.com/office/drawing/2014/main" id="{FD234795-8841-EF3D-C8E6-1C1CFFA3063F}"/>
                    </a:ext>
                  </a:extLst>
                </p:cNvPr>
                <p:cNvSpPr/>
                <p:nvPr/>
              </p:nvSpPr>
              <p:spPr>
                <a:xfrm>
                  <a:off x="5059911" y="2855869"/>
                  <a:ext cx="852906" cy="279796"/>
                </a:xfrm>
                <a:prstGeom prst="rect">
                  <a:avLst/>
                </a:prstGeom>
                <a:noFill/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</a:pPr>
                  <a:r>
                    <a:rPr lang="en" altLang="ko-KR" kern="0" dirty="0">
                      <a:solidFill>
                        <a:schemeClr val="bg2">
                          <a:lumMod val="25000"/>
                        </a:schemeClr>
                      </a:solidFill>
                      <a:latin typeface="Avenir Book" panose="02000503020000020003" pitchFamily="2" charset="0"/>
                      <a:cs typeface="Arial"/>
                      <a:sym typeface="Arial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kern="0" dirty="0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altLang="ko-KR" kern="0" dirty="0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𝒉</m:t>
                          </m:r>
                        </m:e>
                        <m:sub>
                          <m:r>
                            <a:rPr lang="en" altLang="ko-KR" kern="0" dirty="0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1</m:t>
                          </m:r>
                        </m:sub>
                      </m:sSub>
                      <m:r>
                        <a:rPr lang="en-US" altLang="ko-KR" kern="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cs typeface="Arial"/>
                          <a:sym typeface="Arial"/>
                        </a:rPr>
                        <m:t>=</m:t>
                      </m:r>
                    </m:oMath>
                  </a14:m>
                  <a:endParaRPr lang="en" altLang="ko-KR" kern="0" dirty="0">
                    <a:solidFill>
                      <a:schemeClr val="bg2">
                        <a:lumMod val="25000"/>
                      </a:schemeClr>
                    </a:solidFill>
                    <a:latin typeface="Avenir Book" panose="02000503020000020003" pitchFamily="2" charset="0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103" name="Google Shape;380;p22">
                  <a:extLst>
                    <a:ext uri="{FF2B5EF4-FFF2-40B4-BE49-F238E27FC236}">
                      <a16:creationId xmlns:a16="http://schemas.microsoft.com/office/drawing/2014/main" id="{FD234795-8841-EF3D-C8E6-1C1CFFA3063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59911" y="2855869"/>
                  <a:ext cx="852906" cy="279796"/>
                </a:xfrm>
                <a:prstGeom prst="rect">
                  <a:avLst/>
                </a:prstGeom>
                <a:blipFill>
                  <a:blip r:embed="rId16"/>
                  <a:stretch>
                    <a:fillRect l="-2941" b="-13043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Google Shape;380;p22">
                  <a:extLst>
                    <a:ext uri="{FF2B5EF4-FFF2-40B4-BE49-F238E27FC236}">
                      <a16:creationId xmlns:a16="http://schemas.microsoft.com/office/drawing/2014/main" id="{478BB767-BC25-5D0E-DD85-28A087279201}"/>
                    </a:ext>
                  </a:extLst>
                </p:cNvPr>
                <p:cNvSpPr/>
                <p:nvPr/>
              </p:nvSpPr>
              <p:spPr>
                <a:xfrm>
                  <a:off x="5696852" y="2885190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accent6">
                    <a:lumMod val="75000"/>
                  </a:schemeClr>
                </a:solid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36000" tIns="0" rIns="0" bIns="0" anchor="ctr" anchorCtr="0">
                  <a:noAutofit/>
                </a:bodyPr>
                <a:lstStyle/>
                <a:p>
                  <a:pPr algn="ctr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>
                        <m:r>
                          <a:rPr lang="en-US" altLang="ko-KR" b="0" i="1" kern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 </m:t>
                        </m:r>
                        <m:bar>
                          <m:barPr>
                            <m:pos m:val="top"/>
                            <m:ctrlPr>
                              <a:rPr lang="en-US" altLang="ko-KR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barPr>
                          <m:e>
                            <m:r>
                              <a:rPr lang="en-US" altLang="ko-KR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𝐵</m:t>
                            </m:r>
                          </m:e>
                        </m:bar>
                      </m:oMath>
                    </m:oMathPara>
                  </a14:m>
                  <a:endParaRPr lang="en-US" altLang="ko-KR" kern="0" dirty="0">
                    <a:solidFill>
                      <a:schemeClr val="bg1"/>
                    </a:solidFill>
                    <a:latin typeface="Avenir Book" panose="02000503020000020003" pitchFamily="2" charset="0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105" name="Google Shape;380;p22">
                  <a:extLst>
                    <a:ext uri="{FF2B5EF4-FFF2-40B4-BE49-F238E27FC236}">
                      <a16:creationId xmlns:a16="http://schemas.microsoft.com/office/drawing/2014/main" id="{478BB767-BC25-5D0E-DD85-28A08727920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96852" y="2885190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blipFill>
                  <a:blip r:embed="rId17"/>
                  <a:stretch>
                    <a:fillRect l="-25000" t="-4348" r="-8333" b="-39130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Google Shape;380;p22">
                  <a:extLst>
                    <a:ext uri="{FF2B5EF4-FFF2-40B4-BE49-F238E27FC236}">
                      <a16:creationId xmlns:a16="http://schemas.microsoft.com/office/drawing/2014/main" id="{AFC8E398-B061-DC62-C4ED-8A9A3FCC0C95}"/>
                    </a:ext>
                  </a:extLst>
                </p:cNvPr>
                <p:cNvSpPr/>
                <p:nvPr/>
              </p:nvSpPr>
              <p:spPr>
                <a:xfrm>
                  <a:off x="5991275" y="2885190"/>
                  <a:ext cx="331162" cy="279796"/>
                </a:xfrm>
                <a:prstGeom prst="rect">
                  <a:avLst/>
                </a:prstGeom>
                <a:noFill/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</a:pPr>
                  <a:r>
                    <a:rPr lang="en" altLang="ko-KR" kern="0" dirty="0">
                      <a:solidFill>
                        <a:schemeClr val="bg2">
                          <a:lumMod val="25000"/>
                        </a:schemeClr>
                      </a:solidFill>
                      <a:latin typeface="Avenir Book" panose="02000503020000020003" pitchFamily="2" charset="0"/>
                      <a:cs typeface="Arial"/>
                      <a:sym typeface="Arial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" altLang="ko-KR" kern="0" dirty="0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</m:ctrlPr>
                        </m:sSubPr>
                        <m:e>
                          <m:r>
                            <a:rPr lang="en" altLang="ko-KR" kern="0" dirty="0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𝑥</m:t>
                          </m:r>
                        </m:e>
                        <m:sub>
                          <m:r>
                            <a:rPr lang="en" altLang="ko-KR" kern="0" dirty="0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1</m:t>
                          </m:r>
                        </m:sub>
                      </m:sSub>
                    </m:oMath>
                  </a14:m>
                  <a:endParaRPr lang="en" altLang="ko-KR" kern="0" dirty="0">
                    <a:solidFill>
                      <a:schemeClr val="bg2">
                        <a:lumMod val="25000"/>
                      </a:schemeClr>
                    </a:solidFill>
                    <a:latin typeface="Avenir Book" panose="02000503020000020003" pitchFamily="2" charset="0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106" name="Google Shape;380;p22">
                  <a:extLst>
                    <a:ext uri="{FF2B5EF4-FFF2-40B4-BE49-F238E27FC236}">
                      <a16:creationId xmlns:a16="http://schemas.microsoft.com/office/drawing/2014/main" id="{AFC8E398-B061-DC62-C4ED-8A9A3FCC0C9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91275" y="2885190"/>
                  <a:ext cx="331162" cy="279796"/>
                </a:xfrm>
                <a:prstGeom prst="rect">
                  <a:avLst/>
                </a:prstGeom>
                <a:blipFill>
                  <a:blip r:embed="rId18"/>
                  <a:stretch>
                    <a:fillRect b="-8696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609262C0-FADD-C17A-2DD5-19E566C26266}"/>
              </a:ext>
            </a:extLst>
          </p:cNvPr>
          <p:cNvGrpSpPr/>
          <p:nvPr/>
        </p:nvGrpSpPr>
        <p:grpSpPr>
          <a:xfrm>
            <a:off x="618604" y="2985076"/>
            <a:ext cx="1101910" cy="2632525"/>
            <a:chOff x="814552" y="2985076"/>
            <a:chExt cx="1101910" cy="2632525"/>
          </a:xfrm>
        </p:grpSpPr>
        <p:cxnSp>
          <p:nvCxnSpPr>
            <p:cNvPr id="13" name="Google Shape;381;p22">
              <a:extLst>
                <a:ext uri="{FF2B5EF4-FFF2-40B4-BE49-F238E27FC236}">
                  <a16:creationId xmlns:a16="http://schemas.microsoft.com/office/drawing/2014/main" id="{EB27D589-195B-3D79-7B68-EE1B8C9D0712}"/>
                </a:ext>
              </a:extLst>
            </p:cNvPr>
            <p:cNvCxnSpPr>
              <a:cxnSpLocks/>
            </p:cNvCxnSpPr>
            <p:nvPr/>
          </p:nvCxnSpPr>
          <p:spPr>
            <a:xfrm>
              <a:off x="1440658" y="4311552"/>
              <a:ext cx="475804" cy="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6" name="Google Shape;381;p22">
              <a:extLst>
                <a:ext uri="{FF2B5EF4-FFF2-40B4-BE49-F238E27FC236}">
                  <a16:creationId xmlns:a16="http://schemas.microsoft.com/office/drawing/2014/main" id="{1AA80AFE-00CB-CAFC-BC46-7D4AB08654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11286" y="3346744"/>
              <a:ext cx="0" cy="576091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0" name="Google Shape;381;p22">
              <a:extLst>
                <a:ext uri="{FF2B5EF4-FFF2-40B4-BE49-F238E27FC236}">
                  <a16:creationId xmlns:a16="http://schemas.microsoft.com/office/drawing/2014/main" id="{8B2C893E-47CD-29D6-9809-2476FC6F04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9905" y="4700269"/>
              <a:ext cx="1381" cy="576093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Google Shape;380;p22">
                  <a:extLst>
                    <a:ext uri="{FF2B5EF4-FFF2-40B4-BE49-F238E27FC236}">
                      <a16:creationId xmlns:a16="http://schemas.microsoft.com/office/drawing/2014/main" id="{D4101610-CB28-F0E4-280B-45ABAA11AD34}"/>
                    </a:ext>
                  </a:extLst>
                </p:cNvPr>
                <p:cNvSpPr/>
                <p:nvPr/>
              </p:nvSpPr>
              <p:spPr>
                <a:xfrm>
                  <a:off x="814552" y="4875658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accent6">
                    <a:lumMod val="75000"/>
                  </a:schemeClr>
                </a:solid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36000" tIns="0" rIns="0" bIns="0" anchor="ctr" anchorCtr="0">
                  <a:noAutofit/>
                </a:bodyPr>
                <a:lstStyle/>
                <a:p>
                  <a:pPr algn="ctr" defTabSz="914400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>
                        <m:r>
                          <a:rPr lang="en-US" altLang="ko-KR" kern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 </m:t>
                        </m:r>
                        <m:bar>
                          <m:barPr>
                            <m:pos m:val="top"/>
                            <m:ctrlPr>
                              <a:rPr lang="en-US" altLang="ko-KR" b="0" i="1" kern="0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barPr>
                          <m:e>
                            <m:r>
                              <a:rPr lang="en-US" altLang="ko-KR" b="0" i="1" kern="0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𝐵</m:t>
                            </m:r>
                          </m:e>
                        </m:bar>
                      </m:oMath>
                    </m:oMathPara>
                  </a14:m>
                  <a:endParaRPr dirty="0">
                    <a:latin typeface="Avenir Book" panose="02000503020000020003" pitchFamily="2" charset="0"/>
                  </a:endParaRPr>
                </a:p>
              </p:txBody>
            </p:sp>
          </mc:Choice>
          <mc:Fallback xmlns="">
            <p:sp>
              <p:nvSpPr>
                <p:cNvPr id="46" name="Google Shape;380;p22">
                  <a:extLst>
                    <a:ext uri="{FF2B5EF4-FFF2-40B4-BE49-F238E27FC236}">
                      <a16:creationId xmlns:a16="http://schemas.microsoft.com/office/drawing/2014/main" id="{D4101610-CB28-F0E4-280B-45ABAA11AD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4552" y="4875658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blipFill>
                  <a:blip r:embed="rId19"/>
                  <a:stretch>
                    <a:fillRect l="-29167" t="-4348" r="-4167" b="-39130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Google Shape;380;p22">
                  <a:extLst>
                    <a:ext uri="{FF2B5EF4-FFF2-40B4-BE49-F238E27FC236}">
                      <a16:creationId xmlns:a16="http://schemas.microsoft.com/office/drawing/2014/main" id="{744D8D03-3567-3788-A4BE-45ED0737B57A}"/>
                    </a:ext>
                  </a:extLst>
                </p:cNvPr>
                <p:cNvSpPr/>
                <p:nvPr/>
              </p:nvSpPr>
              <p:spPr>
                <a:xfrm>
                  <a:off x="1535680" y="3920830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F7E79"/>
                </a:solid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36000" tIns="0" rIns="0" bIns="0" anchor="ctr" anchorCtr="0">
                  <a:noAutofit/>
                </a:bodyPr>
                <a:lstStyle/>
                <a:p>
                  <a:pPr algn="ctr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>
                        <m:r>
                          <a:rPr lang="en-US" altLang="ko-KR" b="0" i="1" kern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 </m:t>
                        </m:r>
                        <m:bar>
                          <m:barPr>
                            <m:pos m:val="top"/>
                            <m:ctrlPr>
                              <a:rPr lang="en-US" altLang="ko-KR" i="1" kern="0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barPr>
                          <m:e>
                            <m:r>
                              <a:rPr lang="en-US" altLang="ko-KR" i="1" kern="0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𝐴</m:t>
                            </m:r>
                          </m:e>
                        </m:bar>
                      </m:oMath>
                    </m:oMathPara>
                  </a14:m>
                  <a:endParaRPr lang="en-US" altLang="ko-KR" kern="0" dirty="0">
                    <a:solidFill>
                      <a:schemeClr val="bg1"/>
                    </a:solidFill>
                    <a:latin typeface="Avenir Book" panose="02000503020000020003" pitchFamily="2" charset="0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47" name="Google Shape;380;p22">
                  <a:extLst>
                    <a:ext uri="{FF2B5EF4-FFF2-40B4-BE49-F238E27FC236}">
                      <a16:creationId xmlns:a16="http://schemas.microsoft.com/office/drawing/2014/main" id="{744D8D03-3567-3788-A4BE-45ED0737B57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35680" y="3920830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blipFill>
                  <a:blip r:embed="rId20"/>
                  <a:stretch>
                    <a:fillRect l="-29167" r="-4167" b="-39130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Google Shape;380;p22">
                  <a:extLst>
                    <a:ext uri="{FF2B5EF4-FFF2-40B4-BE49-F238E27FC236}">
                      <a16:creationId xmlns:a16="http://schemas.microsoft.com/office/drawing/2014/main" id="{3E2CDAD2-3045-F106-CC4F-0BA155373A31}"/>
                    </a:ext>
                  </a:extLst>
                </p:cNvPr>
                <p:cNvSpPr/>
                <p:nvPr/>
              </p:nvSpPr>
              <p:spPr>
                <a:xfrm>
                  <a:off x="826543" y="3536558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8000" tIns="0" rIns="0" bIns="0" anchor="ctr" anchorCtr="0">
                  <a:noAutofit/>
                </a:bodyPr>
                <a:lstStyle/>
                <a:p>
                  <a:pPr algn="ctr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>
                        <m:r>
                          <a:rPr lang="en-US" altLang="ko-KR" kern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 </m:t>
                        </m:r>
                        <m:r>
                          <a:rPr lang="en" altLang="ko-KR" kern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𝐶</m:t>
                        </m:r>
                      </m:oMath>
                    </m:oMathPara>
                  </a14:m>
                  <a:endParaRPr lang="en" altLang="ko-KR" kern="0" dirty="0">
                    <a:solidFill>
                      <a:schemeClr val="bg1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48" name="Google Shape;380;p22">
                  <a:extLst>
                    <a:ext uri="{FF2B5EF4-FFF2-40B4-BE49-F238E27FC236}">
                      <a16:creationId xmlns:a16="http://schemas.microsoft.com/office/drawing/2014/main" id="{3E2CDAD2-3045-F106-CC4F-0BA155373A3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6543" y="3536558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blipFill>
                  <a:blip r:embed="rId21"/>
                  <a:stretch>
                    <a:fillRect l="-29167" t="-4348" b="-43478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Google Shape;380;p22">
                  <a:extLst>
                    <a:ext uri="{FF2B5EF4-FFF2-40B4-BE49-F238E27FC236}">
                      <a16:creationId xmlns:a16="http://schemas.microsoft.com/office/drawing/2014/main" id="{69A6CE53-B9F9-145F-4071-277417A0E186}"/>
                    </a:ext>
                  </a:extLst>
                </p:cNvPr>
                <p:cNvSpPr/>
                <p:nvPr/>
              </p:nvSpPr>
              <p:spPr>
                <a:xfrm>
                  <a:off x="1062693" y="5337805"/>
                  <a:ext cx="294423" cy="279796"/>
                </a:xfrm>
                <a:prstGeom prst="rect">
                  <a:avLst/>
                </a:prstGeom>
                <a:noFill/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algn="ctr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>
                        <m:r>
                          <a:rPr lang="en-US" altLang="ko-KR" kern="0" dirty="0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 </m:t>
                        </m:r>
                        <m:sSub>
                          <m:sSubPr>
                            <m:ctrlPr>
                              <a:rPr lang="en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en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dirty="0">
                    <a:latin typeface="Avenir Book" panose="02000503020000020003" pitchFamily="2" charset="0"/>
                  </a:endParaRPr>
                </a:p>
              </p:txBody>
            </p:sp>
          </mc:Choice>
          <mc:Fallback xmlns="">
            <p:sp>
              <p:nvSpPr>
                <p:cNvPr id="90" name="Google Shape;380;p22">
                  <a:extLst>
                    <a:ext uri="{FF2B5EF4-FFF2-40B4-BE49-F238E27FC236}">
                      <a16:creationId xmlns:a16="http://schemas.microsoft.com/office/drawing/2014/main" id="{69A6CE53-B9F9-145F-4071-277417A0E18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2693" y="5337805"/>
                  <a:ext cx="294423" cy="279796"/>
                </a:xfrm>
                <a:prstGeom prst="rect">
                  <a:avLst/>
                </a:prstGeom>
                <a:blipFill>
                  <a:blip r:embed="rId22"/>
                  <a:stretch>
                    <a:fillRect l="-45833" t="-13043" b="-30435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Google Shape;380;p22">
                  <a:extLst>
                    <a:ext uri="{FF2B5EF4-FFF2-40B4-BE49-F238E27FC236}">
                      <a16:creationId xmlns:a16="http://schemas.microsoft.com/office/drawing/2014/main" id="{60D14497-F606-2097-C575-259DE43864F1}"/>
                    </a:ext>
                  </a:extLst>
                </p:cNvPr>
                <p:cNvSpPr/>
                <p:nvPr/>
              </p:nvSpPr>
              <p:spPr>
                <a:xfrm>
                  <a:off x="1062234" y="2985076"/>
                  <a:ext cx="294423" cy="279796"/>
                </a:xfrm>
                <a:prstGeom prst="rect">
                  <a:avLst/>
                </a:prstGeom>
                <a:noFill/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algn="ctr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>
                        <m:r>
                          <a:rPr lang="en-US" altLang="ko-KR" kern="0" dirty="0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 </m:t>
                        </m:r>
                        <m:sSub>
                          <m:sSubPr>
                            <m:ctrlP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𝑦</m:t>
                            </m:r>
                          </m:e>
                          <m:sub>
                            <m:r>
                              <a:rPr lang="en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dirty="0">
                    <a:latin typeface="Avenir Book" panose="02000503020000020003" pitchFamily="2" charset="0"/>
                  </a:endParaRPr>
                </a:p>
              </p:txBody>
            </p:sp>
          </mc:Choice>
          <mc:Fallback xmlns="">
            <p:sp>
              <p:nvSpPr>
                <p:cNvPr id="96" name="Google Shape;380;p22">
                  <a:extLst>
                    <a:ext uri="{FF2B5EF4-FFF2-40B4-BE49-F238E27FC236}">
                      <a16:creationId xmlns:a16="http://schemas.microsoft.com/office/drawing/2014/main" id="{60D14497-F606-2097-C575-259DE43864F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2234" y="2985076"/>
                  <a:ext cx="294423" cy="279796"/>
                </a:xfrm>
                <a:prstGeom prst="rect">
                  <a:avLst/>
                </a:prstGeom>
                <a:blipFill>
                  <a:blip r:embed="rId23"/>
                  <a:stretch>
                    <a:fillRect l="-45833" t="-13043" b="-30435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Google Shape;380;p22">
                  <a:extLst>
                    <a:ext uri="{FF2B5EF4-FFF2-40B4-BE49-F238E27FC236}">
                      <a16:creationId xmlns:a16="http://schemas.microsoft.com/office/drawing/2014/main" id="{24FF73BC-5236-DCEB-42E7-9169DFA71D44}"/>
                    </a:ext>
                  </a:extLst>
                </p:cNvPr>
                <p:cNvSpPr/>
                <p:nvPr/>
              </p:nvSpPr>
              <p:spPr>
                <a:xfrm>
                  <a:off x="981914" y="3922747"/>
                  <a:ext cx="457200" cy="777600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accent2">
                    <a:lumMod val="20000"/>
                    <a:lumOff val="80000"/>
                    <a:alpha val="10000"/>
                  </a:schemeClr>
                </a:solidFill>
                <a:ln w="19050" cap="flat" cmpd="sng">
                  <a:solidFill>
                    <a:srgbClr val="FF911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algn="ctr" defTabSz="914400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>
                        <m:r>
                          <a:rPr lang="en-US" altLang="ko-KR" kern="0" dirty="0" smtClean="0">
                            <a:solidFill>
                              <a:srgbClr val="666666"/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 </m:t>
                        </m:r>
                        <m:sSub>
                          <m:sSubPr>
                            <m:ctrlPr>
                              <a:rPr lang="en" altLang="ko-KR" kern="0" dirty="0" smtClean="0">
                                <a:solidFill>
                                  <a:srgbClr val="666666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" altLang="ko-KR" kern="0" dirty="0" smtClean="0">
                                <a:solidFill>
                                  <a:srgbClr val="666666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𝒉</m:t>
                            </m:r>
                          </m:e>
                          <m:sub>
                            <m:r>
                              <a:rPr lang="en" altLang="ko-KR" kern="0" dirty="0" smtClean="0">
                                <a:solidFill>
                                  <a:srgbClr val="666666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dirty="0">
                    <a:latin typeface="Avenir Book" panose="02000503020000020003" pitchFamily="2" charset="0"/>
                  </a:endParaRPr>
                </a:p>
              </p:txBody>
            </p:sp>
          </mc:Choice>
          <mc:Fallback xmlns="">
            <p:sp>
              <p:nvSpPr>
                <p:cNvPr id="110" name="Google Shape;380;p22">
                  <a:extLst>
                    <a:ext uri="{FF2B5EF4-FFF2-40B4-BE49-F238E27FC236}">
                      <a16:creationId xmlns:a16="http://schemas.microsoft.com/office/drawing/2014/main" id="{24FF73BC-5236-DCEB-42E7-9169DFA71D4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1914" y="3922747"/>
                  <a:ext cx="457200" cy="777600"/>
                </a:xfrm>
                <a:prstGeom prst="roundRect">
                  <a:avLst>
                    <a:gd name="adj" fmla="val 16667"/>
                  </a:avLst>
                </a:prstGeom>
                <a:blipFill>
                  <a:blip r:embed="rId24"/>
                  <a:stretch>
                    <a:fillRect l="-13158"/>
                  </a:stretch>
                </a:blipFill>
                <a:ln w="19050" cap="flat" cmpd="sng">
                  <a:solidFill>
                    <a:srgbClr val="FF911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9" name="그룹 198">
            <a:extLst>
              <a:ext uri="{FF2B5EF4-FFF2-40B4-BE49-F238E27FC236}">
                <a16:creationId xmlns:a16="http://schemas.microsoft.com/office/drawing/2014/main" id="{5B9569FD-5F89-5FC4-4C8B-F4849C662067}"/>
              </a:ext>
            </a:extLst>
          </p:cNvPr>
          <p:cNvGrpSpPr/>
          <p:nvPr/>
        </p:nvGrpSpPr>
        <p:grpSpPr>
          <a:xfrm>
            <a:off x="1540846" y="2985076"/>
            <a:ext cx="1114217" cy="2632525"/>
            <a:chOff x="1736794" y="2985076"/>
            <a:chExt cx="1114217" cy="263252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Google Shape;380;p22">
                  <a:extLst>
                    <a:ext uri="{FF2B5EF4-FFF2-40B4-BE49-F238E27FC236}">
                      <a16:creationId xmlns:a16="http://schemas.microsoft.com/office/drawing/2014/main" id="{21676CD0-C26A-8444-C1F8-6179F46A0B04}"/>
                    </a:ext>
                  </a:extLst>
                </p:cNvPr>
                <p:cNvSpPr/>
                <p:nvPr/>
              </p:nvSpPr>
              <p:spPr>
                <a:xfrm>
                  <a:off x="2457922" y="3920830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F7E79"/>
                </a:solid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36000" tIns="0" rIns="0" bIns="0" anchor="ctr" anchorCtr="0">
                  <a:noAutofit/>
                </a:bodyPr>
                <a:lstStyle/>
                <a:p>
                  <a:pPr algn="ctr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>
                        <m:r>
                          <a:rPr lang="en-US" altLang="ko-KR" b="0" i="1" kern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 </m:t>
                        </m:r>
                        <m:bar>
                          <m:barPr>
                            <m:pos m:val="top"/>
                            <m:ctrlPr>
                              <a:rPr lang="en-US" altLang="ko-KR" i="1" kern="0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barPr>
                          <m:e>
                            <m:r>
                              <a:rPr lang="en-US" altLang="ko-KR" i="1" kern="0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𝐴</m:t>
                            </m:r>
                          </m:e>
                        </m:bar>
                      </m:oMath>
                    </m:oMathPara>
                  </a14:m>
                  <a:endParaRPr lang="en-US" altLang="ko-KR" kern="0" dirty="0">
                    <a:solidFill>
                      <a:schemeClr val="bg1"/>
                    </a:solidFill>
                    <a:latin typeface="Avenir Book" panose="02000503020000020003" pitchFamily="2" charset="0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54" name="Google Shape;380;p22">
                  <a:extLst>
                    <a:ext uri="{FF2B5EF4-FFF2-40B4-BE49-F238E27FC236}">
                      <a16:creationId xmlns:a16="http://schemas.microsoft.com/office/drawing/2014/main" id="{21676CD0-C26A-8444-C1F8-6179F46A0B0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57922" y="3920830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blipFill>
                  <a:blip r:embed="rId25"/>
                  <a:stretch>
                    <a:fillRect l="-29167" r="-4167" b="-39130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Google Shape;381;p22">
              <a:extLst>
                <a:ext uri="{FF2B5EF4-FFF2-40B4-BE49-F238E27FC236}">
                  <a16:creationId xmlns:a16="http://schemas.microsoft.com/office/drawing/2014/main" id="{C8B204B3-6955-2BB6-0E23-8917AA6E9B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75206" y="4311548"/>
              <a:ext cx="475805" cy="4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7" name="Google Shape;381;p22">
              <a:extLst>
                <a:ext uri="{FF2B5EF4-FFF2-40B4-BE49-F238E27FC236}">
                  <a16:creationId xmlns:a16="http://schemas.microsoft.com/office/drawing/2014/main" id="{09135549-C143-BB7C-53F3-D0C6AD28F28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45833" y="3346743"/>
              <a:ext cx="1" cy="576092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1" name="Google Shape;381;p22">
              <a:extLst>
                <a:ext uri="{FF2B5EF4-FFF2-40B4-BE49-F238E27FC236}">
                  <a16:creationId xmlns:a16="http://schemas.microsoft.com/office/drawing/2014/main" id="{85F4540F-C4AC-CFBC-62E3-D1B56A1EFD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45834" y="4700269"/>
              <a:ext cx="0" cy="576093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Google Shape;380;p22">
                  <a:extLst>
                    <a:ext uri="{FF2B5EF4-FFF2-40B4-BE49-F238E27FC236}">
                      <a16:creationId xmlns:a16="http://schemas.microsoft.com/office/drawing/2014/main" id="{38595807-0A07-F31A-BCC7-8755D27D4175}"/>
                    </a:ext>
                  </a:extLst>
                </p:cNvPr>
                <p:cNvSpPr/>
                <p:nvPr/>
              </p:nvSpPr>
              <p:spPr>
                <a:xfrm>
                  <a:off x="1736794" y="4875658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accent6">
                    <a:lumMod val="75000"/>
                  </a:schemeClr>
                </a:solid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36000" tIns="0" rIns="0" bIns="0" anchor="ctr" anchorCtr="0">
                  <a:noAutofit/>
                </a:bodyPr>
                <a:lstStyle/>
                <a:p>
                  <a:pPr algn="ctr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>
                        <m:r>
                          <a:rPr lang="en-US" altLang="ko-KR" b="0" i="1" kern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 </m:t>
                        </m:r>
                        <m:bar>
                          <m:barPr>
                            <m:pos m:val="top"/>
                            <m:ctrlPr>
                              <a:rPr lang="en-US" altLang="ko-KR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barPr>
                          <m:e>
                            <m:r>
                              <a:rPr lang="en-US" altLang="ko-KR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𝐵</m:t>
                            </m:r>
                          </m:e>
                        </m:bar>
                      </m:oMath>
                    </m:oMathPara>
                  </a14:m>
                  <a:endParaRPr lang="en-US" altLang="ko-KR" kern="0" dirty="0">
                    <a:solidFill>
                      <a:schemeClr val="bg1"/>
                    </a:solidFill>
                    <a:latin typeface="Avenir Book" panose="02000503020000020003" pitchFamily="2" charset="0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53" name="Google Shape;380;p22">
                  <a:extLst>
                    <a:ext uri="{FF2B5EF4-FFF2-40B4-BE49-F238E27FC236}">
                      <a16:creationId xmlns:a16="http://schemas.microsoft.com/office/drawing/2014/main" id="{38595807-0A07-F31A-BCC7-8755D27D417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6794" y="4875658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blipFill>
                  <a:blip r:embed="rId26"/>
                  <a:stretch>
                    <a:fillRect l="-29167" t="-4348" r="-4167" b="-39130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Google Shape;380;p22">
                  <a:extLst>
                    <a:ext uri="{FF2B5EF4-FFF2-40B4-BE49-F238E27FC236}">
                      <a16:creationId xmlns:a16="http://schemas.microsoft.com/office/drawing/2014/main" id="{D613BC18-7C72-4BB1-2A8D-FC0E61DD97D1}"/>
                    </a:ext>
                  </a:extLst>
                </p:cNvPr>
                <p:cNvSpPr/>
                <p:nvPr/>
              </p:nvSpPr>
              <p:spPr>
                <a:xfrm>
                  <a:off x="1748785" y="3536558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8000" tIns="0" rIns="0" bIns="0" anchor="ctr" anchorCtr="0">
                  <a:noAutofit/>
                </a:bodyPr>
                <a:lstStyle/>
                <a:p>
                  <a:pPr algn="ctr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>
                        <m:r>
                          <a:rPr lang="en-US" altLang="ko-KR" kern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 </m:t>
                        </m:r>
                        <m:r>
                          <a:rPr lang="en" altLang="ko-KR" kern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𝐶</m:t>
                        </m:r>
                      </m:oMath>
                    </m:oMathPara>
                  </a14:m>
                  <a:endParaRPr lang="en" altLang="ko-KR" kern="0" dirty="0">
                    <a:solidFill>
                      <a:schemeClr val="bg1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55" name="Google Shape;380;p22">
                  <a:extLst>
                    <a:ext uri="{FF2B5EF4-FFF2-40B4-BE49-F238E27FC236}">
                      <a16:creationId xmlns:a16="http://schemas.microsoft.com/office/drawing/2014/main" id="{D613BC18-7C72-4BB1-2A8D-FC0E61DD97D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48785" y="3536558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blipFill>
                  <a:blip r:embed="rId27"/>
                  <a:stretch>
                    <a:fillRect l="-29167" t="-4348" b="-43478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Google Shape;380;p22">
                  <a:extLst>
                    <a:ext uri="{FF2B5EF4-FFF2-40B4-BE49-F238E27FC236}">
                      <a16:creationId xmlns:a16="http://schemas.microsoft.com/office/drawing/2014/main" id="{3B570DA8-575E-9C1D-F5ED-7C2AF33C5116}"/>
                    </a:ext>
                  </a:extLst>
                </p:cNvPr>
                <p:cNvSpPr/>
                <p:nvPr/>
              </p:nvSpPr>
              <p:spPr>
                <a:xfrm>
                  <a:off x="1997395" y="5337805"/>
                  <a:ext cx="294423" cy="279796"/>
                </a:xfrm>
                <a:prstGeom prst="rect">
                  <a:avLst/>
                </a:prstGeom>
                <a:noFill/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algn="ctr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>
                        <m:r>
                          <a:rPr lang="en-US" altLang="ko-KR" kern="0" dirty="0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 </m:t>
                        </m:r>
                        <m:sSub>
                          <m:sSubPr>
                            <m:ctrlPr>
                              <a:rPr lang="en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dirty="0">
                    <a:latin typeface="Avenir Book" panose="02000503020000020003" pitchFamily="2" charset="0"/>
                  </a:endParaRPr>
                </a:p>
              </p:txBody>
            </p:sp>
          </mc:Choice>
          <mc:Fallback xmlns="">
            <p:sp>
              <p:nvSpPr>
                <p:cNvPr id="91" name="Google Shape;380;p22">
                  <a:extLst>
                    <a:ext uri="{FF2B5EF4-FFF2-40B4-BE49-F238E27FC236}">
                      <a16:creationId xmlns:a16="http://schemas.microsoft.com/office/drawing/2014/main" id="{3B570DA8-575E-9C1D-F5ED-7C2AF33C511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97395" y="5337805"/>
                  <a:ext cx="294423" cy="279796"/>
                </a:xfrm>
                <a:prstGeom prst="rect">
                  <a:avLst/>
                </a:prstGeom>
                <a:blipFill>
                  <a:blip r:embed="rId28"/>
                  <a:stretch>
                    <a:fillRect l="-50000" t="-13043" b="-30435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Google Shape;380;p22">
                  <a:extLst>
                    <a:ext uri="{FF2B5EF4-FFF2-40B4-BE49-F238E27FC236}">
                      <a16:creationId xmlns:a16="http://schemas.microsoft.com/office/drawing/2014/main" id="{771360BA-2667-4ABD-1CBD-51ED8486C612}"/>
                    </a:ext>
                  </a:extLst>
                </p:cNvPr>
                <p:cNvSpPr/>
                <p:nvPr/>
              </p:nvSpPr>
              <p:spPr>
                <a:xfrm>
                  <a:off x="1996936" y="2985076"/>
                  <a:ext cx="294423" cy="279796"/>
                </a:xfrm>
                <a:prstGeom prst="rect">
                  <a:avLst/>
                </a:prstGeom>
                <a:noFill/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algn="ctr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>
                        <m:r>
                          <a:rPr lang="en-US" altLang="ko-KR" kern="0" dirty="0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 </m:t>
                        </m:r>
                        <m:sSub>
                          <m:sSubPr>
                            <m:ctrlP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dirty="0">
                    <a:latin typeface="Avenir Book" panose="02000503020000020003" pitchFamily="2" charset="0"/>
                  </a:endParaRPr>
                </a:p>
              </p:txBody>
            </p:sp>
          </mc:Choice>
          <mc:Fallback xmlns="">
            <p:sp>
              <p:nvSpPr>
                <p:cNvPr id="97" name="Google Shape;380;p22">
                  <a:extLst>
                    <a:ext uri="{FF2B5EF4-FFF2-40B4-BE49-F238E27FC236}">
                      <a16:creationId xmlns:a16="http://schemas.microsoft.com/office/drawing/2014/main" id="{771360BA-2667-4ABD-1CBD-51ED8486C61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96936" y="2985076"/>
                  <a:ext cx="294423" cy="279796"/>
                </a:xfrm>
                <a:prstGeom prst="rect">
                  <a:avLst/>
                </a:prstGeom>
                <a:blipFill>
                  <a:blip r:embed="rId29"/>
                  <a:stretch>
                    <a:fillRect l="-44000" t="-13043" b="-30435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Google Shape;380;p22">
                  <a:extLst>
                    <a:ext uri="{FF2B5EF4-FFF2-40B4-BE49-F238E27FC236}">
                      <a16:creationId xmlns:a16="http://schemas.microsoft.com/office/drawing/2014/main" id="{D90C5E43-1837-7C14-CC5A-6863FDD9493E}"/>
                    </a:ext>
                  </a:extLst>
                </p:cNvPr>
                <p:cNvSpPr/>
                <p:nvPr/>
              </p:nvSpPr>
              <p:spPr>
                <a:xfrm>
                  <a:off x="1916462" y="3922747"/>
                  <a:ext cx="457200" cy="7776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FDDB3">
                    <a:alpha val="30000"/>
                  </a:srgbClr>
                </a:solidFill>
                <a:ln w="19050" cap="flat" cmpd="sng">
                  <a:solidFill>
                    <a:srgbClr val="FF911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algn="ctr" defTabSz="914400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>
                        <m:r>
                          <a:rPr lang="en-US" altLang="ko-KR" kern="0" dirty="0" smtClean="0">
                            <a:solidFill>
                              <a:srgbClr val="666666"/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 </m:t>
                        </m:r>
                        <m:sSub>
                          <m:sSubPr>
                            <m:ctrlPr>
                              <a:rPr lang="en" altLang="ko-KR" kern="0" dirty="0" smtClean="0">
                                <a:solidFill>
                                  <a:srgbClr val="666666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" altLang="ko-KR" kern="0" dirty="0" smtClean="0">
                                <a:solidFill>
                                  <a:srgbClr val="666666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𝒉</m:t>
                            </m:r>
                          </m:e>
                          <m:sub>
                            <m:r>
                              <a:rPr lang="en" altLang="ko-KR" kern="0" dirty="0" smtClean="0">
                                <a:solidFill>
                                  <a:srgbClr val="666666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dirty="0">
                    <a:latin typeface="Avenir Book" panose="02000503020000020003" pitchFamily="2" charset="0"/>
                  </a:endParaRPr>
                </a:p>
              </p:txBody>
            </p:sp>
          </mc:Choice>
          <mc:Fallback xmlns="">
            <p:sp>
              <p:nvSpPr>
                <p:cNvPr id="111" name="Google Shape;380;p22">
                  <a:extLst>
                    <a:ext uri="{FF2B5EF4-FFF2-40B4-BE49-F238E27FC236}">
                      <a16:creationId xmlns:a16="http://schemas.microsoft.com/office/drawing/2014/main" id="{D90C5E43-1837-7C14-CC5A-6863FDD9493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6462" y="3922747"/>
                  <a:ext cx="457200" cy="777600"/>
                </a:xfrm>
                <a:prstGeom prst="roundRect">
                  <a:avLst>
                    <a:gd name="adj" fmla="val 16667"/>
                  </a:avLst>
                </a:prstGeom>
                <a:blipFill>
                  <a:blip r:embed="rId30"/>
                  <a:stretch>
                    <a:fillRect l="-10256"/>
                  </a:stretch>
                </a:blipFill>
                <a:ln w="19050" cap="flat" cmpd="sng">
                  <a:solidFill>
                    <a:srgbClr val="FF911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EFB14DFD-CDEC-21BA-596B-ECE24C31A431}"/>
              </a:ext>
            </a:extLst>
          </p:cNvPr>
          <p:cNvGrpSpPr/>
          <p:nvPr/>
        </p:nvGrpSpPr>
        <p:grpSpPr>
          <a:xfrm>
            <a:off x="2479910" y="2985076"/>
            <a:ext cx="1109703" cy="2632525"/>
            <a:chOff x="2675858" y="2985076"/>
            <a:chExt cx="1109703" cy="2632525"/>
          </a:xfrm>
        </p:grpSpPr>
        <p:cxnSp>
          <p:nvCxnSpPr>
            <p:cNvPr id="15" name="Google Shape;381;p22">
              <a:extLst>
                <a:ext uri="{FF2B5EF4-FFF2-40B4-BE49-F238E27FC236}">
                  <a16:creationId xmlns:a16="http://schemas.microsoft.com/office/drawing/2014/main" id="{2623EC81-E66B-B01D-C54A-648FCB3335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09755" y="4311547"/>
              <a:ext cx="475806" cy="1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8" name="Google Shape;381;p22">
              <a:extLst>
                <a:ext uri="{FF2B5EF4-FFF2-40B4-BE49-F238E27FC236}">
                  <a16:creationId xmlns:a16="http://schemas.microsoft.com/office/drawing/2014/main" id="{4B1501AA-8E5B-73B4-EBB7-1755A756C0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80383" y="3346738"/>
              <a:ext cx="0" cy="576093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2" name="Google Shape;381;p22">
              <a:extLst>
                <a:ext uri="{FF2B5EF4-FFF2-40B4-BE49-F238E27FC236}">
                  <a16:creationId xmlns:a16="http://schemas.microsoft.com/office/drawing/2014/main" id="{E511D5D4-A797-4252-3392-4A4F3ECDEB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80383" y="4700265"/>
              <a:ext cx="0" cy="576092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Google Shape;380;p22">
                  <a:extLst>
                    <a:ext uri="{FF2B5EF4-FFF2-40B4-BE49-F238E27FC236}">
                      <a16:creationId xmlns:a16="http://schemas.microsoft.com/office/drawing/2014/main" id="{F42C7638-3028-A9A0-E920-2BC892BF6885}"/>
                    </a:ext>
                  </a:extLst>
                </p:cNvPr>
                <p:cNvSpPr/>
                <p:nvPr/>
              </p:nvSpPr>
              <p:spPr>
                <a:xfrm>
                  <a:off x="2675858" y="4875658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accent6">
                    <a:lumMod val="75000"/>
                  </a:schemeClr>
                </a:solid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36000" tIns="0" rIns="0" bIns="0" anchor="ctr" anchorCtr="0">
                  <a:noAutofit/>
                </a:bodyPr>
                <a:lstStyle/>
                <a:p>
                  <a:pPr algn="ctr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>
                        <m:r>
                          <a:rPr lang="en-US" altLang="ko-KR" b="0" i="1" kern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 </m:t>
                        </m:r>
                        <m:bar>
                          <m:barPr>
                            <m:pos m:val="top"/>
                            <m:ctrlPr>
                              <a:rPr lang="en-US" altLang="ko-KR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barPr>
                          <m:e>
                            <m:r>
                              <a:rPr lang="en-US" altLang="ko-KR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𝐵</m:t>
                            </m:r>
                          </m:e>
                        </m:bar>
                      </m:oMath>
                    </m:oMathPara>
                  </a14:m>
                  <a:endParaRPr lang="en-US" altLang="ko-KR" kern="0" dirty="0">
                    <a:solidFill>
                      <a:schemeClr val="bg1"/>
                    </a:solidFill>
                    <a:latin typeface="Avenir Book" panose="02000503020000020003" pitchFamily="2" charset="0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56" name="Google Shape;380;p22">
                  <a:extLst>
                    <a:ext uri="{FF2B5EF4-FFF2-40B4-BE49-F238E27FC236}">
                      <a16:creationId xmlns:a16="http://schemas.microsoft.com/office/drawing/2014/main" id="{F42C7638-3028-A9A0-E920-2BC892BF688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75858" y="4875658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blipFill>
                  <a:blip r:embed="rId31"/>
                  <a:stretch>
                    <a:fillRect l="-29167" t="-4348" r="-4167" b="-39130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Google Shape;380;p22">
                  <a:extLst>
                    <a:ext uri="{FF2B5EF4-FFF2-40B4-BE49-F238E27FC236}">
                      <a16:creationId xmlns:a16="http://schemas.microsoft.com/office/drawing/2014/main" id="{77BC1FDC-F05F-CFD8-969C-9BB2C2F99656}"/>
                    </a:ext>
                  </a:extLst>
                </p:cNvPr>
                <p:cNvSpPr/>
                <p:nvPr/>
              </p:nvSpPr>
              <p:spPr>
                <a:xfrm>
                  <a:off x="3396986" y="3920830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F7E79"/>
                </a:solid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36000" tIns="0" rIns="0" bIns="0" anchor="ctr" anchorCtr="0">
                  <a:noAutofit/>
                </a:bodyPr>
                <a:lstStyle/>
                <a:p>
                  <a:pPr algn="ctr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>
                        <m:r>
                          <a:rPr lang="en-US" altLang="ko-KR" b="0" i="1" kern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 </m:t>
                        </m:r>
                        <m:bar>
                          <m:barPr>
                            <m:pos m:val="top"/>
                            <m:ctrlPr>
                              <a:rPr lang="en-US" altLang="ko-KR" i="1" kern="0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barPr>
                          <m:e>
                            <m:r>
                              <a:rPr lang="en-US" altLang="ko-KR" i="1" kern="0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𝐴</m:t>
                            </m:r>
                          </m:e>
                        </m:bar>
                      </m:oMath>
                    </m:oMathPara>
                  </a14:m>
                  <a:endParaRPr lang="en-US" altLang="ko-KR" kern="0" dirty="0">
                    <a:solidFill>
                      <a:schemeClr val="bg1"/>
                    </a:solidFill>
                    <a:latin typeface="Avenir Book" panose="02000503020000020003" pitchFamily="2" charset="0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57" name="Google Shape;380;p22">
                  <a:extLst>
                    <a:ext uri="{FF2B5EF4-FFF2-40B4-BE49-F238E27FC236}">
                      <a16:creationId xmlns:a16="http://schemas.microsoft.com/office/drawing/2014/main" id="{77BC1FDC-F05F-CFD8-969C-9BB2C2F9965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96986" y="3920830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blipFill>
                  <a:blip r:embed="rId32"/>
                  <a:stretch>
                    <a:fillRect l="-29167" r="-4167" b="-39130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Google Shape;380;p22">
                  <a:extLst>
                    <a:ext uri="{FF2B5EF4-FFF2-40B4-BE49-F238E27FC236}">
                      <a16:creationId xmlns:a16="http://schemas.microsoft.com/office/drawing/2014/main" id="{C7D53BEE-347F-6A7B-DEC6-BDCA5BD4AFE7}"/>
                    </a:ext>
                  </a:extLst>
                </p:cNvPr>
                <p:cNvSpPr/>
                <p:nvPr/>
              </p:nvSpPr>
              <p:spPr>
                <a:xfrm>
                  <a:off x="2687849" y="3536558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8000" tIns="0" rIns="0" bIns="0" anchor="ctr" anchorCtr="0">
                  <a:noAutofit/>
                </a:bodyPr>
                <a:lstStyle/>
                <a:p>
                  <a:pPr algn="ctr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>
                        <m:r>
                          <a:rPr lang="en-US" altLang="ko-KR" kern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 </m:t>
                        </m:r>
                        <m:r>
                          <a:rPr lang="en" altLang="ko-KR" kern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𝐶</m:t>
                        </m:r>
                      </m:oMath>
                    </m:oMathPara>
                  </a14:m>
                  <a:endParaRPr lang="en" altLang="ko-KR" kern="0" dirty="0">
                    <a:solidFill>
                      <a:schemeClr val="bg1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58" name="Google Shape;380;p22">
                  <a:extLst>
                    <a:ext uri="{FF2B5EF4-FFF2-40B4-BE49-F238E27FC236}">
                      <a16:creationId xmlns:a16="http://schemas.microsoft.com/office/drawing/2014/main" id="{C7D53BEE-347F-6A7B-DEC6-BDCA5BD4AFE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7849" y="3536558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blipFill>
                  <a:blip r:embed="rId33"/>
                  <a:stretch>
                    <a:fillRect l="-29167" t="-4348" b="-43478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Google Shape;380;p22">
                  <a:extLst>
                    <a:ext uri="{FF2B5EF4-FFF2-40B4-BE49-F238E27FC236}">
                      <a16:creationId xmlns:a16="http://schemas.microsoft.com/office/drawing/2014/main" id="{F0067BE8-0837-2C5C-2D5E-95042D6BC8F7}"/>
                    </a:ext>
                  </a:extLst>
                </p:cNvPr>
                <p:cNvSpPr/>
                <p:nvPr/>
              </p:nvSpPr>
              <p:spPr>
                <a:xfrm>
                  <a:off x="2932097" y="5337805"/>
                  <a:ext cx="294423" cy="279796"/>
                </a:xfrm>
                <a:prstGeom prst="rect">
                  <a:avLst/>
                </a:prstGeom>
                <a:noFill/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algn="ctr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>
                        <m:r>
                          <a:rPr lang="en-US" altLang="ko-KR" kern="0" dirty="0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 </m:t>
                        </m:r>
                        <m:sSub>
                          <m:sSubPr>
                            <m:ctrlPr>
                              <a:rPr lang="en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dirty="0">
                    <a:latin typeface="Avenir Book" panose="02000503020000020003" pitchFamily="2" charset="0"/>
                  </a:endParaRPr>
                </a:p>
              </p:txBody>
            </p:sp>
          </mc:Choice>
          <mc:Fallback xmlns="">
            <p:sp>
              <p:nvSpPr>
                <p:cNvPr id="92" name="Google Shape;380;p22">
                  <a:extLst>
                    <a:ext uri="{FF2B5EF4-FFF2-40B4-BE49-F238E27FC236}">
                      <a16:creationId xmlns:a16="http://schemas.microsoft.com/office/drawing/2014/main" id="{F0067BE8-0837-2C5C-2D5E-95042D6BC8F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2097" y="5337805"/>
                  <a:ext cx="294423" cy="279796"/>
                </a:xfrm>
                <a:prstGeom prst="rect">
                  <a:avLst/>
                </a:prstGeom>
                <a:blipFill>
                  <a:blip r:embed="rId34"/>
                  <a:stretch>
                    <a:fillRect l="-45833" t="-13043" r="-4167" b="-30435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Google Shape;380;p22">
                  <a:extLst>
                    <a:ext uri="{FF2B5EF4-FFF2-40B4-BE49-F238E27FC236}">
                      <a16:creationId xmlns:a16="http://schemas.microsoft.com/office/drawing/2014/main" id="{085C6DCF-E3FB-127A-FCD5-A4BC2682EDB1}"/>
                    </a:ext>
                  </a:extLst>
                </p:cNvPr>
                <p:cNvSpPr/>
                <p:nvPr/>
              </p:nvSpPr>
              <p:spPr>
                <a:xfrm>
                  <a:off x="2931638" y="2985076"/>
                  <a:ext cx="294423" cy="279796"/>
                </a:xfrm>
                <a:prstGeom prst="rect">
                  <a:avLst/>
                </a:prstGeom>
                <a:noFill/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algn="ctr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>
                        <m:r>
                          <a:rPr lang="en-US" altLang="ko-KR" kern="0" dirty="0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 </m:t>
                        </m:r>
                        <m:sSub>
                          <m:sSubPr>
                            <m:ctrlP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dirty="0">
                    <a:latin typeface="Avenir Book" panose="02000503020000020003" pitchFamily="2" charset="0"/>
                  </a:endParaRPr>
                </a:p>
              </p:txBody>
            </p:sp>
          </mc:Choice>
          <mc:Fallback xmlns="">
            <p:sp>
              <p:nvSpPr>
                <p:cNvPr id="98" name="Google Shape;380;p22">
                  <a:extLst>
                    <a:ext uri="{FF2B5EF4-FFF2-40B4-BE49-F238E27FC236}">
                      <a16:creationId xmlns:a16="http://schemas.microsoft.com/office/drawing/2014/main" id="{085C6DCF-E3FB-127A-FCD5-A4BC2682EDB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1638" y="2985076"/>
                  <a:ext cx="294423" cy="279796"/>
                </a:xfrm>
                <a:prstGeom prst="rect">
                  <a:avLst/>
                </a:prstGeom>
                <a:blipFill>
                  <a:blip r:embed="rId35"/>
                  <a:stretch>
                    <a:fillRect l="-45833" t="-13043" r="-4167" b="-30435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Google Shape;380;p22">
                  <a:extLst>
                    <a:ext uri="{FF2B5EF4-FFF2-40B4-BE49-F238E27FC236}">
                      <a16:creationId xmlns:a16="http://schemas.microsoft.com/office/drawing/2014/main" id="{F1F15196-7ABD-A130-D27B-48F2D90A60AC}"/>
                    </a:ext>
                  </a:extLst>
                </p:cNvPr>
                <p:cNvSpPr/>
                <p:nvPr/>
              </p:nvSpPr>
              <p:spPr>
                <a:xfrm>
                  <a:off x="2851011" y="3922743"/>
                  <a:ext cx="457200" cy="7776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FDDB3">
                    <a:alpha val="50000"/>
                  </a:srgbClr>
                </a:solidFill>
                <a:ln w="19050" cap="flat" cmpd="sng">
                  <a:solidFill>
                    <a:srgbClr val="FF911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algn="ctr" defTabSz="914400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>
                        <m:r>
                          <a:rPr lang="en-US" altLang="ko-KR" kern="0" dirty="0" smtClean="0">
                            <a:solidFill>
                              <a:srgbClr val="666666"/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 </m:t>
                        </m:r>
                        <m:sSub>
                          <m:sSubPr>
                            <m:ctrlPr>
                              <a:rPr lang="en" altLang="ko-KR" kern="0" dirty="0" smtClean="0">
                                <a:solidFill>
                                  <a:srgbClr val="666666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" altLang="ko-KR" kern="0" dirty="0" smtClean="0">
                                <a:solidFill>
                                  <a:srgbClr val="666666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𝒉</m:t>
                            </m:r>
                          </m:e>
                          <m:sub>
                            <m:r>
                              <a:rPr lang="en" altLang="ko-KR" kern="0" dirty="0" smtClean="0">
                                <a:solidFill>
                                  <a:srgbClr val="666666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dirty="0">
                    <a:latin typeface="Avenir Book" panose="02000503020000020003" pitchFamily="2" charset="0"/>
                  </a:endParaRPr>
                </a:p>
              </p:txBody>
            </p:sp>
          </mc:Choice>
          <mc:Fallback xmlns="">
            <p:sp>
              <p:nvSpPr>
                <p:cNvPr id="112" name="Google Shape;380;p22">
                  <a:extLst>
                    <a:ext uri="{FF2B5EF4-FFF2-40B4-BE49-F238E27FC236}">
                      <a16:creationId xmlns:a16="http://schemas.microsoft.com/office/drawing/2014/main" id="{F1F15196-7ABD-A130-D27B-48F2D90A60A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51011" y="3922743"/>
                  <a:ext cx="457200" cy="777600"/>
                </a:xfrm>
                <a:prstGeom prst="roundRect">
                  <a:avLst>
                    <a:gd name="adj" fmla="val 16667"/>
                  </a:avLst>
                </a:prstGeom>
                <a:blipFill>
                  <a:blip r:embed="rId36"/>
                  <a:stretch>
                    <a:fillRect l="-12821"/>
                  </a:stretch>
                </a:blipFill>
                <a:ln w="19050" cap="flat" cmpd="sng">
                  <a:solidFill>
                    <a:srgbClr val="FF911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E62BD3F8-4D4A-8995-EAC7-91F50B50204B}"/>
              </a:ext>
            </a:extLst>
          </p:cNvPr>
          <p:cNvGrpSpPr/>
          <p:nvPr/>
        </p:nvGrpSpPr>
        <p:grpSpPr>
          <a:xfrm>
            <a:off x="3409942" y="2985076"/>
            <a:ext cx="1114221" cy="2632525"/>
            <a:chOff x="3605890" y="2985076"/>
            <a:chExt cx="1114221" cy="2632525"/>
          </a:xfrm>
        </p:grpSpPr>
        <p:cxnSp>
          <p:nvCxnSpPr>
            <p:cNvPr id="19" name="Google Shape;381;p22">
              <a:extLst>
                <a:ext uri="{FF2B5EF4-FFF2-40B4-BE49-F238E27FC236}">
                  <a16:creationId xmlns:a16="http://schemas.microsoft.com/office/drawing/2014/main" id="{2400EEEE-5AC6-3A68-AB20-FA82DDFB9C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14933" y="3346743"/>
              <a:ext cx="0" cy="576087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3" name="Google Shape;381;p22">
              <a:extLst>
                <a:ext uri="{FF2B5EF4-FFF2-40B4-BE49-F238E27FC236}">
                  <a16:creationId xmlns:a16="http://schemas.microsoft.com/office/drawing/2014/main" id="{6B1C22D4-D691-8301-B4A0-FFA8C7DB53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13552" y="4700264"/>
              <a:ext cx="1381" cy="576089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Google Shape;380;p22">
                  <a:extLst>
                    <a:ext uri="{FF2B5EF4-FFF2-40B4-BE49-F238E27FC236}">
                      <a16:creationId xmlns:a16="http://schemas.microsoft.com/office/drawing/2014/main" id="{C87529F7-2220-1040-B59A-E43DA222EAC3}"/>
                    </a:ext>
                  </a:extLst>
                </p:cNvPr>
                <p:cNvSpPr/>
                <p:nvPr/>
              </p:nvSpPr>
              <p:spPr>
                <a:xfrm>
                  <a:off x="3605890" y="4875658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accent6">
                    <a:lumMod val="75000"/>
                  </a:schemeClr>
                </a:solid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36000" tIns="0" rIns="0" bIns="0" anchor="ctr" anchorCtr="0">
                  <a:noAutofit/>
                </a:bodyPr>
                <a:lstStyle/>
                <a:p>
                  <a:pPr algn="ctr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>
                        <m:r>
                          <a:rPr lang="en-US" altLang="ko-KR" b="0" i="1" kern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 </m:t>
                        </m:r>
                        <m:bar>
                          <m:barPr>
                            <m:pos m:val="top"/>
                            <m:ctrlPr>
                              <a:rPr lang="en-US" altLang="ko-KR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barPr>
                          <m:e>
                            <m:r>
                              <a:rPr lang="en-US" altLang="ko-KR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𝐵</m:t>
                            </m:r>
                          </m:e>
                        </m:bar>
                      </m:oMath>
                    </m:oMathPara>
                  </a14:m>
                  <a:endParaRPr lang="en-US" altLang="ko-KR" kern="0" dirty="0">
                    <a:solidFill>
                      <a:schemeClr val="bg1"/>
                    </a:solidFill>
                    <a:latin typeface="Avenir Book" panose="02000503020000020003" pitchFamily="2" charset="0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59" name="Google Shape;380;p22">
                  <a:extLst>
                    <a:ext uri="{FF2B5EF4-FFF2-40B4-BE49-F238E27FC236}">
                      <a16:creationId xmlns:a16="http://schemas.microsoft.com/office/drawing/2014/main" id="{C87529F7-2220-1040-B59A-E43DA222EAC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5890" y="4875658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blipFill>
                  <a:blip r:embed="rId37"/>
                  <a:stretch>
                    <a:fillRect l="-29167" t="-4348" r="-4167" b="-39130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Google Shape;380;p22">
                  <a:extLst>
                    <a:ext uri="{FF2B5EF4-FFF2-40B4-BE49-F238E27FC236}">
                      <a16:creationId xmlns:a16="http://schemas.microsoft.com/office/drawing/2014/main" id="{94B20846-A342-2B07-394D-716A51DE258E}"/>
                    </a:ext>
                  </a:extLst>
                </p:cNvPr>
                <p:cNvSpPr/>
                <p:nvPr/>
              </p:nvSpPr>
              <p:spPr>
                <a:xfrm>
                  <a:off x="4327018" y="3920830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F7E79"/>
                </a:solid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36000" tIns="0" rIns="0" bIns="0" anchor="ctr" anchorCtr="0">
                  <a:noAutofit/>
                </a:bodyPr>
                <a:lstStyle/>
                <a:p>
                  <a:pPr algn="ctr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>
                        <m:r>
                          <a:rPr lang="en-US" altLang="ko-KR" b="0" i="1" kern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 </m:t>
                        </m:r>
                        <m:bar>
                          <m:barPr>
                            <m:pos m:val="top"/>
                            <m:ctrlPr>
                              <a:rPr lang="en-US" altLang="ko-KR" i="1" kern="0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barPr>
                          <m:e>
                            <m:r>
                              <a:rPr lang="en-US" altLang="ko-KR" i="1" kern="0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𝐴</m:t>
                            </m:r>
                          </m:e>
                        </m:bar>
                      </m:oMath>
                    </m:oMathPara>
                  </a14:m>
                  <a:endParaRPr lang="en-US" altLang="ko-KR" kern="0" dirty="0">
                    <a:solidFill>
                      <a:schemeClr val="bg1"/>
                    </a:solidFill>
                    <a:latin typeface="Avenir Book" panose="02000503020000020003" pitchFamily="2" charset="0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60" name="Google Shape;380;p22">
                  <a:extLst>
                    <a:ext uri="{FF2B5EF4-FFF2-40B4-BE49-F238E27FC236}">
                      <a16:creationId xmlns:a16="http://schemas.microsoft.com/office/drawing/2014/main" id="{94B20846-A342-2B07-394D-716A51DE258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7018" y="3920830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blipFill>
                  <a:blip r:embed="rId38"/>
                  <a:stretch>
                    <a:fillRect l="-29167" r="-4167" b="-39130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Google Shape;380;p22">
                  <a:extLst>
                    <a:ext uri="{FF2B5EF4-FFF2-40B4-BE49-F238E27FC236}">
                      <a16:creationId xmlns:a16="http://schemas.microsoft.com/office/drawing/2014/main" id="{D82ED01C-2724-8D71-EA78-8F91FB9CF99D}"/>
                    </a:ext>
                  </a:extLst>
                </p:cNvPr>
                <p:cNvSpPr/>
                <p:nvPr/>
              </p:nvSpPr>
              <p:spPr>
                <a:xfrm>
                  <a:off x="3617881" y="3536558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8000" tIns="0" rIns="0" bIns="0" anchor="ctr" anchorCtr="0">
                  <a:noAutofit/>
                </a:bodyPr>
                <a:lstStyle/>
                <a:p>
                  <a:pPr algn="ctr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>
                        <m:r>
                          <a:rPr lang="en-US" altLang="ko-KR" kern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 </m:t>
                        </m:r>
                        <m:r>
                          <a:rPr lang="en" altLang="ko-KR" kern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𝐶</m:t>
                        </m:r>
                      </m:oMath>
                    </m:oMathPara>
                  </a14:m>
                  <a:endParaRPr lang="en" altLang="ko-KR" kern="0" dirty="0">
                    <a:solidFill>
                      <a:schemeClr val="bg1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61" name="Google Shape;380;p22">
                  <a:extLst>
                    <a:ext uri="{FF2B5EF4-FFF2-40B4-BE49-F238E27FC236}">
                      <a16:creationId xmlns:a16="http://schemas.microsoft.com/office/drawing/2014/main" id="{D82ED01C-2724-8D71-EA78-8F91FB9CF99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17881" y="3536558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blipFill>
                  <a:blip r:embed="rId39"/>
                  <a:stretch>
                    <a:fillRect l="-29167" t="-4348" b="-43478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Google Shape;380;p22">
                  <a:extLst>
                    <a:ext uri="{FF2B5EF4-FFF2-40B4-BE49-F238E27FC236}">
                      <a16:creationId xmlns:a16="http://schemas.microsoft.com/office/drawing/2014/main" id="{D32C776A-633C-DEA5-4A8A-505D399A0631}"/>
                    </a:ext>
                  </a:extLst>
                </p:cNvPr>
                <p:cNvSpPr/>
                <p:nvPr/>
              </p:nvSpPr>
              <p:spPr>
                <a:xfrm>
                  <a:off x="3866799" y="5337805"/>
                  <a:ext cx="294423" cy="279796"/>
                </a:xfrm>
                <a:prstGeom prst="rect">
                  <a:avLst/>
                </a:prstGeom>
                <a:noFill/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algn="ctr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>
                        <m:r>
                          <a:rPr lang="en-US" altLang="ko-KR" kern="0" dirty="0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 </m:t>
                        </m:r>
                        <m:sSub>
                          <m:sSubPr>
                            <m:ctrlPr>
                              <a:rPr lang="en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dirty="0">
                    <a:latin typeface="Avenir Book" panose="02000503020000020003" pitchFamily="2" charset="0"/>
                  </a:endParaRPr>
                </a:p>
              </p:txBody>
            </p:sp>
          </mc:Choice>
          <mc:Fallback xmlns="">
            <p:sp>
              <p:nvSpPr>
                <p:cNvPr id="93" name="Google Shape;380;p22">
                  <a:extLst>
                    <a:ext uri="{FF2B5EF4-FFF2-40B4-BE49-F238E27FC236}">
                      <a16:creationId xmlns:a16="http://schemas.microsoft.com/office/drawing/2014/main" id="{D32C776A-633C-DEA5-4A8A-505D399A063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66799" y="5337805"/>
                  <a:ext cx="294423" cy="279796"/>
                </a:xfrm>
                <a:prstGeom prst="rect">
                  <a:avLst/>
                </a:prstGeom>
                <a:blipFill>
                  <a:blip r:embed="rId40"/>
                  <a:stretch>
                    <a:fillRect l="-45833" t="-13043" r="-4167" b="-30435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Google Shape;380;p22">
                  <a:extLst>
                    <a:ext uri="{FF2B5EF4-FFF2-40B4-BE49-F238E27FC236}">
                      <a16:creationId xmlns:a16="http://schemas.microsoft.com/office/drawing/2014/main" id="{C8FDA31E-C40E-6A98-BB33-F5750A872B70}"/>
                    </a:ext>
                  </a:extLst>
                </p:cNvPr>
                <p:cNvSpPr/>
                <p:nvPr/>
              </p:nvSpPr>
              <p:spPr>
                <a:xfrm>
                  <a:off x="3866340" y="2985076"/>
                  <a:ext cx="294423" cy="279796"/>
                </a:xfrm>
                <a:prstGeom prst="rect">
                  <a:avLst/>
                </a:prstGeom>
                <a:noFill/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algn="ctr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>
                        <m:r>
                          <a:rPr lang="en-US" altLang="ko-KR" kern="0" dirty="0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 </m:t>
                        </m:r>
                        <m:sSub>
                          <m:sSubPr>
                            <m:ctrlP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dirty="0">
                    <a:latin typeface="Avenir Book" panose="02000503020000020003" pitchFamily="2" charset="0"/>
                  </a:endParaRPr>
                </a:p>
              </p:txBody>
            </p:sp>
          </mc:Choice>
          <mc:Fallback xmlns="">
            <p:sp>
              <p:nvSpPr>
                <p:cNvPr id="99" name="Google Shape;380;p22">
                  <a:extLst>
                    <a:ext uri="{FF2B5EF4-FFF2-40B4-BE49-F238E27FC236}">
                      <a16:creationId xmlns:a16="http://schemas.microsoft.com/office/drawing/2014/main" id="{C8FDA31E-C40E-6A98-BB33-F5750A872B7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66340" y="2985076"/>
                  <a:ext cx="294423" cy="279796"/>
                </a:xfrm>
                <a:prstGeom prst="rect">
                  <a:avLst/>
                </a:prstGeom>
                <a:blipFill>
                  <a:blip r:embed="rId41"/>
                  <a:stretch>
                    <a:fillRect l="-41667" t="-13043" b="-30435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0" name="Google Shape;381;p22">
              <a:extLst>
                <a:ext uri="{FF2B5EF4-FFF2-40B4-BE49-F238E27FC236}">
                  <a16:creationId xmlns:a16="http://schemas.microsoft.com/office/drawing/2014/main" id="{27091B1B-7CDD-A05B-7885-CC587A51CCD5}"/>
                </a:ext>
              </a:extLst>
            </p:cNvPr>
            <p:cNvCxnSpPr>
              <a:cxnSpLocks/>
            </p:cNvCxnSpPr>
            <p:nvPr/>
          </p:nvCxnSpPr>
          <p:spPr>
            <a:xfrm>
              <a:off x="4244305" y="4311547"/>
              <a:ext cx="475806" cy="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Google Shape;380;p22">
                  <a:extLst>
                    <a:ext uri="{FF2B5EF4-FFF2-40B4-BE49-F238E27FC236}">
                      <a16:creationId xmlns:a16="http://schemas.microsoft.com/office/drawing/2014/main" id="{C31BE335-E0AD-610E-BA0D-53DCF3C931D0}"/>
                    </a:ext>
                  </a:extLst>
                </p:cNvPr>
                <p:cNvSpPr/>
                <p:nvPr/>
              </p:nvSpPr>
              <p:spPr>
                <a:xfrm>
                  <a:off x="3785561" y="3922742"/>
                  <a:ext cx="457200" cy="7776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FDDB3">
                    <a:alpha val="60000"/>
                  </a:srgbClr>
                </a:solidFill>
                <a:ln w="19050" cap="flat" cmpd="sng">
                  <a:solidFill>
                    <a:srgbClr val="FF911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algn="ctr" defTabSz="914400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>
                        <m:r>
                          <a:rPr lang="en-US" altLang="ko-KR" kern="0" dirty="0" smtClean="0">
                            <a:solidFill>
                              <a:srgbClr val="666666"/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 </m:t>
                        </m:r>
                        <m:sSub>
                          <m:sSubPr>
                            <m:ctrlPr>
                              <a:rPr lang="en" altLang="ko-KR" kern="0" dirty="0" smtClean="0">
                                <a:solidFill>
                                  <a:srgbClr val="666666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" altLang="ko-KR" kern="0" dirty="0" smtClean="0">
                                <a:solidFill>
                                  <a:srgbClr val="666666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𝒉</m:t>
                            </m:r>
                          </m:e>
                          <m:sub>
                            <m:r>
                              <a:rPr lang="en" altLang="ko-KR" kern="0" dirty="0" smtClean="0">
                                <a:solidFill>
                                  <a:srgbClr val="666666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dirty="0">
                    <a:latin typeface="Avenir Book" panose="02000503020000020003" pitchFamily="2" charset="0"/>
                  </a:endParaRPr>
                </a:p>
              </p:txBody>
            </p:sp>
          </mc:Choice>
          <mc:Fallback xmlns="">
            <p:sp>
              <p:nvSpPr>
                <p:cNvPr id="113" name="Google Shape;380;p22">
                  <a:extLst>
                    <a:ext uri="{FF2B5EF4-FFF2-40B4-BE49-F238E27FC236}">
                      <a16:creationId xmlns:a16="http://schemas.microsoft.com/office/drawing/2014/main" id="{C31BE335-E0AD-610E-BA0D-53DCF3C931D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85561" y="3922742"/>
                  <a:ext cx="457200" cy="777600"/>
                </a:xfrm>
                <a:prstGeom prst="roundRect">
                  <a:avLst>
                    <a:gd name="adj" fmla="val 16667"/>
                  </a:avLst>
                </a:prstGeom>
                <a:blipFill>
                  <a:blip r:embed="rId42"/>
                  <a:stretch>
                    <a:fillRect l="-15789"/>
                  </a:stretch>
                </a:blipFill>
                <a:ln w="19050" cap="flat" cmpd="sng">
                  <a:solidFill>
                    <a:srgbClr val="FF911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6DEE7A71-7FF0-0955-784B-2EDC7E2C1A13}"/>
              </a:ext>
            </a:extLst>
          </p:cNvPr>
          <p:cNvGrpSpPr/>
          <p:nvPr/>
        </p:nvGrpSpPr>
        <p:grpSpPr>
          <a:xfrm>
            <a:off x="5031388" y="3327144"/>
            <a:ext cx="6276321" cy="314386"/>
            <a:chOff x="5064046" y="3276833"/>
            <a:chExt cx="6276321" cy="3143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Google Shape;380;p22">
                  <a:extLst>
                    <a:ext uri="{FF2B5EF4-FFF2-40B4-BE49-F238E27FC236}">
                      <a16:creationId xmlns:a16="http://schemas.microsoft.com/office/drawing/2014/main" id="{AA3D6947-3C22-E3E1-244B-EE5ECFB03434}"/>
                    </a:ext>
                  </a:extLst>
                </p:cNvPr>
                <p:cNvSpPr/>
                <p:nvPr/>
              </p:nvSpPr>
              <p:spPr>
                <a:xfrm>
                  <a:off x="5064046" y="3276833"/>
                  <a:ext cx="852906" cy="279796"/>
                </a:xfrm>
                <a:prstGeom prst="rect">
                  <a:avLst/>
                </a:prstGeom>
                <a:noFill/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</a:pPr>
                  <a:r>
                    <a:rPr lang="en" altLang="ko-KR" kern="0" dirty="0">
                      <a:solidFill>
                        <a:schemeClr val="bg2">
                          <a:lumMod val="25000"/>
                        </a:schemeClr>
                      </a:solidFill>
                      <a:latin typeface="Avenir Book" panose="02000503020000020003" pitchFamily="2" charset="0"/>
                      <a:cs typeface="Arial"/>
                      <a:sym typeface="Arial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kern="0" dirty="0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altLang="ko-KR" kern="0" dirty="0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𝒉</m:t>
                          </m:r>
                        </m:e>
                        <m:sub>
                          <m:r>
                            <a:rPr lang="en-US" altLang="ko-KR" kern="0" dirty="0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2</m:t>
                          </m:r>
                        </m:sub>
                      </m:sSub>
                      <m:r>
                        <a:rPr lang="en-US" altLang="ko-KR" kern="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cs typeface="Arial"/>
                          <a:sym typeface="Arial"/>
                        </a:rPr>
                        <m:t>=</m:t>
                      </m:r>
                    </m:oMath>
                  </a14:m>
                  <a:endParaRPr lang="en" altLang="ko-KR" kern="0" dirty="0">
                    <a:solidFill>
                      <a:schemeClr val="bg2">
                        <a:lumMod val="25000"/>
                      </a:schemeClr>
                    </a:solidFill>
                    <a:latin typeface="Avenir Book" panose="02000503020000020003" pitchFamily="2" charset="0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107" name="Google Shape;380;p22">
                  <a:extLst>
                    <a:ext uri="{FF2B5EF4-FFF2-40B4-BE49-F238E27FC236}">
                      <a16:creationId xmlns:a16="http://schemas.microsoft.com/office/drawing/2014/main" id="{AA3D6947-3C22-E3E1-244B-EE5ECFB034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64046" y="3276833"/>
                  <a:ext cx="852906" cy="279796"/>
                </a:xfrm>
                <a:prstGeom prst="rect">
                  <a:avLst/>
                </a:prstGeom>
                <a:blipFill>
                  <a:blip r:embed="rId43"/>
                  <a:stretch>
                    <a:fillRect l="-2941" t="-4348" b="-8696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Google Shape;380;p22">
                  <a:extLst>
                    <a:ext uri="{FF2B5EF4-FFF2-40B4-BE49-F238E27FC236}">
                      <a16:creationId xmlns:a16="http://schemas.microsoft.com/office/drawing/2014/main" id="{FDDF93BD-5BF0-01D3-4D84-FD6185D4A231}"/>
                    </a:ext>
                  </a:extLst>
                </p:cNvPr>
                <p:cNvSpPr/>
                <p:nvPr/>
              </p:nvSpPr>
              <p:spPr>
                <a:xfrm>
                  <a:off x="5700987" y="3306154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F7E79"/>
                </a:solid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36000" tIns="0" rIns="0" bIns="0" anchor="ctr" anchorCtr="0">
                  <a:noAutofit/>
                </a:bodyPr>
                <a:lstStyle/>
                <a:p>
                  <a:pPr algn="ctr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>
                        <m:r>
                          <a:rPr lang="en-US" altLang="ko-KR" b="0" i="1" kern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 </m:t>
                        </m:r>
                        <m:bar>
                          <m:barPr>
                            <m:pos m:val="top"/>
                            <m:ctrlPr>
                              <a:rPr lang="en-US" altLang="ko-KR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barPr>
                          <m:e>
                            <m:r>
                              <a:rPr lang="en-US" altLang="ko-KR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𝐴</m:t>
                            </m:r>
                          </m:e>
                        </m:bar>
                      </m:oMath>
                    </m:oMathPara>
                  </a14:m>
                  <a:endParaRPr lang="en-US" altLang="ko-KR" kern="0" dirty="0">
                    <a:solidFill>
                      <a:schemeClr val="bg1"/>
                    </a:solidFill>
                    <a:latin typeface="Avenir Book" panose="02000503020000020003" pitchFamily="2" charset="0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108" name="Google Shape;380;p22">
                  <a:extLst>
                    <a:ext uri="{FF2B5EF4-FFF2-40B4-BE49-F238E27FC236}">
                      <a16:creationId xmlns:a16="http://schemas.microsoft.com/office/drawing/2014/main" id="{FDDF93BD-5BF0-01D3-4D84-FD6185D4A23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0987" y="3306154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blipFill>
                  <a:blip r:embed="rId44"/>
                  <a:stretch>
                    <a:fillRect l="-29167" t="-4348" r="-4167" b="-39130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Google Shape;380;p22">
                  <a:extLst>
                    <a:ext uri="{FF2B5EF4-FFF2-40B4-BE49-F238E27FC236}">
                      <a16:creationId xmlns:a16="http://schemas.microsoft.com/office/drawing/2014/main" id="{30E80F17-3B79-A7CC-CD67-49085B0E9137}"/>
                    </a:ext>
                  </a:extLst>
                </p:cNvPr>
                <p:cNvSpPr/>
                <p:nvPr/>
              </p:nvSpPr>
              <p:spPr>
                <a:xfrm>
                  <a:off x="5995410" y="3306154"/>
                  <a:ext cx="558483" cy="279796"/>
                </a:xfrm>
                <a:prstGeom prst="rect">
                  <a:avLst/>
                </a:prstGeom>
                <a:noFill/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</a:pPr>
                  <a:r>
                    <a:rPr lang="en" altLang="ko-KR" kern="0" dirty="0">
                      <a:solidFill>
                        <a:schemeClr val="bg2">
                          <a:lumMod val="25000"/>
                        </a:schemeClr>
                      </a:solidFill>
                      <a:latin typeface="Avenir Book" panose="02000503020000020003" pitchFamily="2" charset="0"/>
                      <a:cs typeface="Arial"/>
                      <a:sym typeface="Arial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kern="0" dirty="0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altLang="ko-KR" kern="0" dirty="0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𝒉</m:t>
                          </m:r>
                        </m:e>
                        <m:sub>
                          <m:r>
                            <a:rPr lang="en" altLang="ko-KR" kern="0" dirty="0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1</m:t>
                          </m:r>
                        </m:sub>
                      </m:sSub>
                      <m:r>
                        <a:rPr lang="en-US" altLang="ko-KR" kern="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cs typeface="Arial"/>
                          <a:sym typeface="Arial"/>
                        </a:rPr>
                        <m:t>+</m:t>
                      </m:r>
                    </m:oMath>
                  </a14:m>
                  <a:endParaRPr lang="en" altLang="ko-KR" kern="0" dirty="0">
                    <a:solidFill>
                      <a:schemeClr val="bg2">
                        <a:lumMod val="25000"/>
                      </a:schemeClr>
                    </a:solidFill>
                    <a:latin typeface="Avenir Book" panose="02000503020000020003" pitchFamily="2" charset="0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109" name="Google Shape;380;p22">
                  <a:extLst>
                    <a:ext uri="{FF2B5EF4-FFF2-40B4-BE49-F238E27FC236}">
                      <a16:creationId xmlns:a16="http://schemas.microsoft.com/office/drawing/2014/main" id="{30E80F17-3B79-A7CC-CD67-49085B0E913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95410" y="3306154"/>
                  <a:ext cx="558483" cy="279796"/>
                </a:xfrm>
                <a:prstGeom prst="rect">
                  <a:avLst/>
                </a:prstGeom>
                <a:blipFill>
                  <a:blip r:embed="rId45"/>
                  <a:stretch>
                    <a:fillRect l="-2222" r="-6667" b="-8696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Google Shape;380;p22">
                  <a:extLst>
                    <a:ext uri="{FF2B5EF4-FFF2-40B4-BE49-F238E27FC236}">
                      <a16:creationId xmlns:a16="http://schemas.microsoft.com/office/drawing/2014/main" id="{F50AF4D4-D53F-F6FB-6824-39813FE66D88}"/>
                    </a:ext>
                  </a:extLst>
                </p:cNvPr>
                <p:cNvSpPr/>
                <p:nvPr/>
              </p:nvSpPr>
              <p:spPr>
                <a:xfrm>
                  <a:off x="6616073" y="3311423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accent6">
                    <a:lumMod val="75000"/>
                  </a:schemeClr>
                </a:solid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36000" tIns="0" rIns="0" bIns="0" anchor="ctr" anchorCtr="0">
                  <a:noAutofit/>
                </a:bodyPr>
                <a:lstStyle/>
                <a:p>
                  <a:pPr algn="ctr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>
                        <m:r>
                          <a:rPr lang="en-US" altLang="ko-KR" b="0" i="1" kern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 </m:t>
                        </m:r>
                        <m:bar>
                          <m:barPr>
                            <m:pos m:val="top"/>
                            <m:ctrlPr>
                              <a:rPr lang="en-US" altLang="ko-KR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barPr>
                          <m:e>
                            <m:r>
                              <a:rPr lang="en-US" altLang="ko-KR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𝐵</m:t>
                            </m:r>
                          </m:e>
                        </m:bar>
                      </m:oMath>
                    </m:oMathPara>
                  </a14:m>
                  <a:endParaRPr lang="en-US" altLang="ko-KR" kern="0" dirty="0">
                    <a:solidFill>
                      <a:schemeClr val="bg1"/>
                    </a:solidFill>
                    <a:latin typeface="Avenir Book" panose="02000503020000020003" pitchFamily="2" charset="0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114" name="Google Shape;380;p22">
                  <a:extLst>
                    <a:ext uri="{FF2B5EF4-FFF2-40B4-BE49-F238E27FC236}">
                      <a16:creationId xmlns:a16="http://schemas.microsoft.com/office/drawing/2014/main" id="{F50AF4D4-D53F-F6FB-6824-39813FE66D8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16073" y="3311423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blipFill>
                  <a:blip r:embed="rId46"/>
                  <a:stretch>
                    <a:fillRect l="-29167" r="-4167" b="-43478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Google Shape;380;p22">
                  <a:extLst>
                    <a:ext uri="{FF2B5EF4-FFF2-40B4-BE49-F238E27FC236}">
                      <a16:creationId xmlns:a16="http://schemas.microsoft.com/office/drawing/2014/main" id="{79CBD253-E0DD-785F-E29A-A0155739FB49}"/>
                    </a:ext>
                  </a:extLst>
                </p:cNvPr>
                <p:cNvSpPr/>
                <p:nvPr/>
              </p:nvSpPr>
              <p:spPr>
                <a:xfrm>
                  <a:off x="6910495" y="3311423"/>
                  <a:ext cx="2233149" cy="279796"/>
                </a:xfrm>
                <a:prstGeom prst="rect">
                  <a:avLst/>
                </a:prstGeom>
                <a:noFill/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</a:pPr>
                  <a:r>
                    <a:rPr lang="en" altLang="ko-KR" kern="0" dirty="0">
                      <a:solidFill>
                        <a:schemeClr val="bg2">
                          <a:lumMod val="25000"/>
                        </a:schemeClr>
                      </a:solidFill>
                      <a:latin typeface="Avenir Book" panose="02000503020000020003" pitchFamily="2" charset="0"/>
                      <a:cs typeface="Arial"/>
                      <a:sym typeface="Arial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" altLang="ko-KR" kern="0" dirty="0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</m:ctrlPr>
                        </m:sSubPr>
                        <m:e>
                          <m:r>
                            <a:rPr lang="en" altLang="ko-KR" kern="0" dirty="0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𝑥</m:t>
                          </m:r>
                        </m:e>
                        <m:sub>
                          <m:r>
                            <a:rPr lang="en-US" altLang="ko-KR" kern="0" dirty="0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2</m:t>
                          </m:r>
                        </m:sub>
                      </m:sSub>
                      <m:r>
                        <a:rPr lang="en-US" altLang="ko-KR" kern="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cs typeface="Arial"/>
                          <a:sym typeface="Arial"/>
                        </a:rPr>
                        <m:t>=</m:t>
                      </m:r>
                    </m:oMath>
                  </a14:m>
                  <a:endParaRPr lang="en" altLang="ko-KR" kern="0" dirty="0">
                    <a:solidFill>
                      <a:schemeClr val="bg2">
                        <a:lumMod val="25000"/>
                      </a:schemeClr>
                    </a:solidFill>
                    <a:latin typeface="Avenir Book" panose="02000503020000020003" pitchFamily="2" charset="0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115" name="Google Shape;380;p22">
                  <a:extLst>
                    <a:ext uri="{FF2B5EF4-FFF2-40B4-BE49-F238E27FC236}">
                      <a16:creationId xmlns:a16="http://schemas.microsoft.com/office/drawing/2014/main" id="{79CBD253-E0DD-785F-E29A-A0155739FB4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10495" y="3311423"/>
                  <a:ext cx="2233149" cy="279796"/>
                </a:xfrm>
                <a:prstGeom prst="rect">
                  <a:avLst/>
                </a:prstGeom>
                <a:blipFill>
                  <a:blip r:embed="rId47"/>
                  <a:stretch>
                    <a:fillRect b="-8696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Google Shape;380;p22">
                  <a:extLst>
                    <a:ext uri="{FF2B5EF4-FFF2-40B4-BE49-F238E27FC236}">
                      <a16:creationId xmlns:a16="http://schemas.microsoft.com/office/drawing/2014/main" id="{64B330E8-4A80-5AC5-2E9F-2223BE56DDCA}"/>
                    </a:ext>
                  </a:extLst>
                </p:cNvPr>
                <p:cNvSpPr/>
                <p:nvPr/>
              </p:nvSpPr>
              <p:spPr>
                <a:xfrm>
                  <a:off x="7588421" y="3306154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F7E79"/>
                </a:solid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36000" tIns="0" rIns="0" bIns="0" anchor="ctr" anchorCtr="0">
                  <a:noAutofit/>
                </a:bodyPr>
                <a:lstStyle/>
                <a:p>
                  <a:pPr algn="ctr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>
                        <m:r>
                          <a:rPr lang="en-US" altLang="ko-KR" b="0" i="1" kern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 </m:t>
                        </m:r>
                        <m:bar>
                          <m:barPr>
                            <m:pos m:val="top"/>
                            <m:ctrlPr>
                              <a:rPr lang="en-US" altLang="ko-KR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barPr>
                          <m:e>
                            <m:r>
                              <a:rPr lang="en-US" altLang="ko-KR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𝐴</m:t>
                            </m:r>
                          </m:e>
                        </m:bar>
                      </m:oMath>
                    </m:oMathPara>
                  </a14:m>
                  <a:endParaRPr lang="en-US" altLang="ko-KR" kern="0" dirty="0">
                    <a:solidFill>
                      <a:schemeClr val="bg1"/>
                    </a:solidFill>
                    <a:latin typeface="Avenir Book" panose="02000503020000020003" pitchFamily="2" charset="0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116" name="Google Shape;380;p22">
                  <a:extLst>
                    <a:ext uri="{FF2B5EF4-FFF2-40B4-BE49-F238E27FC236}">
                      <a16:creationId xmlns:a16="http://schemas.microsoft.com/office/drawing/2014/main" id="{64B330E8-4A80-5AC5-2E9F-2223BE56DDC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8421" y="3306154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blipFill>
                  <a:blip r:embed="rId48"/>
                  <a:stretch>
                    <a:fillRect l="-24000" t="-4348" r="-4000" b="-39130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Google Shape;380;p22">
                  <a:extLst>
                    <a:ext uri="{FF2B5EF4-FFF2-40B4-BE49-F238E27FC236}">
                      <a16:creationId xmlns:a16="http://schemas.microsoft.com/office/drawing/2014/main" id="{D288600F-6336-BF40-6514-7DCB6E65B5A6}"/>
                    </a:ext>
                  </a:extLst>
                </p:cNvPr>
                <p:cNvSpPr/>
                <p:nvPr/>
              </p:nvSpPr>
              <p:spPr>
                <a:xfrm>
                  <a:off x="8192133" y="3306154"/>
                  <a:ext cx="558483" cy="279796"/>
                </a:xfrm>
                <a:prstGeom prst="rect">
                  <a:avLst/>
                </a:prstGeom>
                <a:noFill/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</a:pPr>
                  <a:r>
                    <a:rPr lang="en" altLang="ko-KR" kern="0" dirty="0">
                      <a:solidFill>
                        <a:schemeClr val="bg2">
                          <a:lumMod val="25000"/>
                        </a:schemeClr>
                      </a:solidFill>
                      <a:latin typeface="Avenir Book" panose="02000503020000020003" pitchFamily="2" charset="0"/>
                      <a:cs typeface="Arial"/>
                      <a:sym typeface="Arial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kern="0" dirty="0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altLang="ko-KR" kern="0" dirty="0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𝑥</m:t>
                          </m:r>
                        </m:e>
                        <m:sub>
                          <m:r>
                            <a:rPr lang="en" altLang="ko-KR" kern="0" dirty="0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1</m:t>
                          </m:r>
                        </m:sub>
                      </m:sSub>
                      <m:r>
                        <a:rPr lang="en-US" altLang="ko-KR" kern="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cs typeface="Arial"/>
                          <a:sym typeface="Arial"/>
                        </a:rPr>
                        <m:t>+</m:t>
                      </m:r>
                    </m:oMath>
                  </a14:m>
                  <a:endParaRPr lang="en" altLang="ko-KR" kern="0" dirty="0">
                    <a:solidFill>
                      <a:schemeClr val="bg2">
                        <a:lumMod val="25000"/>
                      </a:schemeClr>
                    </a:solidFill>
                    <a:latin typeface="Avenir Book" panose="02000503020000020003" pitchFamily="2" charset="0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117" name="Google Shape;380;p22">
                  <a:extLst>
                    <a:ext uri="{FF2B5EF4-FFF2-40B4-BE49-F238E27FC236}">
                      <a16:creationId xmlns:a16="http://schemas.microsoft.com/office/drawing/2014/main" id="{D288600F-6336-BF40-6514-7DCB6E65B5A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2133" y="3306154"/>
                  <a:ext cx="558483" cy="279796"/>
                </a:xfrm>
                <a:prstGeom prst="rect">
                  <a:avLst/>
                </a:prstGeom>
                <a:blipFill>
                  <a:blip r:embed="rId49"/>
                  <a:stretch>
                    <a:fillRect r="-4444" b="-8696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Google Shape;380;p22">
                  <a:extLst>
                    <a:ext uri="{FF2B5EF4-FFF2-40B4-BE49-F238E27FC236}">
                      <a16:creationId xmlns:a16="http://schemas.microsoft.com/office/drawing/2014/main" id="{803989D2-1B02-7722-3C0C-5ACE1B74F0AC}"/>
                    </a:ext>
                  </a:extLst>
                </p:cNvPr>
                <p:cNvSpPr/>
                <p:nvPr/>
              </p:nvSpPr>
              <p:spPr>
                <a:xfrm>
                  <a:off x="8812796" y="3311423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accent6">
                    <a:lumMod val="75000"/>
                  </a:schemeClr>
                </a:solid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36000" tIns="0" rIns="0" bIns="0" anchor="ctr" anchorCtr="0">
                  <a:noAutofit/>
                </a:bodyPr>
                <a:lstStyle/>
                <a:p>
                  <a:pPr algn="ctr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>
                        <m:r>
                          <a:rPr lang="en-US" altLang="ko-KR" b="0" i="1" kern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 </m:t>
                        </m:r>
                        <m:bar>
                          <m:barPr>
                            <m:pos m:val="top"/>
                            <m:ctrlPr>
                              <a:rPr lang="en-US" altLang="ko-KR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barPr>
                          <m:e>
                            <m:r>
                              <a:rPr lang="en-US" altLang="ko-KR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𝐵</m:t>
                            </m:r>
                          </m:e>
                        </m:bar>
                      </m:oMath>
                    </m:oMathPara>
                  </a14:m>
                  <a:endParaRPr lang="en-US" altLang="ko-KR" kern="0" dirty="0">
                    <a:solidFill>
                      <a:schemeClr val="bg1"/>
                    </a:solidFill>
                    <a:latin typeface="Avenir Book" panose="02000503020000020003" pitchFamily="2" charset="0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118" name="Google Shape;380;p22">
                  <a:extLst>
                    <a:ext uri="{FF2B5EF4-FFF2-40B4-BE49-F238E27FC236}">
                      <a16:creationId xmlns:a16="http://schemas.microsoft.com/office/drawing/2014/main" id="{803989D2-1B02-7722-3C0C-5ACE1B74F0A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12796" y="3311423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blipFill>
                  <a:blip r:embed="rId50"/>
                  <a:stretch>
                    <a:fillRect l="-29167" r="-4167" b="-43478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Google Shape;380;p22">
                  <a:extLst>
                    <a:ext uri="{FF2B5EF4-FFF2-40B4-BE49-F238E27FC236}">
                      <a16:creationId xmlns:a16="http://schemas.microsoft.com/office/drawing/2014/main" id="{6A29D254-676B-39D8-5071-FBC5B8BB8369}"/>
                    </a:ext>
                  </a:extLst>
                </p:cNvPr>
                <p:cNvSpPr/>
                <p:nvPr/>
              </p:nvSpPr>
              <p:spPr>
                <a:xfrm>
                  <a:off x="9107218" y="3311423"/>
                  <a:ext cx="2233149" cy="279796"/>
                </a:xfrm>
                <a:prstGeom prst="rect">
                  <a:avLst/>
                </a:prstGeom>
                <a:noFill/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</a:pPr>
                  <a:r>
                    <a:rPr lang="en" altLang="ko-KR" kern="0" dirty="0">
                      <a:solidFill>
                        <a:schemeClr val="bg2">
                          <a:lumMod val="25000"/>
                        </a:schemeClr>
                      </a:solidFill>
                      <a:latin typeface="Avenir Book" panose="02000503020000020003" pitchFamily="2" charset="0"/>
                      <a:cs typeface="Arial"/>
                      <a:sym typeface="Arial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" altLang="ko-KR" kern="0" dirty="0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</m:ctrlPr>
                        </m:sSubPr>
                        <m:e>
                          <m:r>
                            <a:rPr lang="en" altLang="ko-KR" kern="0" dirty="0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𝑥</m:t>
                          </m:r>
                        </m:e>
                        <m:sub>
                          <m:r>
                            <a:rPr lang="en-US" altLang="ko-KR" kern="0" dirty="0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2</m:t>
                          </m:r>
                        </m:sub>
                      </m:sSub>
                    </m:oMath>
                  </a14:m>
                  <a:endParaRPr lang="en" altLang="ko-KR" kern="0" dirty="0">
                    <a:solidFill>
                      <a:schemeClr val="bg2">
                        <a:lumMod val="25000"/>
                      </a:schemeClr>
                    </a:solidFill>
                    <a:latin typeface="Avenir Book" panose="02000503020000020003" pitchFamily="2" charset="0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119" name="Google Shape;380;p22">
                  <a:extLst>
                    <a:ext uri="{FF2B5EF4-FFF2-40B4-BE49-F238E27FC236}">
                      <a16:creationId xmlns:a16="http://schemas.microsoft.com/office/drawing/2014/main" id="{6A29D254-676B-39D8-5071-FBC5B8BB836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07218" y="3311423"/>
                  <a:ext cx="2233149" cy="279796"/>
                </a:xfrm>
                <a:prstGeom prst="rect">
                  <a:avLst/>
                </a:prstGeom>
                <a:blipFill>
                  <a:blip r:embed="rId51"/>
                  <a:stretch>
                    <a:fillRect b="-8696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Google Shape;380;p22">
                  <a:extLst>
                    <a:ext uri="{FF2B5EF4-FFF2-40B4-BE49-F238E27FC236}">
                      <a16:creationId xmlns:a16="http://schemas.microsoft.com/office/drawing/2014/main" id="{8DFF5461-E726-E0C2-AE13-07D13D740254}"/>
                    </a:ext>
                  </a:extLst>
                </p:cNvPr>
                <p:cNvSpPr/>
                <p:nvPr/>
              </p:nvSpPr>
              <p:spPr>
                <a:xfrm>
                  <a:off x="7897710" y="3304317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accent6">
                    <a:lumMod val="75000"/>
                  </a:schemeClr>
                </a:solid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36000" tIns="0" rIns="0" bIns="0" anchor="ctr" anchorCtr="0">
                  <a:noAutofit/>
                </a:bodyPr>
                <a:lstStyle/>
                <a:p>
                  <a:pPr algn="ctr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>
                        <m:r>
                          <a:rPr lang="en-US" altLang="ko-KR" b="0" i="1" kern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 </m:t>
                        </m:r>
                        <m:bar>
                          <m:barPr>
                            <m:pos m:val="top"/>
                            <m:ctrlPr>
                              <a:rPr lang="en-US" altLang="ko-KR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barPr>
                          <m:e>
                            <m:r>
                              <a:rPr lang="en-US" altLang="ko-KR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𝐵</m:t>
                            </m:r>
                          </m:e>
                        </m:bar>
                      </m:oMath>
                    </m:oMathPara>
                  </a14:m>
                  <a:endParaRPr lang="en-US" altLang="ko-KR" kern="0" dirty="0">
                    <a:solidFill>
                      <a:schemeClr val="bg1"/>
                    </a:solidFill>
                    <a:latin typeface="Avenir Book" panose="02000503020000020003" pitchFamily="2" charset="0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120" name="Google Shape;380;p22">
                  <a:extLst>
                    <a:ext uri="{FF2B5EF4-FFF2-40B4-BE49-F238E27FC236}">
                      <a16:creationId xmlns:a16="http://schemas.microsoft.com/office/drawing/2014/main" id="{8DFF5461-E726-E0C2-AE13-07D13D74025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97710" y="3304317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blipFill>
                  <a:blip r:embed="rId52"/>
                  <a:stretch>
                    <a:fillRect l="-29167" t="-4348" r="-4167" b="-39130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722651FA-9C6E-C113-2CB1-3890AB36365B}"/>
              </a:ext>
            </a:extLst>
          </p:cNvPr>
          <p:cNvGrpSpPr/>
          <p:nvPr/>
        </p:nvGrpSpPr>
        <p:grpSpPr>
          <a:xfrm>
            <a:off x="5027253" y="3803688"/>
            <a:ext cx="6061818" cy="314386"/>
            <a:chOff x="5059911" y="3803688"/>
            <a:chExt cx="6061818" cy="3143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Google Shape;380;p22">
                  <a:extLst>
                    <a:ext uri="{FF2B5EF4-FFF2-40B4-BE49-F238E27FC236}">
                      <a16:creationId xmlns:a16="http://schemas.microsoft.com/office/drawing/2014/main" id="{16419110-CB5D-E508-4B2C-9466F7A51A67}"/>
                    </a:ext>
                  </a:extLst>
                </p:cNvPr>
                <p:cNvSpPr/>
                <p:nvPr/>
              </p:nvSpPr>
              <p:spPr>
                <a:xfrm>
                  <a:off x="5059911" y="3803688"/>
                  <a:ext cx="852906" cy="279796"/>
                </a:xfrm>
                <a:prstGeom prst="rect">
                  <a:avLst/>
                </a:prstGeom>
                <a:noFill/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</a:pPr>
                  <a:r>
                    <a:rPr lang="en" altLang="ko-KR" kern="0" dirty="0">
                      <a:solidFill>
                        <a:schemeClr val="bg2">
                          <a:lumMod val="25000"/>
                        </a:schemeClr>
                      </a:solidFill>
                      <a:latin typeface="Avenir Book" panose="02000503020000020003" pitchFamily="2" charset="0"/>
                      <a:cs typeface="Arial"/>
                      <a:sym typeface="Arial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kern="0" dirty="0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altLang="ko-KR" kern="0" dirty="0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𝒉</m:t>
                          </m:r>
                        </m:e>
                        <m:sub>
                          <m:r>
                            <a:rPr lang="en-US" altLang="ko-KR" kern="0" dirty="0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3</m:t>
                          </m:r>
                        </m:sub>
                      </m:sSub>
                      <m:r>
                        <a:rPr lang="en-US" altLang="ko-KR" kern="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cs typeface="Arial"/>
                          <a:sym typeface="Arial"/>
                        </a:rPr>
                        <m:t>=</m:t>
                      </m:r>
                    </m:oMath>
                  </a14:m>
                  <a:endParaRPr lang="en" altLang="ko-KR" kern="0" dirty="0">
                    <a:solidFill>
                      <a:schemeClr val="bg2">
                        <a:lumMod val="25000"/>
                      </a:schemeClr>
                    </a:solidFill>
                    <a:latin typeface="Avenir Book" panose="02000503020000020003" pitchFamily="2" charset="0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121" name="Google Shape;380;p22">
                  <a:extLst>
                    <a:ext uri="{FF2B5EF4-FFF2-40B4-BE49-F238E27FC236}">
                      <a16:creationId xmlns:a16="http://schemas.microsoft.com/office/drawing/2014/main" id="{16419110-CB5D-E508-4B2C-9466F7A51A6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59911" y="3803688"/>
                  <a:ext cx="852906" cy="279796"/>
                </a:xfrm>
                <a:prstGeom prst="rect">
                  <a:avLst/>
                </a:prstGeom>
                <a:blipFill>
                  <a:blip r:embed="rId53"/>
                  <a:stretch>
                    <a:fillRect l="-2941" b="-8696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Google Shape;380;p22">
                  <a:extLst>
                    <a:ext uri="{FF2B5EF4-FFF2-40B4-BE49-F238E27FC236}">
                      <a16:creationId xmlns:a16="http://schemas.microsoft.com/office/drawing/2014/main" id="{A1791087-EA1C-2FB3-C8DC-B0E8FA7A1CAE}"/>
                    </a:ext>
                  </a:extLst>
                </p:cNvPr>
                <p:cNvSpPr/>
                <p:nvPr/>
              </p:nvSpPr>
              <p:spPr>
                <a:xfrm>
                  <a:off x="5696852" y="3833009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F7E79"/>
                </a:solid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36000" tIns="0" rIns="0" bIns="0" anchor="ctr" anchorCtr="0">
                  <a:noAutofit/>
                </a:bodyPr>
                <a:lstStyle/>
                <a:p>
                  <a:pPr algn="ctr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>
                        <m:r>
                          <a:rPr lang="en-US" altLang="ko-KR" b="0" i="1" kern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 </m:t>
                        </m:r>
                        <m:bar>
                          <m:barPr>
                            <m:pos m:val="top"/>
                            <m:ctrlPr>
                              <a:rPr lang="en-US" altLang="ko-KR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barPr>
                          <m:e>
                            <m:r>
                              <a:rPr lang="en-US" altLang="ko-KR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𝐴</m:t>
                            </m:r>
                          </m:e>
                        </m:bar>
                      </m:oMath>
                    </m:oMathPara>
                  </a14:m>
                  <a:endParaRPr lang="en-US" altLang="ko-KR" kern="0" dirty="0">
                    <a:solidFill>
                      <a:schemeClr val="bg1"/>
                    </a:solidFill>
                    <a:latin typeface="Avenir Book" panose="02000503020000020003" pitchFamily="2" charset="0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122" name="Google Shape;380;p22">
                  <a:extLst>
                    <a:ext uri="{FF2B5EF4-FFF2-40B4-BE49-F238E27FC236}">
                      <a16:creationId xmlns:a16="http://schemas.microsoft.com/office/drawing/2014/main" id="{A1791087-EA1C-2FB3-C8DC-B0E8FA7A1CA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96852" y="3833009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blipFill>
                  <a:blip r:embed="rId54"/>
                  <a:stretch>
                    <a:fillRect l="-25000" t="-4348" r="-8333" b="-43478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Google Shape;380;p22">
                  <a:extLst>
                    <a:ext uri="{FF2B5EF4-FFF2-40B4-BE49-F238E27FC236}">
                      <a16:creationId xmlns:a16="http://schemas.microsoft.com/office/drawing/2014/main" id="{CD49EDEC-B780-6E11-EB9B-43A2E2B2C3F7}"/>
                    </a:ext>
                  </a:extLst>
                </p:cNvPr>
                <p:cNvSpPr/>
                <p:nvPr/>
              </p:nvSpPr>
              <p:spPr>
                <a:xfrm>
                  <a:off x="5991275" y="3833009"/>
                  <a:ext cx="558483" cy="279796"/>
                </a:xfrm>
                <a:prstGeom prst="rect">
                  <a:avLst/>
                </a:prstGeom>
                <a:noFill/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</a:pPr>
                  <a:r>
                    <a:rPr lang="en" altLang="ko-KR" kern="0" dirty="0">
                      <a:solidFill>
                        <a:schemeClr val="bg2">
                          <a:lumMod val="25000"/>
                        </a:schemeClr>
                      </a:solidFill>
                      <a:latin typeface="Avenir Book" panose="02000503020000020003" pitchFamily="2" charset="0"/>
                      <a:cs typeface="Arial"/>
                      <a:sym typeface="Arial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kern="0" dirty="0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altLang="ko-KR" kern="0" dirty="0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𝒉</m:t>
                          </m:r>
                        </m:e>
                        <m:sub>
                          <m:r>
                            <a:rPr lang="en-US" altLang="ko-KR" kern="0" dirty="0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2</m:t>
                          </m:r>
                        </m:sub>
                      </m:sSub>
                      <m:r>
                        <a:rPr lang="en-US" altLang="ko-KR" kern="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cs typeface="Arial"/>
                          <a:sym typeface="Arial"/>
                        </a:rPr>
                        <m:t>+</m:t>
                      </m:r>
                    </m:oMath>
                  </a14:m>
                  <a:endParaRPr lang="en" altLang="ko-KR" kern="0" dirty="0">
                    <a:solidFill>
                      <a:schemeClr val="bg2">
                        <a:lumMod val="25000"/>
                      </a:schemeClr>
                    </a:solidFill>
                    <a:latin typeface="Avenir Book" panose="02000503020000020003" pitchFamily="2" charset="0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123" name="Google Shape;380;p22">
                  <a:extLst>
                    <a:ext uri="{FF2B5EF4-FFF2-40B4-BE49-F238E27FC236}">
                      <a16:creationId xmlns:a16="http://schemas.microsoft.com/office/drawing/2014/main" id="{CD49EDEC-B780-6E11-EB9B-43A2E2B2C3F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91275" y="3833009"/>
                  <a:ext cx="558483" cy="279796"/>
                </a:xfrm>
                <a:prstGeom prst="rect">
                  <a:avLst/>
                </a:prstGeom>
                <a:blipFill>
                  <a:blip r:embed="rId55"/>
                  <a:stretch>
                    <a:fillRect l="-2174" r="-6522" b="-8696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Google Shape;380;p22">
                  <a:extLst>
                    <a:ext uri="{FF2B5EF4-FFF2-40B4-BE49-F238E27FC236}">
                      <a16:creationId xmlns:a16="http://schemas.microsoft.com/office/drawing/2014/main" id="{B670A50A-6B93-86D2-4F54-826C7833C0A7}"/>
                    </a:ext>
                  </a:extLst>
                </p:cNvPr>
                <p:cNvSpPr/>
                <p:nvPr/>
              </p:nvSpPr>
              <p:spPr>
                <a:xfrm>
                  <a:off x="6611938" y="3838278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accent6">
                    <a:lumMod val="75000"/>
                  </a:schemeClr>
                </a:solid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36000" tIns="0" rIns="0" bIns="0" anchor="ctr" anchorCtr="0">
                  <a:noAutofit/>
                </a:bodyPr>
                <a:lstStyle/>
                <a:p>
                  <a:pPr algn="ctr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>
                        <m:r>
                          <a:rPr lang="en-US" altLang="ko-KR" b="0" i="1" kern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 </m:t>
                        </m:r>
                        <m:bar>
                          <m:barPr>
                            <m:pos m:val="top"/>
                            <m:ctrlPr>
                              <a:rPr lang="en-US" altLang="ko-KR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barPr>
                          <m:e>
                            <m:r>
                              <a:rPr lang="en-US" altLang="ko-KR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𝐵</m:t>
                            </m:r>
                          </m:e>
                        </m:bar>
                      </m:oMath>
                    </m:oMathPara>
                  </a14:m>
                  <a:endParaRPr lang="en-US" altLang="ko-KR" kern="0" dirty="0">
                    <a:solidFill>
                      <a:schemeClr val="bg1"/>
                    </a:solidFill>
                    <a:latin typeface="Avenir Book" panose="02000503020000020003" pitchFamily="2" charset="0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124" name="Google Shape;380;p22">
                  <a:extLst>
                    <a:ext uri="{FF2B5EF4-FFF2-40B4-BE49-F238E27FC236}">
                      <a16:creationId xmlns:a16="http://schemas.microsoft.com/office/drawing/2014/main" id="{B670A50A-6B93-86D2-4F54-826C7833C0A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11938" y="3838278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blipFill>
                  <a:blip r:embed="rId56"/>
                  <a:stretch>
                    <a:fillRect l="-24000" t="-4348" r="-4000" b="-39130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Google Shape;380;p22">
                  <a:extLst>
                    <a:ext uri="{FF2B5EF4-FFF2-40B4-BE49-F238E27FC236}">
                      <a16:creationId xmlns:a16="http://schemas.microsoft.com/office/drawing/2014/main" id="{49DEE8A1-F32D-BF90-8C54-EB44C5AA7CA7}"/>
                    </a:ext>
                  </a:extLst>
                </p:cNvPr>
                <p:cNvSpPr/>
                <p:nvPr/>
              </p:nvSpPr>
              <p:spPr>
                <a:xfrm>
                  <a:off x="6906360" y="3838278"/>
                  <a:ext cx="2233149" cy="279796"/>
                </a:xfrm>
                <a:prstGeom prst="rect">
                  <a:avLst/>
                </a:prstGeom>
                <a:noFill/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</a:pPr>
                  <a:r>
                    <a:rPr lang="en" altLang="ko-KR" kern="0" dirty="0">
                      <a:solidFill>
                        <a:schemeClr val="bg2">
                          <a:lumMod val="25000"/>
                        </a:schemeClr>
                      </a:solidFill>
                      <a:latin typeface="Avenir Book" panose="02000503020000020003" pitchFamily="2" charset="0"/>
                      <a:cs typeface="Arial"/>
                      <a:sym typeface="Arial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" altLang="ko-KR" kern="0" dirty="0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</m:ctrlPr>
                        </m:sSubPr>
                        <m:e>
                          <m:r>
                            <a:rPr lang="en" altLang="ko-KR" kern="0" dirty="0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𝑥</m:t>
                          </m:r>
                        </m:e>
                        <m:sub>
                          <m:r>
                            <a:rPr lang="en-US" altLang="ko-KR" kern="0" dirty="0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3</m:t>
                          </m:r>
                        </m:sub>
                      </m:sSub>
                      <m:r>
                        <a:rPr lang="en-US" altLang="ko-KR" kern="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cs typeface="Arial"/>
                          <a:sym typeface="Arial"/>
                        </a:rPr>
                        <m:t>=</m:t>
                      </m:r>
                    </m:oMath>
                  </a14:m>
                  <a:endParaRPr lang="en" altLang="ko-KR" kern="0" dirty="0">
                    <a:solidFill>
                      <a:schemeClr val="bg2">
                        <a:lumMod val="25000"/>
                      </a:schemeClr>
                    </a:solidFill>
                    <a:latin typeface="Avenir Book" panose="02000503020000020003" pitchFamily="2" charset="0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125" name="Google Shape;380;p22">
                  <a:extLst>
                    <a:ext uri="{FF2B5EF4-FFF2-40B4-BE49-F238E27FC236}">
                      <a16:creationId xmlns:a16="http://schemas.microsoft.com/office/drawing/2014/main" id="{49DEE8A1-F32D-BF90-8C54-EB44C5AA7CA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06360" y="3838278"/>
                  <a:ext cx="2233149" cy="279796"/>
                </a:xfrm>
                <a:prstGeom prst="rect">
                  <a:avLst/>
                </a:prstGeom>
                <a:blipFill>
                  <a:blip r:embed="rId57"/>
                  <a:stretch>
                    <a:fillRect b="-8696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Google Shape;380;p22">
                  <a:extLst>
                    <a:ext uri="{FF2B5EF4-FFF2-40B4-BE49-F238E27FC236}">
                      <a16:creationId xmlns:a16="http://schemas.microsoft.com/office/drawing/2014/main" id="{B742E61E-3078-5165-7E32-EC3B5DD00B29}"/>
                    </a:ext>
                  </a:extLst>
                </p:cNvPr>
                <p:cNvSpPr/>
                <p:nvPr/>
              </p:nvSpPr>
              <p:spPr>
                <a:xfrm>
                  <a:off x="7584286" y="3833009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F7E79"/>
                </a:solid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36000" tIns="0" rIns="0" bIns="0" anchor="ctr" anchorCtr="0">
                  <a:noAutofit/>
                </a:bodyPr>
                <a:lstStyle/>
                <a:p>
                  <a:pPr algn="ctr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>
                        <m:r>
                          <a:rPr lang="en-US" altLang="ko-KR" b="0" i="1" kern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 </m:t>
                        </m:r>
                        <m:bar>
                          <m:barPr>
                            <m:pos m:val="top"/>
                            <m:ctrlPr>
                              <a:rPr lang="en-US" altLang="ko-KR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barPr>
                          <m:e>
                            <m:r>
                              <a:rPr lang="en-US" altLang="ko-KR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𝐴</m:t>
                            </m:r>
                          </m:e>
                        </m:bar>
                      </m:oMath>
                    </m:oMathPara>
                  </a14:m>
                  <a:endParaRPr lang="en-US" altLang="ko-KR" kern="0" dirty="0">
                    <a:solidFill>
                      <a:schemeClr val="bg1"/>
                    </a:solidFill>
                    <a:latin typeface="Avenir Book" panose="02000503020000020003" pitchFamily="2" charset="0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126" name="Google Shape;380;p22">
                  <a:extLst>
                    <a:ext uri="{FF2B5EF4-FFF2-40B4-BE49-F238E27FC236}">
                      <a16:creationId xmlns:a16="http://schemas.microsoft.com/office/drawing/2014/main" id="{B742E61E-3078-5165-7E32-EC3B5DD00B2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4286" y="3833009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blipFill>
                  <a:blip r:embed="rId58"/>
                  <a:stretch>
                    <a:fillRect l="-25000" t="-4348" r="-8333" b="-43478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Google Shape;380;p22">
                  <a:extLst>
                    <a:ext uri="{FF2B5EF4-FFF2-40B4-BE49-F238E27FC236}">
                      <a16:creationId xmlns:a16="http://schemas.microsoft.com/office/drawing/2014/main" id="{749B9275-B072-6B20-7EAA-E9EDD9EA8164}"/>
                    </a:ext>
                  </a:extLst>
                </p:cNvPr>
                <p:cNvSpPr/>
                <p:nvPr/>
              </p:nvSpPr>
              <p:spPr>
                <a:xfrm>
                  <a:off x="8504294" y="3833009"/>
                  <a:ext cx="558483" cy="279796"/>
                </a:xfrm>
                <a:prstGeom prst="rect">
                  <a:avLst/>
                </a:prstGeom>
                <a:noFill/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</a:pPr>
                  <a:r>
                    <a:rPr lang="en" altLang="ko-KR" kern="0" dirty="0">
                      <a:solidFill>
                        <a:schemeClr val="bg2">
                          <a:lumMod val="25000"/>
                        </a:schemeClr>
                      </a:solidFill>
                      <a:latin typeface="Avenir Book" panose="02000503020000020003" pitchFamily="2" charset="0"/>
                      <a:cs typeface="Arial"/>
                      <a:sym typeface="Arial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kern="0" dirty="0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altLang="ko-KR" kern="0" dirty="0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𝑥</m:t>
                          </m:r>
                        </m:e>
                        <m:sub>
                          <m:r>
                            <a:rPr lang="en" altLang="ko-KR" kern="0" dirty="0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1</m:t>
                          </m:r>
                        </m:sub>
                      </m:sSub>
                      <m:r>
                        <a:rPr lang="en-US" altLang="ko-KR" kern="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cs typeface="Arial"/>
                          <a:sym typeface="Arial"/>
                        </a:rPr>
                        <m:t>+</m:t>
                      </m:r>
                    </m:oMath>
                  </a14:m>
                  <a:endParaRPr lang="en" altLang="ko-KR" kern="0" dirty="0">
                    <a:solidFill>
                      <a:schemeClr val="bg2">
                        <a:lumMod val="25000"/>
                      </a:schemeClr>
                    </a:solidFill>
                    <a:latin typeface="Avenir Book" panose="02000503020000020003" pitchFamily="2" charset="0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127" name="Google Shape;380;p22">
                  <a:extLst>
                    <a:ext uri="{FF2B5EF4-FFF2-40B4-BE49-F238E27FC236}">
                      <a16:creationId xmlns:a16="http://schemas.microsoft.com/office/drawing/2014/main" id="{749B9275-B072-6B20-7EAA-E9EDD9EA816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04294" y="3833009"/>
                  <a:ext cx="558483" cy="279796"/>
                </a:xfrm>
                <a:prstGeom prst="rect">
                  <a:avLst/>
                </a:prstGeom>
                <a:blipFill>
                  <a:blip r:embed="rId59"/>
                  <a:stretch>
                    <a:fillRect r="-4545" b="-8696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Google Shape;380;p22">
                  <a:extLst>
                    <a:ext uri="{FF2B5EF4-FFF2-40B4-BE49-F238E27FC236}">
                      <a16:creationId xmlns:a16="http://schemas.microsoft.com/office/drawing/2014/main" id="{E71BC8E4-70F1-3CD1-7C1F-7D0DBA0C9102}"/>
                    </a:ext>
                  </a:extLst>
                </p:cNvPr>
                <p:cNvSpPr/>
                <p:nvPr/>
              </p:nvSpPr>
              <p:spPr>
                <a:xfrm>
                  <a:off x="8209871" y="3831172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accent6">
                    <a:lumMod val="75000"/>
                  </a:schemeClr>
                </a:solid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36000" tIns="0" rIns="0" bIns="0" anchor="ctr" anchorCtr="0">
                  <a:noAutofit/>
                </a:bodyPr>
                <a:lstStyle/>
                <a:p>
                  <a:pPr algn="ctr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>
                        <m:r>
                          <a:rPr lang="en-US" altLang="ko-KR" b="0" i="1" kern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 </m:t>
                        </m:r>
                        <m:bar>
                          <m:barPr>
                            <m:pos m:val="top"/>
                            <m:ctrlPr>
                              <a:rPr lang="en-US" altLang="ko-KR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barPr>
                          <m:e>
                            <m:r>
                              <a:rPr lang="en-US" altLang="ko-KR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𝐵</m:t>
                            </m:r>
                          </m:e>
                        </m:bar>
                      </m:oMath>
                    </m:oMathPara>
                  </a14:m>
                  <a:endParaRPr lang="en-US" altLang="ko-KR" kern="0" dirty="0">
                    <a:solidFill>
                      <a:schemeClr val="bg1"/>
                    </a:solidFill>
                    <a:latin typeface="Avenir Book" panose="02000503020000020003" pitchFamily="2" charset="0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130" name="Google Shape;380;p22">
                  <a:extLst>
                    <a:ext uri="{FF2B5EF4-FFF2-40B4-BE49-F238E27FC236}">
                      <a16:creationId xmlns:a16="http://schemas.microsoft.com/office/drawing/2014/main" id="{E71BC8E4-70F1-3CD1-7C1F-7D0DBA0C910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09871" y="3831172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blipFill>
                  <a:blip r:embed="rId60"/>
                  <a:stretch>
                    <a:fillRect l="-28000" t="-4348" r="-4000" b="-43478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Google Shape;380;p22">
                  <a:extLst>
                    <a:ext uri="{FF2B5EF4-FFF2-40B4-BE49-F238E27FC236}">
                      <a16:creationId xmlns:a16="http://schemas.microsoft.com/office/drawing/2014/main" id="{8A889DCD-F4E1-B44C-8C64-D021626DC38E}"/>
                    </a:ext>
                  </a:extLst>
                </p:cNvPr>
                <p:cNvSpPr/>
                <p:nvPr/>
              </p:nvSpPr>
              <p:spPr>
                <a:xfrm>
                  <a:off x="9157247" y="3831172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F7E79"/>
                </a:solid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36000" tIns="0" rIns="0" bIns="0" anchor="ctr" anchorCtr="0">
                  <a:noAutofit/>
                </a:bodyPr>
                <a:lstStyle/>
                <a:p>
                  <a:pPr algn="ctr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>
                        <m:r>
                          <a:rPr lang="en-US" altLang="ko-KR" b="0" i="1" kern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 </m:t>
                        </m:r>
                        <m:bar>
                          <m:barPr>
                            <m:pos m:val="top"/>
                            <m:ctrlPr>
                              <a:rPr lang="en-US" altLang="ko-KR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barPr>
                          <m:e>
                            <m:r>
                              <a:rPr lang="en-US" altLang="ko-KR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𝐴</m:t>
                            </m:r>
                          </m:e>
                        </m:bar>
                      </m:oMath>
                    </m:oMathPara>
                  </a14:m>
                  <a:endParaRPr lang="en-US" altLang="ko-KR" kern="0" dirty="0">
                    <a:solidFill>
                      <a:schemeClr val="bg1"/>
                    </a:solidFill>
                    <a:latin typeface="Avenir Book" panose="02000503020000020003" pitchFamily="2" charset="0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131" name="Google Shape;380;p22">
                  <a:extLst>
                    <a:ext uri="{FF2B5EF4-FFF2-40B4-BE49-F238E27FC236}">
                      <a16:creationId xmlns:a16="http://schemas.microsoft.com/office/drawing/2014/main" id="{8A889DCD-F4E1-B44C-8C64-D021626DC38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57247" y="3831172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blipFill>
                  <a:blip r:embed="rId61"/>
                  <a:stretch>
                    <a:fillRect l="-29167" t="-4348" r="-8333" b="-39130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Google Shape;380;p22">
                  <a:extLst>
                    <a:ext uri="{FF2B5EF4-FFF2-40B4-BE49-F238E27FC236}">
                      <a16:creationId xmlns:a16="http://schemas.microsoft.com/office/drawing/2014/main" id="{1A7512FA-A471-10AA-5E26-D1A916973AE2}"/>
                    </a:ext>
                  </a:extLst>
                </p:cNvPr>
                <p:cNvSpPr/>
                <p:nvPr/>
              </p:nvSpPr>
              <p:spPr>
                <a:xfrm>
                  <a:off x="9760959" y="3831172"/>
                  <a:ext cx="558483" cy="279796"/>
                </a:xfrm>
                <a:prstGeom prst="rect">
                  <a:avLst/>
                </a:prstGeom>
                <a:noFill/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</a:pPr>
                  <a:r>
                    <a:rPr lang="en" altLang="ko-KR" kern="0" dirty="0">
                      <a:solidFill>
                        <a:schemeClr val="bg2">
                          <a:lumMod val="25000"/>
                        </a:schemeClr>
                      </a:solidFill>
                      <a:latin typeface="Avenir Book" panose="02000503020000020003" pitchFamily="2" charset="0"/>
                      <a:cs typeface="Arial"/>
                      <a:sym typeface="Arial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kern="0" dirty="0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altLang="ko-KR" kern="0" dirty="0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𝑥</m:t>
                          </m:r>
                        </m:e>
                        <m:sub>
                          <m:r>
                            <a:rPr lang="en-US" altLang="ko-KR" kern="0" dirty="0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2</m:t>
                          </m:r>
                        </m:sub>
                      </m:sSub>
                      <m:r>
                        <a:rPr lang="en-US" altLang="ko-KR" kern="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cs typeface="Arial"/>
                          <a:sym typeface="Arial"/>
                        </a:rPr>
                        <m:t>+</m:t>
                      </m:r>
                    </m:oMath>
                  </a14:m>
                  <a:endParaRPr lang="en" altLang="ko-KR" kern="0" dirty="0">
                    <a:solidFill>
                      <a:schemeClr val="bg2">
                        <a:lumMod val="25000"/>
                      </a:schemeClr>
                    </a:solidFill>
                    <a:latin typeface="Avenir Book" panose="02000503020000020003" pitchFamily="2" charset="0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132" name="Google Shape;380;p22">
                  <a:extLst>
                    <a:ext uri="{FF2B5EF4-FFF2-40B4-BE49-F238E27FC236}">
                      <a16:creationId xmlns:a16="http://schemas.microsoft.com/office/drawing/2014/main" id="{1A7512FA-A471-10AA-5E26-D1A916973AE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60959" y="3831172"/>
                  <a:ext cx="558483" cy="279796"/>
                </a:xfrm>
                <a:prstGeom prst="rect">
                  <a:avLst/>
                </a:prstGeom>
                <a:blipFill>
                  <a:blip r:embed="rId62"/>
                  <a:stretch>
                    <a:fillRect r="-6818" b="-8696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Google Shape;380;p22">
                  <a:extLst>
                    <a:ext uri="{FF2B5EF4-FFF2-40B4-BE49-F238E27FC236}">
                      <a16:creationId xmlns:a16="http://schemas.microsoft.com/office/drawing/2014/main" id="{192959D6-B0D7-A407-2689-1168FC14C493}"/>
                    </a:ext>
                  </a:extLst>
                </p:cNvPr>
                <p:cNvSpPr/>
                <p:nvPr/>
              </p:nvSpPr>
              <p:spPr>
                <a:xfrm>
                  <a:off x="10381622" y="3836441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accent6">
                    <a:lumMod val="75000"/>
                  </a:schemeClr>
                </a:solid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36000" tIns="0" rIns="0" bIns="0" anchor="ctr" anchorCtr="0">
                  <a:noAutofit/>
                </a:bodyPr>
                <a:lstStyle/>
                <a:p>
                  <a:pPr algn="ctr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>
                        <m:r>
                          <a:rPr lang="en-US" altLang="ko-KR" b="0" i="1" kern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 </m:t>
                        </m:r>
                        <m:bar>
                          <m:barPr>
                            <m:pos m:val="top"/>
                            <m:ctrlPr>
                              <a:rPr lang="en-US" altLang="ko-KR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barPr>
                          <m:e>
                            <m:r>
                              <a:rPr lang="en-US" altLang="ko-KR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𝐵</m:t>
                            </m:r>
                          </m:e>
                        </m:bar>
                      </m:oMath>
                    </m:oMathPara>
                  </a14:m>
                  <a:endParaRPr lang="en-US" altLang="ko-KR" kern="0" dirty="0">
                    <a:solidFill>
                      <a:schemeClr val="bg1"/>
                    </a:solidFill>
                    <a:latin typeface="Avenir Book" panose="02000503020000020003" pitchFamily="2" charset="0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133" name="Google Shape;380;p22">
                  <a:extLst>
                    <a:ext uri="{FF2B5EF4-FFF2-40B4-BE49-F238E27FC236}">
                      <a16:creationId xmlns:a16="http://schemas.microsoft.com/office/drawing/2014/main" id="{192959D6-B0D7-A407-2689-1168FC14C49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81622" y="3836441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blipFill>
                  <a:blip r:embed="rId63"/>
                  <a:stretch>
                    <a:fillRect l="-33333" r="-4167" b="-43478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Google Shape;380;p22">
                  <a:extLst>
                    <a:ext uri="{FF2B5EF4-FFF2-40B4-BE49-F238E27FC236}">
                      <a16:creationId xmlns:a16="http://schemas.microsoft.com/office/drawing/2014/main" id="{442F896A-483F-8A59-8A40-2FE9EE5E34F6}"/>
                    </a:ext>
                  </a:extLst>
                </p:cNvPr>
                <p:cNvSpPr/>
                <p:nvPr/>
              </p:nvSpPr>
              <p:spPr>
                <a:xfrm>
                  <a:off x="10676045" y="3836441"/>
                  <a:ext cx="445684" cy="279796"/>
                </a:xfrm>
                <a:prstGeom prst="rect">
                  <a:avLst/>
                </a:prstGeom>
                <a:noFill/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</a:pPr>
                  <a:r>
                    <a:rPr lang="en" altLang="ko-KR" kern="0" dirty="0">
                      <a:solidFill>
                        <a:schemeClr val="bg2">
                          <a:lumMod val="25000"/>
                        </a:schemeClr>
                      </a:solidFill>
                      <a:latin typeface="Avenir Book" panose="02000503020000020003" pitchFamily="2" charset="0"/>
                      <a:cs typeface="Arial"/>
                      <a:sym typeface="Arial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" altLang="ko-KR" kern="0" dirty="0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</m:ctrlPr>
                        </m:sSubPr>
                        <m:e>
                          <m:r>
                            <a:rPr lang="en" altLang="ko-KR" kern="0" dirty="0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𝑥</m:t>
                          </m:r>
                        </m:e>
                        <m:sub>
                          <m:r>
                            <a:rPr lang="en-US" altLang="ko-KR" kern="0" dirty="0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3</m:t>
                          </m:r>
                        </m:sub>
                      </m:sSub>
                    </m:oMath>
                  </a14:m>
                  <a:endParaRPr lang="en" altLang="ko-KR" kern="0" dirty="0">
                    <a:solidFill>
                      <a:schemeClr val="bg2">
                        <a:lumMod val="25000"/>
                      </a:schemeClr>
                    </a:solidFill>
                    <a:latin typeface="Avenir Book" panose="02000503020000020003" pitchFamily="2" charset="0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134" name="Google Shape;380;p22">
                  <a:extLst>
                    <a:ext uri="{FF2B5EF4-FFF2-40B4-BE49-F238E27FC236}">
                      <a16:creationId xmlns:a16="http://schemas.microsoft.com/office/drawing/2014/main" id="{442F896A-483F-8A59-8A40-2FE9EE5E34F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76045" y="3836441"/>
                  <a:ext cx="445684" cy="279796"/>
                </a:xfrm>
                <a:prstGeom prst="rect">
                  <a:avLst/>
                </a:prstGeom>
                <a:blipFill>
                  <a:blip r:embed="rId64"/>
                  <a:stretch>
                    <a:fillRect b="-13043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Google Shape;380;p22">
                  <a:extLst>
                    <a:ext uri="{FF2B5EF4-FFF2-40B4-BE49-F238E27FC236}">
                      <a16:creationId xmlns:a16="http://schemas.microsoft.com/office/drawing/2014/main" id="{0F6F920E-C9D9-6D05-0FE2-ACF63757AC01}"/>
                    </a:ext>
                  </a:extLst>
                </p:cNvPr>
                <p:cNvSpPr/>
                <p:nvPr/>
              </p:nvSpPr>
              <p:spPr>
                <a:xfrm>
                  <a:off x="9466536" y="3829335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accent6">
                    <a:lumMod val="75000"/>
                  </a:schemeClr>
                </a:solid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36000" tIns="0" rIns="0" bIns="0" anchor="ctr" anchorCtr="0">
                  <a:noAutofit/>
                </a:bodyPr>
                <a:lstStyle/>
                <a:p>
                  <a:pPr algn="ctr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>
                        <m:r>
                          <a:rPr lang="en-US" altLang="ko-KR" b="0" i="1" kern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 </m:t>
                        </m:r>
                        <m:bar>
                          <m:barPr>
                            <m:pos m:val="top"/>
                            <m:ctrlPr>
                              <a:rPr lang="en-US" altLang="ko-KR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barPr>
                          <m:e>
                            <m:r>
                              <a:rPr lang="en-US" altLang="ko-KR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𝐵</m:t>
                            </m:r>
                          </m:e>
                        </m:bar>
                      </m:oMath>
                    </m:oMathPara>
                  </a14:m>
                  <a:endParaRPr lang="en-US" altLang="ko-KR" kern="0" dirty="0">
                    <a:solidFill>
                      <a:schemeClr val="bg1"/>
                    </a:solidFill>
                    <a:latin typeface="Avenir Book" panose="02000503020000020003" pitchFamily="2" charset="0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135" name="Google Shape;380;p22">
                  <a:extLst>
                    <a:ext uri="{FF2B5EF4-FFF2-40B4-BE49-F238E27FC236}">
                      <a16:creationId xmlns:a16="http://schemas.microsoft.com/office/drawing/2014/main" id="{0F6F920E-C9D9-6D05-0FE2-ACF63757AC0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66536" y="3829335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blipFill>
                  <a:blip r:embed="rId65"/>
                  <a:stretch>
                    <a:fillRect l="-33333" t="-4348" r="-4167" b="-39130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Google Shape;380;p22">
                  <a:extLst>
                    <a:ext uri="{FF2B5EF4-FFF2-40B4-BE49-F238E27FC236}">
                      <a16:creationId xmlns:a16="http://schemas.microsoft.com/office/drawing/2014/main" id="{709DE9C6-5888-7F67-9048-8FA89B796DD9}"/>
                    </a:ext>
                  </a:extLst>
                </p:cNvPr>
                <p:cNvSpPr/>
                <p:nvPr/>
              </p:nvSpPr>
              <p:spPr>
                <a:xfrm>
                  <a:off x="7897710" y="3831172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F7E79"/>
                </a:solid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36000" tIns="0" rIns="0" bIns="0" anchor="ctr" anchorCtr="0">
                  <a:noAutofit/>
                </a:bodyPr>
                <a:lstStyle/>
                <a:p>
                  <a:pPr algn="ctr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>
                        <m:r>
                          <a:rPr lang="en-US" altLang="ko-KR" b="0" i="1" kern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 </m:t>
                        </m:r>
                        <m:bar>
                          <m:barPr>
                            <m:pos m:val="top"/>
                            <m:ctrlPr>
                              <a:rPr lang="en-US" altLang="ko-KR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barPr>
                          <m:e>
                            <m:r>
                              <a:rPr lang="en-US" altLang="ko-KR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𝐴</m:t>
                            </m:r>
                          </m:e>
                        </m:bar>
                      </m:oMath>
                    </m:oMathPara>
                  </a14:m>
                  <a:endParaRPr lang="en-US" altLang="ko-KR" kern="0" dirty="0">
                    <a:solidFill>
                      <a:schemeClr val="bg1"/>
                    </a:solidFill>
                    <a:latin typeface="Avenir Book" panose="02000503020000020003" pitchFamily="2" charset="0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136" name="Google Shape;380;p22">
                  <a:extLst>
                    <a:ext uri="{FF2B5EF4-FFF2-40B4-BE49-F238E27FC236}">
                      <a16:creationId xmlns:a16="http://schemas.microsoft.com/office/drawing/2014/main" id="{709DE9C6-5888-7F67-9048-8FA89B796DD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97710" y="3831172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blipFill>
                  <a:blip r:embed="rId66"/>
                  <a:stretch>
                    <a:fillRect l="-29167" t="-4348" r="-4167" b="-39130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052D4966-4CD5-B4C5-AA2E-13B53EB4FA5E}"/>
                  </a:ext>
                </a:extLst>
              </p:cNvPr>
              <p:cNvSpPr txBox="1"/>
              <p:nvPr/>
            </p:nvSpPr>
            <p:spPr>
              <a:xfrm rot="5400000">
                <a:off x="7470485" y="4389564"/>
                <a:ext cx="75113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ko-KR" sz="1800" kern="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cs typeface="Arial"/>
                          <a:sym typeface="Arial"/>
                        </a:rPr>
                        <m:t>⋯</m:t>
                      </m:r>
                    </m:oMath>
                  </m:oMathPara>
                </a14:m>
                <a:endParaRPr lang="ko-KR" altLang="en-US" dirty="0">
                  <a:latin typeface="Avenir Book" panose="02000503020000020003" pitchFamily="2" charset="0"/>
                </a:endParaRPr>
              </a:p>
            </p:txBody>
          </p:sp>
        </mc:Choice>
        <mc:Fallback xmlns="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052D4966-4CD5-B4C5-AA2E-13B53EB4FA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7470485" y="4389564"/>
                <a:ext cx="751132" cy="369332"/>
              </a:xfrm>
              <a:prstGeom prst="rect">
                <a:avLst/>
              </a:prstGeom>
              <a:blipFill>
                <a:blip r:embed="rId6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직사각형 3">
            <a:extLst>
              <a:ext uri="{FF2B5EF4-FFF2-40B4-BE49-F238E27FC236}">
                <a16:creationId xmlns:a16="http://schemas.microsoft.com/office/drawing/2014/main" id="{A21706E2-3DF9-F5B1-6D22-40324B48EFDC}"/>
              </a:ext>
            </a:extLst>
          </p:cNvPr>
          <p:cNvSpPr/>
          <p:nvPr/>
        </p:nvSpPr>
        <p:spPr>
          <a:xfrm>
            <a:off x="653143" y="2008414"/>
            <a:ext cx="3216728" cy="424543"/>
          </a:xfrm>
          <a:prstGeom prst="rect">
            <a:avLst/>
          </a:prstGeom>
          <a:solidFill>
            <a:srgbClr val="FCFCFC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Avenir Book" panose="02000503020000020003" pitchFamily="2" charset="0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00729886-915C-5A34-871D-7A5AAA522418}"/>
              </a:ext>
            </a:extLst>
          </p:cNvPr>
          <p:cNvGrpSpPr/>
          <p:nvPr/>
        </p:nvGrpSpPr>
        <p:grpSpPr>
          <a:xfrm>
            <a:off x="5027253" y="4969488"/>
            <a:ext cx="7060941" cy="1286079"/>
            <a:chOff x="5027253" y="4969488"/>
            <a:chExt cx="7060941" cy="1286079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03A771A1-433C-BA35-C7A9-F632DDF9EFE4}"/>
                </a:ext>
              </a:extLst>
            </p:cNvPr>
            <p:cNvGrpSpPr/>
            <p:nvPr/>
          </p:nvGrpSpPr>
          <p:grpSpPr>
            <a:xfrm>
              <a:off x="5027253" y="4969488"/>
              <a:ext cx="6990382" cy="993474"/>
              <a:chOff x="5059911" y="4969488"/>
              <a:chExt cx="6990382" cy="99347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5" name="TextBox 194">
                    <a:extLst>
                      <a:ext uri="{FF2B5EF4-FFF2-40B4-BE49-F238E27FC236}">
                        <a16:creationId xmlns:a16="http://schemas.microsoft.com/office/drawing/2014/main" id="{D18B36ED-BDCA-5BBA-7EEF-DE514B37D952}"/>
                      </a:ext>
                    </a:extLst>
                  </p:cNvPr>
                  <p:cNvSpPr txBox="1"/>
                  <p:nvPr/>
                </p:nvSpPr>
                <p:spPr>
                  <a:xfrm>
                    <a:off x="6804441" y="5426148"/>
                    <a:ext cx="4792035" cy="53681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d>
                            <m:dPr>
                              <m:ctrlPr>
                                <a:rPr lang="en-US" altLang="ko-KR" i="1" kern="0" dirty="0" smtClean="0">
                                  <a:solidFill>
                                    <a:srgbClr val="E7E6E6">
                                      <a:lumMod val="25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altLang="ko-KR" kern="0" dirty="0" smtClean="0">
                                      <a:solidFill>
                                        <a:srgbClr val="E7E6E6">
                                          <a:lumMod val="25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  <a:sym typeface="Arial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kern="0" dirty="0" smtClean="0">
                                      <a:solidFill>
                                        <a:srgbClr val="E7E6E6">
                                          <a:lumMod val="25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  <a:sym typeface="Arial"/>
                                    </a:rPr>
                                    <m:t>                                                                                   </m:t>
                                  </m:r>
                                </m:num>
                                <m:den>
                                  <m:r>
                                    <a:rPr lang="en-US" altLang="ko-KR" kern="0" dirty="0" smtClean="0">
                                      <a:solidFill>
                                        <a:srgbClr val="E7E6E6">
                                          <a:lumMod val="25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  <a:sym typeface="Arial"/>
                                    </a:rPr>
                                    <m:t> </m:t>
                                  </m:r>
                                </m:den>
                              </m:f>
                            </m:e>
                          </m:d>
                        </m:oMath>
                      </m:oMathPara>
                    </a14:m>
                    <a:endParaRPr lang="ko-KR" altLang="en-US" dirty="0">
                      <a:latin typeface="Avenir Book" panose="02000503020000020003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195" name="TextBox 194">
                    <a:extLst>
                      <a:ext uri="{FF2B5EF4-FFF2-40B4-BE49-F238E27FC236}">
                        <a16:creationId xmlns:a16="http://schemas.microsoft.com/office/drawing/2014/main" id="{D18B36ED-BDCA-5BBA-7EEF-DE514B37D95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04441" y="5426148"/>
                    <a:ext cx="4792035" cy="536814"/>
                  </a:xfrm>
                  <a:prstGeom prst="rect">
                    <a:avLst/>
                  </a:prstGeom>
                  <a:blipFill>
                    <a:blip r:embed="rId68"/>
                    <a:stretch>
                      <a:fillRect t="-13953" b="-23256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9" name="Google Shape;380;p22">
                    <a:extLst>
                      <a:ext uri="{FF2B5EF4-FFF2-40B4-BE49-F238E27FC236}">
                        <a16:creationId xmlns:a16="http://schemas.microsoft.com/office/drawing/2014/main" id="{19794305-3C46-BF4D-4556-AE0C9D128BC7}"/>
                      </a:ext>
                    </a:extLst>
                  </p:cNvPr>
                  <p:cNvSpPr/>
                  <p:nvPr/>
                </p:nvSpPr>
                <p:spPr>
                  <a:xfrm>
                    <a:off x="5061906" y="5007248"/>
                    <a:ext cx="852906" cy="279796"/>
                  </a:xfrm>
                  <a:prstGeom prst="rect">
                    <a:avLst/>
                  </a:prstGeom>
                  <a:noFill/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>
                      <a:buClr>
                        <a:srgbClr val="000000"/>
                      </a:buClr>
                    </a:pPr>
                    <a:r>
                      <a:rPr lang="en" altLang="ko-KR" kern="0" dirty="0">
                        <a:solidFill>
                          <a:schemeClr val="bg2">
                            <a:lumMod val="25000"/>
                          </a:schemeClr>
                        </a:solidFill>
                        <a:latin typeface="Avenir Book" panose="02000503020000020003" pitchFamily="2" charset="0"/>
                        <a:cs typeface="Arial"/>
                        <a:sym typeface="Arial"/>
                      </a:rPr>
                      <a:t>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𝒉</m:t>
                            </m:r>
                          </m:e>
                          <m:sub>
                            <m: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kern="0" dirty="0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=</m:t>
                        </m:r>
                      </m:oMath>
                    </a14:m>
                    <a:endParaRPr lang="en" altLang="ko-KR" kern="0" dirty="0">
                      <a:solidFill>
                        <a:schemeClr val="bg2">
                          <a:lumMod val="25000"/>
                        </a:schemeClr>
                      </a:solidFill>
                      <a:latin typeface="Avenir Book" panose="02000503020000020003" pitchFamily="2" charset="0"/>
                      <a:cs typeface="Arial"/>
                      <a:sym typeface="Arial"/>
                    </a:endParaRPr>
                  </a:p>
                </p:txBody>
              </p:sp>
            </mc:Choice>
            <mc:Fallback xmlns="">
              <p:sp>
                <p:nvSpPr>
                  <p:cNvPr id="139" name="Google Shape;380;p22">
                    <a:extLst>
                      <a:ext uri="{FF2B5EF4-FFF2-40B4-BE49-F238E27FC236}">
                        <a16:creationId xmlns:a16="http://schemas.microsoft.com/office/drawing/2014/main" id="{19794305-3C46-BF4D-4556-AE0C9D128BC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61906" y="5007248"/>
                    <a:ext cx="852906" cy="279796"/>
                  </a:xfrm>
                  <a:prstGeom prst="rect">
                    <a:avLst/>
                  </a:prstGeom>
                  <a:blipFill>
                    <a:blip r:embed="rId69"/>
                    <a:stretch>
                      <a:fillRect l="-2941" b="-8696"/>
                    </a:stretch>
                  </a:blip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5" name="Google Shape;380;p22">
                    <a:extLst>
                      <a:ext uri="{FF2B5EF4-FFF2-40B4-BE49-F238E27FC236}">
                        <a16:creationId xmlns:a16="http://schemas.microsoft.com/office/drawing/2014/main" id="{8522D70F-49F2-5EE6-6D29-A5EFE6844DA2}"/>
                      </a:ext>
                    </a:extLst>
                  </p:cNvPr>
                  <p:cNvSpPr/>
                  <p:nvPr/>
                </p:nvSpPr>
                <p:spPr>
                  <a:xfrm>
                    <a:off x="5696852" y="5018681"/>
                    <a:ext cx="294423" cy="279796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FF7E79"/>
                  </a:solid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36000" tIns="0" rIns="0" bIns="0" anchor="ctr" anchorCtr="0">
                    <a:noAutofit/>
                  </a:bodyPr>
                  <a:lstStyle/>
                  <a:p>
                    <a:pPr algn="ctr">
                      <a:buClr>
                        <a:srgbClr val="000000"/>
                      </a:buClr>
                    </a:pPr>
                    <a14:m>
                      <m:oMathPara xmlns:m="http://schemas.openxmlformats.org/officeDocument/2006/math">
                        <m:oMath>
                          <m:r>
                            <a:rPr lang="en-US" altLang="ko-KR" b="0" i="1" kern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 </m:t>
                          </m:r>
                          <m:bar>
                            <m:barPr>
                              <m:pos m:val="top"/>
                              <m:ctrlPr>
                                <a:rPr lang="en-US" altLang="ko-KR" i="1" kern="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</m:ctrlPr>
                            </m:barPr>
                            <m:e>
                              <m:r>
                                <a:rPr lang="en-US" altLang="ko-KR" i="1" kern="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  <m:t>𝐴</m:t>
                              </m:r>
                            </m:e>
                          </m:bar>
                        </m:oMath>
                      </m:oMathPara>
                    </a14:m>
                    <a:endParaRPr lang="en-US" altLang="ko-KR" kern="0" dirty="0">
                      <a:solidFill>
                        <a:schemeClr val="bg1"/>
                      </a:solidFill>
                      <a:latin typeface="Avenir Book" panose="02000503020000020003" pitchFamily="2" charset="0"/>
                      <a:cs typeface="Arial"/>
                      <a:sym typeface="Arial"/>
                    </a:endParaRPr>
                  </a:p>
                </p:txBody>
              </p:sp>
            </mc:Choice>
            <mc:Fallback xmlns="">
              <p:sp>
                <p:nvSpPr>
                  <p:cNvPr id="145" name="Google Shape;380;p22">
                    <a:extLst>
                      <a:ext uri="{FF2B5EF4-FFF2-40B4-BE49-F238E27FC236}">
                        <a16:creationId xmlns:a16="http://schemas.microsoft.com/office/drawing/2014/main" id="{8522D70F-49F2-5EE6-6D29-A5EFE6844DA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96852" y="5018681"/>
                    <a:ext cx="294423" cy="279796"/>
                  </a:xfrm>
                  <a:prstGeom prst="roundRect">
                    <a:avLst>
                      <a:gd name="adj" fmla="val 16667"/>
                    </a:avLst>
                  </a:prstGeom>
                  <a:blipFill>
                    <a:blip r:embed="rId70"/>
                    <a:stretch>
                      <a:fillRect l="-25000" t="-4348" r="-8333" b="-39130"/>
                    </a:stretch>
                  </a:blip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6" name="Google Shape;380;p22">
                    <a:extLst>
                      <a:ext uri="{FF2B5EF4-FFF2-40B4-BE49-F238E27FC236}">
                        <a16:creationId xmlns:a16="http://schemas.microsoft.com/office/drawing/2014/main" id="{B8417E39-4E48-B8E7-BB2F-070204FCBD34}"/>
                      </a:ext>
                    </a:extLst>
                  </p:cNvPr>
                  <p:cNvSpPr/>
                  <p:nvPr/>
                </p:nvSpPr>
                <p:spPr>
                  <a:xfrm>
                    <a:off x="5991275" y="5018681"/>
                    <a:ext cx="793746" cy="279796"/>
                  </a:xfrm>
                  <a:prstGeom prst="rect">
                    <a:avLst/>
                  </a:prstGeom>
                  <a:noFill/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>
                      <a:buClr>
                        <a:srgbClr val="000000"/>
                      </a:buClr>
                    </a:pPr>
                    <a:r>
                      <a:rPr lang="en" altLang="ko-KR" kern="0" dirty="0">
                        <a:solidFill>
                          <a:schemeClr val="bg2">
                            <a:lumMod val="25000"/>
                          </a:schemeClr>
                        </a:solidFill>
                        <a:latin typeface="Avenir Book" panose="02000503020000020003" pitchFamily="2" charset="0"/>
                        <a:cs typeface="Arial"/>
                        <a:sym typeface="Arial"/>
                      </a:rPr>
                      <a:t>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𝒉</m:t>
                            </m:r>
                          </m:e>
                          <m:sub>
                            <m: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𝑡</m:t>
                            </m:r>
                            <m: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−1</m:t>
                            </m:r>
                          </m:sub>
                        </m:sSub>
                        <m:r>
                          <a:rPr lang="en-US" altLang="ko-KR" kern="0" dirty="0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+</m:t>
                        </m:r>
                      </m:oMath>
                    </a14:m>
                    <a:endParaRPr lang="en" altLang="ko-KR" kern="0" dirty="0">
                      <a:solidFill>
                        <a:schemeClr val="bg2">
                          <a:lumMod val="25000"/>
                        </a:schemeClr>
                      </a:solidFill>
                      <a:latin typeface="Avenir Book" panose="02000503020000020003" pitchFamily="2" charset="0"/>
                      <a:cs typeface="Arial"/>
                      <a:sym typeface="Arial"/>
                    </a:endParaRPr>
                  </a:p>
                </p:txBody>
              </p:sp>
            </mc:Choice>
            <mc:Fallback xmlns="">
              <p:sp>
                <p:nvSpPr>
                  <p:cNvPr id="146" name="Google Shape;380;p22">
                    <a:extLst>
                      <a:ext uri="{FF2B5EF4-FFF2-40B4-BE49-F238E27FC236}">
                        <a16:creationId xmlns:a16="http://schemas.microsoft.com/office/drawing/2014/main" id="{B8417E39-4E48-B8E7-BB2F-070204FCBD3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91275" y="5018681"/>
                    <a:ext cx="793746" cy="279796"/>
                  </a:xfrm>
                  <a:prstGeom prst="rect">
                    <a:avLst/>
                  </a:prstGeom>
                  <a:blipFill>
                    <a:blip r:embed="rId71"/>
                    <a:stretch>
                      <a:fillRect l="-1563" r="-1563" b="-8696"/>
                    </a:stretch>
                  </a:blip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7" name="Google Shape;380;p22">
                    <a:extLst>
                      <a:ext uri="{FF2B5EF4-FFF2-40B4-BE49-F238E27FC236}">
                        <a16:creationId xmlns:a16="http://schemas.microsoft.com/office/drawing/2014/main" id="{3B7C91BC-25CA-B850-25B1-85088548889D}"/>
                      </a:ext>
                    </a:extLst>
                  </p:cNvPr>
                  <p:cNvSpPr/>
                  <p:nvPr/>
                </p:nvSpPr>
                <p:spPr>
                  <a:xfrm>
                    <a:off x="6798874" y="5023950"/>
                    <a:ext cx="294423" cy="279796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chemeClr val="accent6">
                      <a:lumMod val="75000"/>
                    </a:schemeClr>
                  </a:solid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36000" tIns="0" rIns="0" bIns="0" anchor="ctr" anchorCtr="0">
                    <a:noAutofit/>
                  </a:bodyPr>
                  <a:lstStyle/>
                  <a:p>
                    <a:pPr algn="ctr">
                      <a:buClr>
                        <a:srgbClr val="000000"/>
                      </a:buClr>
                    </a:pPr>
                    <a14:m>
                      <m:oMathPara xmlns:m="http://schemas.openxmlformats.org/officeDocument/2006/math">
                        <m:oMath>
                          <m:r>
                            <a:rPr lang="en-US" altLang="ko-KR" b="0" i="1" kern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 </m:t>
                          </m:r>
                          <m:bar>
                            <m:barPr>
                              <m:pos m:val="top"/>
                              <m:ctrlPr>
                                <a:rPr lang="en-US" altLang="ko-KR" i="1" kern="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</m:ctrlPr>
                            </m:barPr>
                            <m:e>
                              <m:r>
                                <a:rPr lang="en-US" altLang="ko-KR" i="1" kern="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  <m:t>𝐵</m:t>
                              </m:r>
                            </m:e>
                          </m:bar>
                        </m:oMath>
                      </m:oMathPara>
                    </a14:m>
                    <a:endParaRPr lang="en-US" altLang="ko-KR" kern="0" dirty="0">
                      <a:solidFill>
                        <a:schemeClr val="bg1"/>
                      </a:solidFill>
                      <a:latin typeface="Avenir Book" panose="02000503020000020003" pitchFamily="2" charset="0"/>
                      <a:cs typeface="Arial"/>
                      <a:sym typeface="Arial"/>
                    </a:endParaRPr>
                  </a:p>
                </p:txBody>
              </p:sp>
            </mc:Choice>
            <mc:Fallback xmlns="">
              <p:sp>
                <p:nvSpPr>
                  <p:cNvPr id="147" name="Google Shape;380;p22">
                    <a:extLst>
                      <a:ext uri="{FF2B5EF4-FFF2-40B4-BE49-F238E27FC236}">
                        <a16:creationId xmlns:a16="http://schemas.microsoft.com/office/drawing/2014/main" id="{3B7C91BC-25CA-B850-25B1-85088548889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98874" y="5023950"/>
                    <a:ext cx="294423" cy="279796"/>
                  </a:xfrm>
                  <a:prstGeom prst="roundRect">
                    <a:avLst>
                      <a:gd name="adj" fmla="val 16667"/>
                    </a:avLst>
                  </a:prstGeom>
                  <a:blipFill>
                    <a:blip r:embed="rId72"/>
                    <a:stretch>
                      <a:fillRect l="-25000" r="-8333" b="-39130"/>
                    </a:stretch>
                  </a:blip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8" name="Google Shape;380;p22">
                    <a:extLst>
                      <a:ext uri="{FF2B5EF4-FFF2-40B4-BE49-F238E27FC236}">
                        <a16:creationId xmlns:a16="http://schemas.microsoft.com/office/drawing/2014/main" id="{917FD62F-B970-6E54-5F47-B13D09791660}"/>
                      </a:ext>
                    </a:extLst>
                  </p:cNvPr>
                  <p:cNvSpPr/>
                  <p:nvPr/>
                </p:nvSpPr>
                <p:spPr>
                  <a:xfrm>
                    <a:off x="7093296" y="5023950"/>
                    <a:ext cx="2233149" cy="279796"/>
                  </a:xfrm>
                  <a:prstGeom prst="rect">
                    <a:avLst/>
                  </a:prstGeom>
                  <a:noFill/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>
                      <a:buClr>
                        <a:srgbClr val="000000"/>
                      </a:buClr>
                    </a:pPr>
                    <a:r>
                      <a:rPr lang="en" altLang="ko-KR" kern="0" dirty="0">
                        <a:solidFill>
                          <a:schemeClr val="bg2">
                            <a:lumMod val="25000"/>
                          </a:schemeClr>
                        </a:solidFill>
                        <a:latin typeface="Avenir Book" panose="02000503020000020003" pitchFamily="2" charset="0"/>
                        <a:cs typeface="Arial"/>
                        <a:sym typeface="Arial"/>
                      </a:rPr>
                      <a:t>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kern="0" dirty="0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=</m:t>
                        </m:r>
                      </m:oMath>
                    </a14:m>
                    <a:endParaRPr lang="en" altLang="ko-KR" kern="0" dirty="0">
                      <a:solidFill>
                        <a:schemeClr val="bg2">
                          <a:lumMod val="25000"/>
                        </a:schemeClr>
                      </a:solidFill>
                      <a:latin typeface="Avenir Book" panose="02000503020000020003" pitchFamily="2" charset="0"/>
                      <a:cs typeface="Arial"/>
                      <a:sym typeface="Arial"/>
                    </a:endParaRPr>
                  </a:p>
                </p:txBody>
              </p:sp>
            </mc:Choice>
            <mc:Fallback xmlns="">
              <p:sp>
                <p:nvSpPr>
                  <p:cNvPr id="148" name="Google Shape;380;p22">
                    <a:extLst>
                      <a:ext uri="{FF2B5EF4-FFF2-40B4-BE49-F238E27FC236}">
                        <a16:creationId xmlns:a16="http://schemas.microsoft.com/office/drawing/2014/main" id="{917FD62F-B970-6E54-5F47-B13D0979166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93296" y="5023950"/>
                    <a:ext cx="2233149" cy="279796"/>
                  </a:xfrm>
                  <a:prstGeom prst="rect">
                    <a:avLst/>
                  </a:prstGeom>
                  <a:blipFill>
                    <a:blip r:embed="rId73"/>
                    <a:stretch>
                      <a:fillRect b="-8696"/>
                    </a:stretch>
                  </a:blip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9" name="Google Shape;380;p22">
                    <a:extLst>
                      <a:ext uri="{FF2B5EF4-FFF2-40B4-BE49-F238E27FC236}">
                        <a16:creationId xmlns:a16="http://schemas.microsoft.com/office/drawing/2014/main" id="{58831FB1-4ADB-42CD-B26E-5FAB94798270}"/>
                      </a:ext>
                    </a:extLst>
                  </p:cNvPr>
                  <p:cNvSpPr/>
                  <p:nvPr/>
                </p:nvSpPr>
                <p:spPr>
                  <a:xfrm>
                    <a:off x="7787371" y="5010922"/>
                    <a:ext cx="294423" cy="279796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FF7E79"/>
                  </a:solid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36000" tIns="0" rIns="0" bIns="0" anchor="ctr" anchorCtr="0">
                    <a:noAutofit/>
                  </a:bodyPr>
                  <a:lstStyle/>
                  <a:p>
                    <a:pPr algn="ctr">
                      <a:buClr>
                        <a:srgbClr val="000000"/>
                      </a:buClr>
                    </a:pPr>
                    <a14:m>
                      <m:oMathPara xmlns:m="http://schemas.openxmlformats.org/officeDocument/2006/math">
                        <m:oMath>
                          <m:r>
                            <a:rPr lang="en-US" altLang="ko-KR" b="0" i="1" kern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 </m:t>
                          </m:r>
                          <m:bar>
                            <m:barPr>
                              <m:pos m:val="top"/>
                              <m:ctrlPr>
                                <a:rPr lang="en-US" altLang="ko-KR" i="1" kern="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</m:ctrlPr>
                            </m:barPr>
                            <m:e>
                              <m:r>
                                <a:rPr lang="en-US" altLang="ko-KR" i="1" kern="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  <m:t>𝐴</m:t>
                              </m:r>
                            </m:e>
                          </m:bar>
                        </m:oMath>
                      </m:oMathPara>
                    </a14:m>
                    <a:endParaRPr lang="en-US" altLang="ko-KR" kern="0" dirty="0">
                      <a:solidFill>
                        <a:schemeClr val="bg1"/>
                      </a:solidFill>
                      <a:latin typeface="Avenir Book" panose="02000503020000020003" pitchFamily="2" charset="0"/>
                      <a:cs typeface="Arial"/>
                      <a:sym typeface="Arial"/>
                    </a:endParaRPr>
                  </a:p>
                </p:txBody>
              </p:sp>
            </mc:Choice>
            <mc:Fallback xmlns="">
              <p:sp>
                <p:nvSpPr>
                  <p:cNvPr id="149" name="Google Shape;380;p22">
                    <a:extLst>
                      <a:ext uri="{FF2B5EF4-FFF2-40B4-BE49-F238E27FC236}">
                        <a16:creationId xmlns:a16="http://schemas.microsoft.com/office/drawing/2014/main" id="{58831FB1-4ADB-42CD-B26E-5FAB9479827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87371" y="5010922"/>
                    <a:ext cx="294423" cy="279796"/>
                  </a:xfrm>
                  <a:prstGeom prst="roundRect">
                    <a:avLst>
                      <a:gd name="adj" fmla="val 16667"/>
                    </a:avLst>
                  </a:prstGeom>
                  <a:blipFill>
                    <a:blip r:embed="rId74"/>
                    <a:stretch>
                      <a:fillRect l="-25000" t="-4348" r="-8333" b="-39130"/>
                    </a:stretch>
                  </a:blip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0" name="Google Shape;380;p22">
                    <a:extLst>
                      <a:ext uri="{FF2B5EF4-FFF2-40B4-BE49-F238E27FC236}">
                        <a16:creationId xmlns:a16="http://schemas.microsoft.com/office/drawing/2014/main" id="{A337FED5-C366-5D50-35DE-E2D622D48A20}"/>
                      </a:ext>
                    </a:extLst>
                  </p:cNvPr>
                  <p:cNvSpPr/>
                  <p:nvPr/>
                </p:nvSpPr>
                <p:spPr>
                  <a:xfrm>
                    <a:off x="8793575" y="5010922"/>
                    <a:ext cx="1066651" cy="279796"/>
                  </a:xfrm>
                  <a:prstGeom prst="rect">
                    <a:avLst/>
                  </a:prstGeom>
                  <a:noFill/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>
                      <a:buClr>
                        <a:srgbClr val="000000"/>
                      </a:buClr>
                    </a:pPr>
                    <a:r>
                      <a:rPr lang="en" altLang="ko-KR" kern="0" dirty="0">
                        <a:solidFill>
                          <a:schemeClr val="bg2">
                            <a:lumMod val="25000"/>
                          </a:schemeClr>
                        </a:solidFill>
                        <a:latin typeface="Avenir Book" panose="02000503020000020003" pitchFamily="2" charset="0"/>
                        <a:cs typeface="Arial"/>
                        <a:sym typeface="Arial"/>
                      </a:rPr>
                      <a:t>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kern="0" dirty="0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+⋯+</m:t>
                        </m:r>
                      </m:oMath>
                    </a14:m>
                    <a:endParaRPr lang="en" altLang="ko-KR" kern="0" dirty="0">
                      <a:solidFill>
                        <a:schemeClr val="bg2">
                          <a:lumMod val="25000"/>
                        </a:schemeClr>
                      </a:solidFill>
                      <a:latin typeface="Avenir Book" panose="02000503020000020003" pitchFamily="2" charset="0"/>
                      <a:cs typeface="Arial"/>
                      <a:sym typeface="Arial"/>
                    </a:endParaRPr>
                  </a:p>
                </p:txBody>
              </p:sp>
            </mc:Choice>
            <mc:Fallback xmlns="">
              <p:sp>
                <p:nvSpPr>
                  <p:cNvPr id="150" name="Google Shape;380;p22">
                    <a:extLst>
                      <a:ext uri="{FF2B5EF4-FFF2-40B4-BE49-F238E27FC236}">
                        <a16:creationId xmlns:a16="http://schemas.microsoft.com/office/drawing/2014/main" id="{A337FED5-C366-5D50-35DE-E2D622D48A2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93575" y="5010922"/>
                    <a:ext cx="1066651" cy="279796"/>
                  </a:xfrm>
                  <a:prstGeom prst="rect">
                    <a:avLst/>
                  </a:prstGeom>
                  <a:blipFill>
                    <a:blip r:embed="rId75"/>
                    <a:stretch>
                      <a:fillRect b="-8696"/>
                    </a:stretch>
                  </a:blip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1" name="Google Shape;380;p22">
                    <a:extLst>
                      <a:ext uri="{FF2B5EF4-FFF2-40B4-BE49-F238E27FC236}">
                        <a16:creationId xmlns:a16="http://schemas.microsoft.com/office/drawing/2014/main" id="{35835D72-C0FC-7B83-6B90-6A4B4873A05B}"/>
                      </a:ext>
                    </a:extLst>
                  </p:cNvPr>
                  <p:cNvSpPr/>
                  <p:nvPr/>
                </p:nvSpPr>
                <p:spPr>
                  <a:xfrm>
                    <a:off x="8499152" y="5009085"/>
                    <a:ext cx="294423" cy="279796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chemeClr val="accent6">
                      <a:lumMod val="75000"/>
                    </a:schemeClr>
                  </a:solid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36000" tIns="0" rIns="0" bIns="0" anchor="ctr" anchorCtr="0">
                    <a:noAutofit/>
                  </a:bodyPr>
                  <a:lstStyle/>
                  <a:p>
                    <a:pPr algn="ctr">
                      <a:buClr>
                        <a:srgbClr val="000000"/>
                      </a:buClr>
                    </a:pPr>
                    <a14:m>
                      <m:oMathPara xmlns:m="http://schemas.openxmlformats.org/officeDocument/2006/math">
                        <m:oMath>
                          <m:r>
                            <a:rPr lang="en-US" altLang="ko-KR" b="0" i="1" kern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 </m:t>
                          </m:r>
                          <m:bar>
                            <m:barPr>
                              <m:pos m:val="top"/>
                              <m:ctrlPr>
                                <a:rPr lang="en-US" altLang="ko-KR" i="1" kern="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</m:ctrlPr>
                            </m:barPr>
                            <m:e>
                              <m:r>
                                <a:rPr lang="en-US" altLang="ko-KR" i="1" kern="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  <m:t>𝐵</m:t>
                              </m:r>
                            </m:e>
                          </m:bar>
                        </m:oMath>
                      </m:oMathPara>
                    </a14:m>
                    <a:endParaRPr lang="en-US" altLang="ko-KR" kern="0" dirty="0">
                      <a:solidFill>
                        <a:schemeClr val="bg1"/>
                      </a:solidFill>
                      <a:latin typeface="Avenir Book" panose="02000503020000020003" pitchFamily="2" charset="0"/>
                      <a:cs typeface="Arial"/>
                      <a:sym typeface="Arial"/>
                    </a:endParaRPr>
                  </a:p>
                </p:txBody>
              </p:sp>
            </mc:Choice>
            <mc:Fallback xmlns="">
              <p:sp>
                <p:nvSpPr>
                  <p:cNvPr id="151" name="Google Shape;380;p22">
                    <a:extLst>
                      <a:ext uri="{FF2B5EF4-FFF2-40B4-BE49-F238E27FC236}">
                        <a16:creationId xmlns:a16="http://schemas.microsoft.com/office/drawing/2014/main" id="{35835D72-C0FC-7B83-6B90-6A4B4873A05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99152" y="5009085"/>
                    <a:ext cx="294423" cy="279796"/>
                  </a:xfrm>
                  <a:prstGeom prst="roundRect">
                    <a:avLst>
                      <a:gd name="adj" fmla="val 16667"/>
                    </a:avLst>
                  </a:prstGeom>
                  <a:blipFill>
                    <a:blip r:embed="rId76"/>
                    <a:stretch>
                      <a:fillRect l="-29167" t="-4348" r="-8333" b="-39130"/>
                    </a:stretch>
                  </a:blip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2" name="Google Shape;380;p22">
                    <a:extLst>
                      <a:ext uri="{FF2B5EF4-FFF2-40B4-BE49-F238E27FC236}">
                        <a16:creationId xmlns:a16="http://schemas.microsoft.com/office/drawing/2014/main" id="{3AA79630-2495-6CA9-371E-36E456B94C5B}"/>
                      </a:ext>
                    </a:extLst>
                  </p:cNvPr>
                  <p:cNvSpPr/>
                  <p:nvPr/>
                </p:nvSpPr>
                <p:spPr>
                  <a:xfrm>
                    <a:off x="9891365" y="5009085"/>
                    <a:ext cx="294423" cy="279796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FF7E79"/>
                  </a:solid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36000" tIns="0" rIns="0" bIns="0" anchor="ctr" anchorCtr="0">
                    <a:noAutofit/>
                  </a:bodyPr>
                  <a:lstStyle/>
                  <a:p>
                    <a:pPr algn="ctr">
                      <a:buClr>
                        <a:srgbClr val="000000"/>
                      </a:buClr>
                    </a:pPr>
                    <a14:m>
                      <m:oMathPara xmlns:m="http://schemas.openxmlformats.org/officeDocument/2006/math">
                        <m:oMath>
                          <m:r>
                            <a:rPr lang="en-US" altLang="ko-KR" b="0" i="1" kern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 </m:t>
                          </m:r>
                          <m:bar>
                            <m:barPr>
                              <m:pos m:val="top"/>
                              <m:ctrlPr>
                                <a:rPr lang="en-US" altLang="ko-KR" i="1" kern="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</m:ctrlPr>
                            </m:barPr>
                            <m:e>
                              <m:r>
                                <a:rPr lang="en-US" altLang="ko-KR" i="1" kern="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  <m:t>𝐴</m:t>
                              </m:r>
                            </m:e>
                          </m:bar>
                        </m:oMath>
                      </m:oMathPara>
                    </a14:m>
                    <a:endParaRPr lang="en-US" altLang="ko-KR" kern="0" dirty="0">
                      <a:solidFill>
                        <a:schemeClr val="bg1"/>
                      </a:solidFill>
                      <a:latin typeface="Avenir Book" panose="02000503020000020003" pitchFamily="2" charset="0"/>
                      <a:cs typeface="Arial"/>
                      <a:sym typeface="Arial"/>
                    </a:endParaRPr>
                  </a:p>
                </p:txBody>
              </p:sp>
            </mc:Choice>
            <mc:Fallback xmlns="">
              <p:sp>
                <p:nvSpPr>
                  <p:cNvPr id="152" name="Google Shape;380;p22">
                    <a:extLst>
                      <a:ext uri="{FF2B5EF4-FFF2-40B4-BE49-F238E27FC236}">
                        <a16:creationId xmlns:a16="http://schemas.microsoft.com/office/drawing/2014/main" id="{3AA79630-2495-6CA9-371E-36E456B94C5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891365" y="5009085"/>
                    <a:ext cx="294423" cy="279796"/>
                  </a:xfrm>
                  <a:prstGeom prst="roundRect">
                    <a:avLst>
                      <a:gd name="adj" fmla="val 16667"/>
                    </a:avLst>
                  </a:prstGeom>
                  <a:blipFill>
                    <a:blip r:embed="rId77"/>
                    <a:stretch>
                      <a:fillRect l="-29167" t="-4348" r="-4167" b="-39130"/>
                    </a:stretch>
                  </a:blip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3" name="Google Shape;380;p22">
                    <a:extLst>
                      <a:ext uri="{FF2B5EF4-FFF2-40B4-BE49-F238E27FC236}">
                        <a16:creationId xmlns:a16="http://schemas.microsoft.com/office/drawing/2014/main" id="{A77692E7-E236-9DCB-A995-EFF6D416C485}"/>
                      </a:ext>
                    </a:extLst>
                  </p:cNvPr>
                  <p:cNvSpPr/>
                  <p:nvPr/>
                </p:nvSpPr>
                <p:spPr>
                  <a:xfrm>
                    <a:off x="10495077" y="5009085"/>
                    <a:ext cx="813637" cy="279796"/>
                  </a:xfrm>
                  <a:prstGeom prst="rect">
                    <a:avLst/>
                  </a:prstGeom>
                  <a:noFill/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>
                      <a:buClr>
                        <a:srgbClr val="000000"/>
                      </a:buClr>
                    </a:pPr>
                    <a:r>
                      <a:rPr lang="en" altLang="ko-KR" kern="0" dirty="0">
                        <a:solidFill>
                          <a:schemeClr val="bg2">
                            <a:lumMod val="25000"/>
                          </a:schemeClr>
                        </a:solidFill>
                        <a:latin typeface="Avenir Book" panose="02000503020000020003" pitchFamily="2" charset="0"/>
                        <a:cs typeface="Arial"/>
                        <a:sym typeface="Arial"/>
                      </a:rPr>
                      <a:t>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𝑡</m:t>
                            </m:r>
                            <m: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−1</m:t>
                            </m:r>
                          </m:sub>
                        </m:sSub>
                        <m:r>
                          <a:rPr lang="en-US" altLang="ko-KR" kern="0" dirty="0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+</m:t>
                        </m:r>
                      </m:oMath>
                    </a14:m>
                    <a:endParaRPr lang="en" altLang="ko-KR" kern="0" dirty="0">
                      <a:solidFill>
                        <a:schemeClr val="bg2">
                          <a:lumMod val="25000"/>
                        </a:schemeClr>
                      </a:solidFill>
                      <a:latin typeface="Avenir Book" panose="02000503020000020003" pitchFamily="2" charset="0"/>
                      <a:cs typeface="Arial"/>
                      <a:sym typeface="Arial"/>
                    </a:endParaRPr>
                  </a:p>
                </p:txBody>
              </p:sp>
            </mc:Choice>
            <mc:Fallback xmlns="">
              <p:sp>
                <p:nvSpPr>
                  <p:cNvPr id="153" name="Google Shape;380;p22">
                    <a:extLst>
                      <a:ext uri="{FF2B5EF4-FFF2-40B4-BE49-F238E27FC236}">
                        <a16:creationId xmlns:a16="http://schemas.microsoft.com/office/drawing/2014/main" id="{A77692E7-E236-9DCB-A995-EFF6D416C48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95077" y="5009085"/>
                    <a:ext cx="813637" cy="279796"/>
                  </a:xfrm>
                  <a:prstGeom prst="rect">
                    <a:avLst/>
                  </a:prstGeom>
                  <a:blipFill>
                    <a:blip r:embed="rId78"/>
                    <a:stretch>
                      <a:fillRect b="-8696"/>
                    </a:stretch>
                  </a:blip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4" name="Google Shape;380;p22">
                    <a:extLst>
                      <a:ext uri="{FF2B5EF4-FFF2-40B4-BE49-F238E27FC236}">
                        <a16:creationId xmlns:a16="http://schemas.microsoft.com/office/drawing/2014/main" id="{D980DAFE-7D5B-418B-0E27-C660680CBB1E}"/>
                      </a:ext>
                    </a:extLst>
                  </p:cNvPr>
                  <p:cNvSpPr/>
                  <p:nvPr/>
                </p:nvSpPr>
                <p:spPr>
                  <a:xfrm>
                    <a:off x="11310186" y="5014354"/>
                    <a:ext cx="294423" cy="279796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chemeClr val="accent6">
                      <a:lumMod val="75000"/>
                    </a:schemeClr>
                  </a:solid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36000" tIns="0" rIns="0" bIns="0" anchor="ctr" anchorCtr="0">
                    <a:noAutofit/>
                  </a:bodyPr>
                  <a:lstStyle/>
                  <a:p>
                    <a:pPr algn="ctr">
                      <a:buClr>
                        <a:srgbClr val="000000"/>
                      </a:buClr>
                    </a:pPr>
                    <a14:m>
                      <m:oMathPara xmlns:m="http://schemas.openxmlformats.org/officeDocument/2006/math">
                        <m:oMath>
                          <m:r>
                            <a:rPr lang="en-US" altLang="ko-KR" b="0" i="1" kern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 </m:t>
                          </m:r>
                          <m:bar>
                            <m:barPr>
                              <m:pos m:val="top"/>
                              <m:ctrlPr>
                                <a:rPr lang="en-US" altLang="ko-KR" i="1" kern="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</m:ctrlPr>
                            </m:barPr>
                            <m:e>
                              <m:r>
                                <a:rPr lang="en-US" altLang="ko-KR" i="1" kern="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  <m:t>𝐵</m:t>
                              </m:r>
                            </m:e>
                          </m:bar>
                        </m:oMath>
                      </m:oMathPara>
                    </a14:m>
                    <a:endParaRPr lang="en-US" altLang="ko-KR" kern="0" dirty="0">
                      <a:solidFill>
                        <a:schemeClr val="bg1"/>
                      </a:solidFill>
                      <a:latin typeface="Avenir Book" panose="02000503020000020003" pitchFamily="2" charset="0"/>
                      <a:cs typeface="Arial"/>
                      <a:sym typeface="Arial"/>
                    </a:endParaRPr>
                  </a:p>
                </p:txBody>
              </p:sp>
            </mc:Choice>
            <mc:Fallback xmlns="">
              <p:sp>
                <p:nvSpPr>
                  <p:cNvPr id="154" name="Google Shape;380;p22">
                    <a:extLst>
                      <a:ext uri="{FF2B5EF4-FFF2-40B4-BE49-F238E27FC236}">
                        <a16:creationId xmlns:a16="http://schemas.microsoft.com/office/drawing/2014/main" id="{D980DAFE-7D5B-418B-0E27-C660680CBB1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310186" y="5014354"/>
                    <a:ext cx="294423" cy="279796"/>
                  </a:xfrm>
                  <a:prstGeom prst="roundRect">
                    <a:avLst>
                      <a:gd name="adj" fmla="val 16667"/>
                    </a:avLst>
                  </a:prstGeom>
                  <a:blipFill>
                    <a:blip r:embed="rId79"/>
                    <a:stretch>
                      <a:fillRect l="-29167" t="-4545" r="-4167" b="-45455"/>
                    </a:stretch>
                  </a:blip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5" name="Google Shape;380;p22">
                    <a:extLst>
                      <a:ext uri="{FF2B5EF4-FFF2-40B4-BE49-F238E27FC236}">
                        <a16:creationId xmlns:a16="http://schemas.microsoft.com/office/drawing/2014/main" id="{FA401D47-1F86-C0AD-BC93-30BBBC4F93D2}"/>
                      </a:ext>
                    </a:extLst>
                  </p:cNvPr>
                  <p:cNvSpPr/>
                  <p:nvPr/>
                </p:nvSpPr>
                <p:spPr>
                  <a:xfrm>
                    <a:off x="11604609" y="5014354"/>
                    <a:ext cx="445684" cy="279796"/>
                  </a:xfrm>
                  <a:prstGeom prst="rect">
                    <a:avLst/>
                  </a:prstGeom>
                  <a:noFill/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>
                      <a:buClr>
                        <a:srgbClr val="000000"/>
                      </a:buClr>
                    </a:pPr>
                    <a:r>
                      <a:rPr lang="en" altLang="ko-KR" kern="0" dirty="0">
                        <a:solidFill>
                          <a:schemeClr val="bg2">
                            <a:lumMod val="25000"/>
                          </a:schemeClr>
                        </a:solidFill>
                        <a:latin typeface="Avenir Book" panose="02000503020000020003" pitchFamily="2" charset="0"/>
                        <a:cs typeface="Arial"/>
                        <a:sym typeface="Arial"/>
                      </a:rPr>
                      <a:t>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𝑡</m:t>
                            </m:r>
                          </m:sub>
                        </m:sSub>
                      </m:oMath>
                    </a14:m>
                    <a:endParaRPr lang="en" altLang="ko-KR" kern="0" dirty="0">
                      <a:solidFill>
                        <a:schemeClr val="bg2">
                          <a:lumMod val="25000"/>
                        </a:schemeClr>
                      </a:solidFill>
                      <a:latin typeface="Avenir Book" panose="02000503020000020003" pitchFamily="2" charset="0"/>
                      <a:cs typeface="Arial"/>
                      <a:sym typeface="Arial"/>
                    </a:endParaRPr>
                  </a:p>
                </p:txBody>
              </p:sp>
            </mc:Choice>
            <mc:Fallback xmlns="">
              <p:sp>
                <p:nvSpPr>
                  <p:cNvPr id="155" name="Google Shape;380;p22">
                    <a:extLst>
                      <a:ext uri="{FF2B5EF4-FFF2-40B4-BE49-F238E27FC236}">
                        <a16:creationId xmlns:a16="http://schemas.microsoft.com/office/drawing/2014/main" id="{FA401D47-1F86-C0AD-BC93-30BBBC4F93D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604609" y="5014354"/>
                    <a:ext cx="445684" cy="279796"/>
                  </a:xfrm>
                  <a:prstGeom prst="rect">
                    <a:avLst/>
                  </a:prstGeom>
                  <a:blipFill>
                    <a:blip r:embed="rId80"/>
                    <a:stretch>
                      <a:fillRect b="-13636"/>
                    </a:stretch>
                  </a:blip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6" name="Google Shape;380;p22">
                    <a:extLst>
                      <a:ext uri="{FF2B5EF4-FFF2-40B4-BE49-F238E27FC236}">
                        <a16:creationId xmlns:a16="http://schemas.microsoft.com/office/drawing/2014/main" id="{22D679EF-21E7-C5EE-C148-D7502A3243C4}"/>
                      </a:ext>
                    </a:extLst>
                  </p:cNvPr>
                  <p:cNvSpPr/>
                  <p:nvPr/>
                </p:nvSpPr>
                <p:spPr>
                  <a:xfrm>
                    <a:off x="10200654" y="5007248"/>
                    <a:ext cx="294423" cy="279796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chemeClr val="accent6">
                      <a:lumMod val="75000"/>
                    </a:schemeClr>
                  </a:solid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36000" tIns="0" rIns="0" bIns="0" anchor="ctr" anchorCtr="0">
                    <a:noAutofit/>
                  </a:bodyPr>
                  <a:lstStyle/>
                  <a:p>
                    <a:pPr algn="ctr">
                      <a:buClr>
                        <a:srgbClr val="000000"/>
                      </a:buClr>
                    </a:pPr>
                    <a14:m>
                      <m:oMathPara xmlns:m="http://schemas.openxmlformats.org/officeDocument/2006/math">
                        <m:oMath>
                          <m:r>
                            <a:rPr lang="en-US" altLang="ko-KR" b="0" i="1" kern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 </m:t>
                          </m:r>
                          <m:bar>
                            <m:barPr>
                              <m:pos m:val="top"/>
                              <m:ctrlPr>
                                <a:rPr lang="en-US" altLang="ko-KR" i="1" kern="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</m:ctrlPr>
                            </m:barPr>
                            <m:e>
                              <m:r>
                                <a:rPr lang="en-US" altLang="ko-KR" i="1" kern="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  <m:t>𝐵</m:t>
                              </m:r>
                            </m:e>
                          </m:bar>
                        </m:oMath>
                      </m:oMathPara>
                    </a14:m>
                    <a:endParaRPr lang="en-US" altLang="ko-KR" kern="0" dirty="0">
                      <a:solidFill>
                        <a:schemeClr val="bg1"/>
                      </a:solidFill>
                      <a:latin typeface="Avenir Book" panose="02000503020000020003" pitchFamily="2" charset="0"/>
                      <a:cs typeface="Arial"/>
                      <a:sym typeface="Arial"/>
                    </a:endParaRPr>
                  </a:p>
                </p:txBody>
              </p:sp>
            </mc:Choice>
            <mc:Fallback xmlns="">
              <p:sp>
                <p:nvSpPr>
                  <p:cNvPr id="156" name="Google Shape;380;p22">
                    <a:extLst>
                      <a:ext uri="{FF2B5EF4-FFF2-40B4-BE49-F238E27FC236}">
                        <a16:creationId xmlns:a16="http://schemas.microsoft.com/office/drawing/2014/main" id="{22D679EF-21E7-C5EE-C148-D7502A3243C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200654" y="5007248"/>
                    <a:ext cx="294423" cy="279796"/>
                  </a:xfrm>
                  <a:prstGeom prst="roundRect">
                    <a:avLst>
                      <a:gd name="adj" fmla="val 16667"/>
                    </a:avLst>
                  </a:prstGeom>
                  <a:blipFill>
                    <a:blip r:embed="rId81"/>
                    <a:stretch>
                      <a:fillRect l="-29167" t="-4348" r="-8333" b="-39130"/>
                    </a:stretch>
                  </a:blip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7" name="Google Shape;380;p22">
                    <a:extLst>
                      <a:ext uri="{FF2B5EF4-FFF2-40B4-BE49-F238E27FC236}">
                        <a16:creationId xmlns:a16="http://schemas.microsoft.com/office/drawing/2014/main" id="{EC5F1146-E4EA-50CF-4F2D-FE0BC227F38C}"/>
                      </a:ext>
                    </a:extLst>
                  </p:cNvPr>
                  <p:cNvSpPr/>
                  <p:nvPr/>
                </p:nvSpPr>
                <p:spPr>
                  <a:xfrm>
                    <a:off x="7991635" y="4969488"/>
                    <a:ext cx="558483" cy="279796"/>
                  </a:xfrm>
                  <a:prstGeom prst="rect">
                    <a:avLst/>
                  </a:prstGeom>
                  <a:noFill/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>
                      <a:buClr>
                        <a:srgbClr val="000000"/>
                      </a:buClr>
                    </a:pPr>
                    <a14:m>
                      <m:oMathPara xmlns:m="http://schemas.openxmlformats.org/officeDocument/2006/math">
                        <m:oMath>
                          <m:sSup>
                            <m:sSupPr>
                              <m:ctrlPr>
                                <a:rPr lang="en-US" altLang="ko-KR" kern="0" dirty="0" smtClean="0">
                                  <a:solidFill>
                                    <a:schemeClr val="bg2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</m:ctrlPr>
                            </m:sSupPr>
                            <m:e>
                              <m:r>
                                <a:rPr lang="en-US" altLang="ko-KR" kern="0" dirty="0" smtClean="0">
                                  <a:solidFill>
                                    <a:schemeClr val="bg2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  <m:t> </m:t>
                              </m:r>
                            </m:e>
                            <m:sup>
                              <m:r>
                                <a:rPr lang="en-US" altLang="ko-KR" kern="0" dirty="0" smtClean="0">
                                  <a:solidFill>
                                    <a:schemeClr val="bg2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  <m:t>𝑡</m:t>
                              </m:r>
                              <m:r>
                                <a:rPr lang="en-US" altLang="ko-KR" kern="0" dirty="0" smtClean="0">
                                  <a:solidFill>
                                    <a:schemeClr val="bg2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  <m:t>−1</m:t>
                              </m:r>
                            </m:sup>
                          </m:sSup>
                        </m:oMath>
                      </m:oMathPara>
                    </a14:m>
                    <a:endParaRPr dirty="0">
                      <a:latin typeface="Avenir Book" panose="02000503020000020003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167" name="Google Shape;380;p22">
                    <a:extLst>
                      <a:ext uri="{FF2B5EF4-FFF2-40B4-BE49-F238E27FC236}">
                        <a16:creationId xmlns:a16="http://schemas.microsoft.com/office/drawing/2014/main" id="{EC5F1146-E4EA-50CF-4F2D-FE0BC227F38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91635" y="4969488"/>
                    <a:ext cx="558483" cy="279796"/>
                  </a:xfrm>
                  <a:prstGeom prst="rect">
                    <a:avLst/>
                  </a:prstGeom>
                  <a:blipFill>
                    <a:blip r:embed="rId82"/>
                    <a:stretch>
                      <a:fillRect l="-2222" t="-8696" b="-34783"/>
                    </a:stretch>
                  </a:blip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9" name="Google Shape;380;p22">
                    <a:extLst>
                      <a:ext uri="{FF2B5EF4-FFF2-40B4-BE49-F238E27FC236}">
                        <a16:creationId xmlns:a16="http://schemas.microsoft.com/office/drawing/2014/main" id="{6E017D54-14F4-989E-0196-995B7170D21D}"/>
                      </a:ext>
                    </a:extLst>
                  </p:cNvPr>
                  <p:cNvSpPr/>
                  <p:nvPr/>
                </p:nvSpPr>
                <p:spPr>
                  <a:xfrm>
                    <a:off x="5059911" y="5535080"/>
                    <a:ext cx="852906" cy="279796"/>
                  </a:xfrm>
                  <a:prstGeom prst="rect">
                    <a:avLst/>
                  </a:prstGeom>
                  <a:noFill/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>
                      <a:buClr>
                        <a:srgbClr val="000000"/>
                      </a:buClr>
                    </a:pPr>
                    <a:r>
                      <a:rPr lang="en" altLang="ko-KR" kern="0" dirty="0">
                        <a:solidFill>
                          <a:schemeClr val="bg2">
                            <a:lumMod val="25000"/>
                          </a:schemeClr>
                        </a:solidFill>
                        <a:latin typeface="Avenir Book" panose="02000503020000020003" pitchFamily="2" charset="0"/>
                        <a:cs typeface="Arial"/>
                        <a:sym typeface="Arial"/>
                      </a:rPr>
                      <a:t>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kern="0" dirty="0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=</m:t>
                        </m:r>
                      </m:oMath>
                    </a14:m>
                    <a:endParaRPr lang="en" altLang="ko-KR" kern="0" dirty="0">
                      <a:solidFill>
                        <a:schemeClr val="bg2">
                          <a:lumMod val="25000"/>
                        </a:schemeClr>
                      </a:solidFill>
                      <a:latin typeface="Avenir Book" panose="02000503020000020003" pitchFamily="2" charset="0"/>
                      <a:cs typeface="Arial"/>
                      <a:sym typeface="Arial"/>
                    </a:endParaRPr>
                  </a:p>
                </p:txBody>
              </p:sp>
            </mc:Choice>
            <mc:Fallback xmlns="">
              <p:sp>
                <p:nvSpPr>
                  <p:cNvPr id="169" name="Google Shape;380;p22">
                    <a:extLst>
                      <a:ext uri="{FF2B5EF4-FFF2-40B4-BE49-F238E27FC236}">
                        <a16:creationId xmlns:a16="http://schemas.microsoft.com/office/drawing/2014/main" id="{6E017D54-14F4-989E-0196-995B7170D21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59911" y="5535080"/>
                    <a:ext cx="852906" cy="279796"/>
                  </a:xfrm>
                  <a:prstGeom prst="rect">
                    <a:avLst/>
                  </a:prstGeom>
                  <a:blipFill>
                    <a:blip r:embed="rId83"/>
                    <a:stretch>
                      <a:fillRect l="-2941" b="-21739"/>
                    </a:stretch>
                  </a:blip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0" name="Google Shape;380;p22">
                    <a:extLst>
                      <a:ext uri="{FF2B5EF4-FFF2-40B4-BE49-F238E27FC236}">
                        <a16:creationId xmlns:a16="http://schemas.microsoft.com/office/drawing/2014/main" id="{C04E082D-142F-1899-A0D7-5BA7A8965AC3}"/>
                      </a:ext>
                    </a:extLst>
                  </p:cNvPr>
                  <p:cNvSpPr/>
                  <p:nvPr/>
                </p:nvSpPr>
                <p:spPr>
                  <a:xfrm>
                    <a:off x="5696852" y="5547354"/>
                    <a:ext cx="294423" cy="279796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chemeClr val="accent4">
                      <a:lumMod val="60000"/>
                      <a:lumOff val="40000"/>
                    </a:schemeClr>
                  </a:solid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18000" tIns="0" rIns="0" bIns="0" anchor="ctr" anchorCtr="0">
                    <a:noAutofit/>
                  </a:bodyPr>
                  <a:lstStyle/>
                  <a:p>
                    <a:pPr algn="ctr">
                      <a:buClr>
                        <a:srgbClr val="000000"/>
                      </a:buClr>
                    </a:pPr>
                    <a14:m>
                      <m:oMathPara xmlns:m="http://schemas.openxmlformats.org/officeDocument/2006/math">
                        <m:oMath>
                          <m:r>
                            <a:rPr lang="en-US" altLang="ko-KR" kern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 </m:t>
                          </m:r>
                          <m:r>
                            <a:rPr lang="en-US" altLang="ko-KR" kern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𝐶</m:t>
                          </m:r>
                        </m:oMath>
                      </m:oMathPara>
                    </a14:m>
                    <a:endParaRPr lang="en-US" altLang="ko-KR" kern="0" dirty="0">
                      <a:solidFill>
                        <a:schemeClr val="bg1"/>
                      </a:solidFill>
                      <a:latin typeface="Cambria Math" panose="02040503050406030204" pitchFamily="18" charset="0"/>
                      <a:cs typeface="Arial"/>
                      <a:sym typeface="Arial"/>
                    </a:endParaRPr>
                  </a:p>
                </p:txBody>
              </p:sp>
            </mc:Choice>
            <mc:Fallback xmlns="">
              <p:sp>
                <p:nvSpPr>
                  <p:cNvPr id="170" name="Google Shape;380;p22">
                    <a:extLst>
                      <a:ext uri="{FF2B5EF4-FFF2-40B4-BE49-F238E27FC236}">
                        <a16:creationId xmlns:a16="http://schemas.microsoft.com/office/drawing/2014/main" id="{C04E082D-142F-1899-A0D7-5BA7A8965AC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96852" y="5547354"/>
                    <a:ext cx="294423" cy="279796"/>
                  </a:xfrm>
                  <a:prstGeom prst="roundRect">
                    <a:avLst>
                      <a:gd name="adj" fmla="val 16667"/>
                    </a:avLst>
                  </a:prstGeom>
                  <a:blipFill>
                    <a:blip r:embed="rId84"/>
                    <a:stretch>
                      <a:fillRect l="-25000" t="-4348" r="-4167" b="-39130"/>
                    </a:stretch>
                  </a:blip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1" name="Google Shape;380;p22">
                    <a:extLst>
                      <a:ext uri="{FF2B5EF4-FFF2-40B4-BE49-F238E27FC236}">
                        <a16:creationId xmlns:a16="http://schemas.microsoft.com/office/drawing/2014/main" id="{94A06CEF-E125-2C2A-B075-87445A7A6E2A}"/>
                      </a:ext>
                    </a:extLst>
                  </p:cNvPr>
                  <p:cNvSpPr/>
                  <p:nvPr/>
                </p:nvSpPr>
                <p:spPr>
                  <a:xfrm>
                    <a:off x="5991275" y="5547354"/>
                    <a:ext cx="793746" cy="279796"/>
                  </a:xfrm>
                  <a:prstGeom prst="rect">
                    <a:avLst/>
                  </a:prstGeom>
                  <a:noFill/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>
                      <a:buClr>
                        <a:srgbClr val="000000"/>
                      </a:buClr>
                    </a:pPr>
                    <a:r>
                      <a:rPr lang="en" altLang="ko-KR" kern="0" dirty="0">
                        <a:solidFill>
                          <a:schemeClr val="bg2">
                            <a:lumMod val="25000"/>
                          </a:schemeClr>
                        </a:solidFill>
                        <a:latin typeface="Avenir Book" panose="02000503020000020003" pitchFamily="2" charset="0"/>
                        <a:cs typeface="Arial"/>
                        <a:sym typeface="Arial"/>
                      </a:rPr>
                      <a:t>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𝒉</m:t>
                            </m:r>
                          </m:e>
                          <m:sub>
                            <m: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kern="0" dirty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=</m:t>
                        </m:r>
                      </m:oMath>
                    </a14:m>
                    <a:endParaRPr lang="en" altLang="ko-KR" kern="0" dirty="0">
                      <a:solidFill>
                        <a:schemeClr val="bg2">
                          <a:lumMod val="25000"/>
                        </a:schemeClr>
                      </a:solidFill>
                      <a:latin typeface="Avenir Book" panose="02000503020000020003" pitchFamily="2" charset="0"/>
                      <a:cs typeface="Arial"/>
                      <a:sym typeface="Arial"/>
                    </a:endParaRPr>
                  </a:p>
                </p:txBody>
              </p:sp>
            </mc:Choice>
            <mc:Fallback xmlns="">
              <p:sp>
                <p:nvSpPr>
                  <p:cNvPr id="171" name="Google Shape;380;p22">
                    <a:extLst>
                      <a:ext uri="{FF2B5EF4-FFF2-40B4-BE49-F238E27FC236}">
                        <a16:creationId xmlns:a16="http://schemas.microsoft.com/office/drawing/2014/main" id="{94A06CEF-E125-2C2A-B075-87445A7A6E2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91275" y="5547354"/>
                    <a:ext cx="793746" cy="279796"/>
                  </a:xfrm>
                  <a:prstGeom prst="rect">
                    <a:avLst/>
                  </a:prstGeom>
                  <a:blipFill>
                    <a:blip r:embed="rId85"/>
                    <a:stretch>
                      <a:fillRect l="-1563" b="-8696"/>
                    </a:stretch>
                  </a:blip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2" name="Google Shape;380;p22">
                    <a:extLst>
                      <a:ext uri="{FF2B5EF4-FFF2-40B4-BE49-F238E27FC236}">
                        <a16:creationId xmlns:a16="http://schemas.microsoft.com/office/drawing/2014/main" id="{B6416058-4E7F-A53D-C519-9CEBC7C1A350}"/>
                      </a:ext>
                    </a:extLst>
                  </p:cNvPr>
                  <p:cNvSpPr/>
                  <p:nvPr/>
                </p:nvSpPr>
                <p:spPr>
                  <a:xfrm>
                    <a:off x="6611937" y="5547354"/>
                    <a:ext cx="294423" cy="279796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chemeClr val="accent4">
                      <a:lumMod val="60000"/>
                      <a:lumOff val="40000"/>
                    </a:schemeClr>
                  </a:solid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18000" tIns="0" rIns="0" bIns="0" anchor="ctr" anchorCtr="0">
                    <a:noAutofit/>
                  </a:bodyPr>
                  <a:lstStyle/>
                  <a:p>
                    <a:pPr algn="ctr">
                      <a:buClr>
                        <a:srgbClr val="000000"/>
                      </a:buClr>
                    </a:pPr>
                    <a14:m>
                      <m:oMathPara xmlns:m="http://schemas.openxmlformats.org/officeDocument/2006/math">
                        <m:oMath>
                          <m:r>
                            <a:rPr lang="en-US" altLang="ko-KR" kern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 </m:t>
                          </m:r>
                          <m:r>
                            <a:rPr lang="en-US" altLang="ko-KR" kern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𝐶</m:t>
                          </m:r>
                        </m:oMath>
                      </m:oMathPara>
                    </a14:m>
                    <a:endParaRPr lang="en-US" altLang="ko-KR" kern="0" dirty="0">
                      <a:solidFill>
                        <a:schemeClr val="bg1"/>
                      </a:solidFill>
                      <a:latin typeface="Cambria Math" panose="02040503050406030204" pitchFamily="18" charset="0"/>
                      <a:cs typeface="Arial"/>
                      <a:sym typeface="Arial"/>
                    </a:endParaRPr>
                  </a:p>
                </p:txBody>
              </p:sp>
            </mc:Choice>
            <mc:Fallback xmlns="">
              <p:sp>
                <p:nvSpPr>
                  <p:cNvPr id="172" name="Google Shape;380;p22">
                    <a:extLst>
                      <a:ext uri="{FF2B5EF4-FFF2-40B4-BE49-F238E27FC236}">
                        <a16:creationId xmlns:a16="http://schemas.microsoft.com/office/drawing/2014/main" id="{B6416058-4E7F-A53D-C519-9CEBC7C1A35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11937" y="5547354"/>
                    <a:ext cx="294423" cy="279796"/>
                  </a:xfrm>
                  <a:prstGeom prst="roundRect">
                    <a:avLst>
                      <a:gd name="adj" fmla="val 16667"/>
                    </a:avLst>
                  </a:prstGeom>
                  <a:blipFill>
                    <a:blip r:embed="rId86"/>
                    <a:stretch>
                      <a:fillRect l="-24000" t="-4348" b="-39130"/>
                    </a:stretch>
                  </a:blip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4" name="Google Shape;380;p22">
                    <a:extLst>
                      <a:ext uri="{FF2B5EF4-FFF2-40B4-BE49-F238E27FC236}">
                        <a16:creationId xmlns:a16="http://schemas.microsoft.com/office/drawing/2014/main" id="{818E6E4B-9EB9-16F1-302F-1DA21761ABB3}"/>
                      </a:ext>
                    </a:extLst>
                  </p:cNvPr>
                  <p:cNvSpPr/>
                  <p:nvPr/>
                </p:nvSpPr>
                <p:spPr>
                  <a:xfrm>
                    <a:off x="7146923" y="5539157"/>
                    <a:ext cx="294423" cy="279796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FF7E79"/>
                  </a:solid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36000" tIns="0" rIns="0" bIns="0" anchor="ctr" anchorCtr="0">
                    <a:noAutofit/>
                  </a:bodyPr>
                  <a:lstStyle/>
                  <a:p>
                    <a:pPr algn="ctr">
                      <a:buClr>
                        <a:srgbClr val="000000"/>
                      </a:buClr>
                    </a:pPr>
                    <a14:m>
                      <m:oMathPara xmlns:m="http://schemas.openxmlformats.org/officeDocument/2006/math">
                        <m:oMath>
                          <m:r>
                            <a:rPr lang="en-US" altLang="ko-KR" b="0" i="1" kern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 </m:t>
                          </m:r>
                          <m:bar>
                            <m:barPr>
                              <m:pos m:val="top"/>
                              <m:ctrlPr>
                                <a:rPr lang="en-US" altLang="ko-KR" i="1" kern="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</m:ctrlPr>
                            </m:barPr>
                            <m:e>
                              <m:r>
                                <a:rPr lang="en-US" altLang="ko-KR" i="1" kern="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  <m:t>𝐴</m:t>
                              </m:r>
                            </m:e>
                          </m:bar>
                        </m:oMath>
                      </m:oMathPara>
                    </a14:m>
                    <a:endParaRPr lang="en-US" altLang="ko-KR" kern="0" dirty="0">
                      <a:solidFill>
                        <a:schemeClr val="bg1"/>
                      </a:solidFill>
                      <a:latin typeface="Avenir Book" panose="02000503020000020003" pitchFamily="2" charset="0"/>
                      <a:cs typeface="Arial"/>
                      <a:sym typeface="Arial"/>
                    </a:endParaRPr>
                  </a:p>
                </p:txBody>
              </p:sp>
            </mc:Choice>
            <mc:Fallback xmlns="">
              <p:sp>
                <p:nvSpPr>
                  <p:cNvPr id="184" name="Google Shape;380;p22">
                    <a:extLst>
                      <a:ext uri="{FF2B5EF4-FFF2-40B4-BE49-F238E27FC236}">
                        <a16:creationId xmlns:a16="http://schemas.microsoft.com/office/drawing/2014/main" id="{818E6E4B-9EB9-16F1-302F-1DA21761ABB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46923" y="5539157"/>
                    <a:ext cx="294423" cy="279796"/>
                  </a:xfrm>
                  <a:prstGeom prst="roundRect">
                    <a:avLst>
                      <a:gd name="adj" fmla="val 16667"/>
                    </a:avLst>
                  </a:prstGeom>
                  <a:blipFill>
                    <a:blip r:embed="rId87"/>
                    <a:stretch>
                      <a:fillRect l="-29167" t="-4348" r="-4167" b="-39130"/>
                    </a:stretch>
                  </a:blip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5" name="Google Shape;380;p22">
                    <a:extLst>
                      <a:ext uri="{FF2B5EF4-FFF2-40B4-BE49-F238E27FC236}">
                        <a16:creationId xmlns:a16="http://schemas.microsoft.com/office/drawing/2014/main" id="{5B3C9119-629C-926C-7B29-994CC7E10E8D}"/>
                      </a:ext>
                    </a:extLst>
                  </p:cNvPr>
                  <p:cNvSpPr/>
                  <p:nvPr/>
                </p:nvSpPr>
                <p:spPr>
                  <a:xfrm>
                    <a:off x="8153127" y="5539157"/>
                    <a:ext cx="1066651" cy="279796"/>
                  </a:xfrm>
                  <a:prstGeom prst="rect">
                    <a:avLst/>
                  </a:prstGeom>
                  <a:noFill/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>
                      <a:buClr>
                        <a:srgbClr val="000000"/>
                      </a:buClr>
                    </a:pPr>
                    <a:r>
                      <a:rPr lang="en" altLang="ko-KR" kern="0" dirty="0">
                        <a:solidFill>
                          <a:schemeClr val="bg2">
                            <a:lumMod val="25000"/>
                          </a:schemeClr>
                        </a:solidFill>
                        <a:latin typeface="Avenir Book" panose="02000503020000020003" pitchFamily="2" charset="0"/>
                        <a:cs typeface="Arial"/>
                        <a:sym typeface="Arial"/>
                      </a:rPr>
                      <a:t>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kern="0" dirty="0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+⋯+</m:t>
                        </m:r>
                      </m:oMath>
                    </a14:m>
                    <a:endParaRPr lang="en" altLang="ko-KR" kern="0" dirty="0">
                      <a:solidFill>
                        <a:schemeClr val="bg2">
                          <a:lumMod val="25000"/>
                        </a:schemeClr>
                      </a:solidFill>
                      <a:latin typeface="Avenir Book" panose="02000503020000020003" pitchFamily="2" charset="0"/>
                      <a:cs typeface="Arial"/>
                      <a:sym typeface="Arial"/>
                    </a:endParaRPr>
                  </a:p>
                </p:txBody>
              </p:sp>
            </mc:Choice>
            <mc:Fallback xmlns="">
              <p:sp>
                <p:nvSpPr>
                  <p:cNvPr id="185" name="Google Shape;380;p22">
                    <a:extLst>
                      <a:ext uri="{FF2B5EF4-FFF2-40B4-BE49-F238E27FC236}">
                        <a16:creationId xmlns:a16="http://schemas.microsoft.com/office/drawing/2014/main" id="{5B3C9119-629C-926C-7B29-994CC7E10E8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53127" y="5539157"/>
                    <a:ext cx="1066651" cy="279796"/>
                  </a:xfrm>
                  <a:prstGeom prst="rect">
                    <a:avLst/>
                  </a:prstGeom>
                  <a:blipFill>
                    <a:blip r:embed="rId88"/>
                    <a:stretch>
                      <a:fillRect b="-8696"/>
                    </a:stretch>
                  </a:blip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6" name="Google Shape;380;p22">
                    <a:extLst>
                      <a:ext uri="{FF2B5EF4-FFF2-40B4-BE49-F238E27FC236}">
                        <a16:creationId xmlns:a16="http://schemas.microsoft.com/office/drawing/2014/main" id="{549D6DE6-5F7C-A0D6-7402-2698FB06E944}"/>
                      </a:ext>
                    </a:extLst>
                  </p:cNvPr>
                  <p:cNvSpPr/>
                  <p:nvPr/>
                </p:nvSpPr>
                <p:spPr>
                  <a:xfrm>
                    <a:off x="7858704" y="5537320"/>
                    <a:ext cx="294423" cy="279796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chemeClr val="accent6">
                      <a:lumMod val="75000"/>
                    </a:schemeClr>
                  </a:solid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36000" tIns="0" rIns="0" bIns="0" anchor="ctr" anchorCtr="0">
                    <a:noAutofit/>
                  </a:bodyPr>
                  <a:lstStyle/>
                  <a:p>
                    <a:pPr algn="ctr">
                      <a:buClr>
                        <a:srgbClr val="000000"/>
                      </a:buClr>
                    </a:pPr>
                    <a14:m>
                      <m:oMathPara xmlns:m="http://schemas.openxmlformats.org/officeDocument/2006/math">
                        <m:oMath>
                          <m:r>
                            <a:rPr lang="en-US" altLang="ko-KR" b="0" i="1" kern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 </m:t>
                          </m:r>
                          <m:bar>
                            <m:barPr>
                              <m:pos m:val="top"/>
                              <m:ctrlPr>
                                <a:rPr lang="en-US" altLang="ko-KR" i="1" kern="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</m:ctrlPr>
                            </m:barPr>
                            <m:e>
                              <m:r>
                                <a:rPr lang="en-US" altLang="ko-KR" i="1" kern="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  <m:t>𝐵</m:t>
                              </m:r>
                            </m:e>
                          </m:bar>
                        </m:oMath>
                      </m:oMathPara>
                    </a14:m>
                    <a:endParaRPr lang="en-US" altLang="ko-KR" kern="0" dirty="0">
                      <a:solidFill>
                        <a:schemeClr val="bg1"/>
                      </a:solidFill>
                      <a:latin typeface="Avenir Book" panose="02000503020000020003" pitchFamily="2" charset="0"/>
                      <a:cs typeface="Arial"/>
                      <a:sym typeface="Arial"/>
                    </a:endParaRPr>
                  </a:p>
                </p:txBody>
              </p:sp>
            </mc:Choice>
            <mc:Fallback xmlns="">
              <p:sp>
                <p:nvSpPr>
                  <p:cNvPr id="186" name="Google Shape;380;p22">
                    <a:extLst>
                      <a:ext uri="{FF2B5EF4-FFF2-40B4-BE49-F238E27FC236}">
                        <a16:creationId xmlns:a16="http://schemas.microsoft.com/office/drawing/2014/main" id="{549D6DE6-5F7C-A0D6-7402-2698FB06E94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58704" y="5537320"/>
                    <a:ext cx="294423" cy="279796"/>
                  </a:xfrm>
                  <a:prstGeom prst="roundRect">
                    <a:avLst>
                      <a:gd name="adj" fmla="val 16667"/>
                    </a:avLst>
                  </a:prstGeom>
                  <a:blipFill>
                    <a:blip r:embed="rId89"/>
                    <a:stretch>
                      <a:fillRect l="-29167" r="-4167" b="-43478"/>
                    </a:stretch>
                  </a:blip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7" name="Google Shape;380;p22">
                    <a:extLst>
                      <a:ext uri="{FF2B5EF4-FFF2-40B4-BE49-F238E27FC236}">
                        <a16:creationId xmlns:a16="http://schemas.microsoft.com/office/drawing/2014/main" id="{601008CA-B713-2AC8-405E-5104BDF244DE}"/>
                      </a:ext>
                    </a:extLst>
                  </p:cNvPr>
                  <p:cNvSpPr/>
                  <p:nvPr/>
                </p:nvSpPr>
                <p:spPr>
                  <a:xfrm>
                    <a:off x="9250917" y="5537320"/>
                    <a:ext cx="294423" cy="279796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FF7E79"/>
                  </a:solid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36000" tIns="0" rIns="0" bIns="0" anchor="ctr" anchorCtr="0">
                    <a:noAutofit/>
                  </a:bodyPr>
                  <a:lstStyle/>
                  <a:p>
                    <a:pPr algn="ctr">
                      <a:buClr>
                        <a:srgbClr val="000000"/>
                      </a:buClr>
                    </a:pPr>
                    <a14:m>
                      <m:oMathPara xmlns:m="http://schemas.openxmlformats.org/officeDocument/2006/math">
                        <m:oMath>
                          <m:r>
                            <a:rPr lang="en-US" altLang="ko-KR" b="0" i="1" kern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 </m:t>
                          </m:r>
                          <m:bar>
                            <m:barPr>
                              <m:pos m:val="top"/>
                              <m:ctrlPr>
                                <a:rPr lang="en-US" altLang="ko-KR" i="1" kern="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</m:ctrlPr>
                            </m:barPr>
                            <m:e>
                              <m:r>
                                <a:rPr lang="en-US" altLang="ko-KR" i="1" kern="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  <m:t>𝐴</m:t>
                              </m:r>
                            </m:e>
                          </m:bar>
                        </m:oMath>
                      </m:oMathPara>
                    </a14:m>
                    <a:endParaRPr lang="en-US" altLang="ko-KR" kern="0" dirty="0">
                      <a:solidFill>
                        <a:schemeClr val="bg1"/>
                      </a:solidFill>
                      <a:latin typeface="Avenir Book" panose="02000503020000020003" pitchFamily="2" charset="0"/>
                      <a:cs typeface="Arial"/>
                      <a:sym typeface="Arial"/>
                    </a:endParaRPr>
                  </a:p>
                </p:txBody>
              </p:sp>
            </mc:Choice>
            <mc:Fallback xmlns="">
              <p:sp>
                <p:nvSpPr>
                  <p:cNvPr id="187" name="Google Shape;380;p22">
                    <a:extLst>
                      <a:ext uri="{FF2B5EF4-FFF2-40B4-BE49-F238E27FC236}">
                        <a16:creationId xmlns:a16="http://schemas.microsoft.com/office/drawing/2014/main" id="{601008CA-B713-2AC8-405E-5104BDF244D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250917" y="5537320"/>
                    <a:ext cx="294423" cy="279796"/>
                  </a:xfrm>
                  <a:prstGeom prst="roundRect">
                    <a:avLst>
                      <a:gd name="adj" fmla="val 16667"/>
                    </a:avLst>
                  </a:prstGeom>
                  <a:blipFill>
                    <a:blip r:embed="rId90"/>
                    <a:stretch>
                      <a:fillRect l="-25000" r="-8333" b="-43478"/>
                    </a:stretch>
                  </a:blip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8" name="Google Shape;380;p22">
                    <a:extLst>
                      <a:ext uri="{FF2B5EF4-FFF2-40B4-BE49-F238E27FC236}">
                        <a16:creationId xmlns:a16="http://schemas.microsoft.com/office/drawing/2014/main" id="{1EBB1DF3-81D3-5D0F-6D31-7DCE0E374371}"/>
                      </a:ext>
                    </a:extLst>
                  </p:cNvPr>
                  <p:cNvSpPr/>
                  <p:nvPr/>
                </p:nvSpPr>
                <p:spPr>
                  <a:xfrm>
                    <a:off x="9854629" y="5537320"/>
                    <a:ext cx="813637" cy="279796"/>
                  </a:xfrm>
                  <a:prstGeom prst="rect">
                    <a:avLst/>
                  </a:prstGeom>
                  <a:noFill/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>
                      <a:buClr>
                        <a:srgbClr val="000000"/>
                      </a:buClr>
                    </a:pPr>
                    <a:r>
                      <a:rPr lang="en" altLang="ko-KR" kern="0" dirty="0">
                        <a:solidFill>
                          <a:schemeClr val="bg2">
                            <a:lumMod val="25000"/>
                          </a:schemeClr>
                        </a:solidFill>
                        <a:latin typeface="Avenir Book" panose="02000503020000020003" pitchFamily="2" charset="0"/>
                        <a:cs typeface="Arial"/>
                        <a:sym typeface="Arial"/>
                      </a:rPr>
                      <a:t>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𝑡</m:t>
                            </m:r>
                            <m: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−1</m:t>
                            </m:r>
                          </m:sub>
                        </m:sSub>
                        <m:r>
                          <a:rPr lang="en-US" altLang="ko-KR" kern="0" dirty="0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+</m:t>
                        </m:r>
                      </m:oMath>
                    </a14:m>
                    <a:endParaRPr lang="en" altLang="ko-KR" kern="0" dirty="0">
                      <a:solidFill>
                        <a:schemeClr val="bg2">
                          <a:lumMod val="25000"/>
                        </a:schemeClr>
                      </a:solidFill>
                      <a:latin typeface="Avenir Book" panose="02000503020000020003" pitchFamily="2" charset="0"/>
                      <a:cs typeface="Arial"/>
                      <a:sym typeface="Arial"/>
                    </a:endParaRPr>
                  </a:p>
                </p:txBody>
              </p:sp>
            </mc:Choice>
            <mc:Fallback xmlns="">
              <p:sp>
                <p:nvSpPr>
                  <p:cNvPr id="188" name="Google Shape;380;p22">
                    <a:extLst>
                      <a:ext uri="{FF2B5EF4-FFF2-40B4-BE49-F238E27FC236}">
                        <a16:creationId xmlns:a16="http://schemas.microsoft.com/office/drawing/2014/main" id="{1EBB1DF3-81D3-5D0F-6D31-7DCE0E37437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854629" y="5537320"/>
                    <a:ext cx="813637" cy="279796"/>
                  </a:xfrm>
                  <a:prstGeom prst="rect">
                    <a:avLst/>
                  </a:prstGeom>
                  <a:blipFill>
                    <a:blip r:embed="rId91"/>
                    <a:stretch>
                      <a:fillRect b="-13043"/>
                    </a:stretch>
                  </a:blip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9" name="Google Shape;380;p22">
                    <a:extLst>
                      <a:ext uri="{FF2B5EF4-FFF2-40B4-BE49-F238E27FC236}">
                        <a16:creationId xmlns:a16="http://schemas.microsoft.com/office/drawing/2014/main" id="{9AF84F6B-BA7D-2B16-EB68-01F4CAEDB35D}"/>
                      </a:ext>
                    </a:extLst>
                  </p:cNvPr>
                  <p:cNvSpPr/>
                  <p:nvPr/>
                </p:nvSpPr>
                <p:spPr>
                  <a:xfrm>
                    <a:off x="10669738" y="5542589"/>
                    <a:ext cx="294423" cy="279796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chemeClr val="accent6">
                      <a:lumMod val="75000"/>
                    </a:schemeClr>
                  </a:solid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36000" tIns="0" rIns="0" bIns="0" anchor="ctr" anchorCtr="0">
                    <a:noAutofit/>
                  </a:bodyPr>
                  <a:lstStyle/>
                  <a:p>
                    <a:pPr algn="ctr">
                      <a:buClr>
                        <a:srgbClr val="000000"/>
                      </a:buClr>
                    </a:pPr>
                    <a14:m>
                      <m:oMathPara xmlns:m="http://schemas.openxmlformats.org/officeDocument/2006/math">
                        <m:oMath>
                          <m:r>
                            <a:rPr lang="en-US" altLang="ko-KR" b="0" i="1" kern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 </m:t>
                          </m:r>
                          <m:bar>
                            <m:barPr>
                              <m:pos m:val="top"/>
                              <m:ctrlPr>
                                <a:rPr lang="en-US" altLang="ko-KR" i="1" kern="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</m:ctrlPr>
                            </m:barPr>
                            <m:e>
                              <m:r>
                                <a:rPr lang="en-US" altLang="ko-KR" i="1" kern="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  <m:t>𝐵</m:t>
                              </m:r>
                            </m:e>
                          </m:bar>
                        </m:oMath>
                      </m:oMathPara>
                    </a14:m>
                    <a:endParaRPr lang="en-US" altLang="ko-KR" kern="0" dirty="0">
                      <a:solidFill>
                        <a:schemeClr val="bg1"/>
                      </a:solidFill>
                      <a:latin typeface="Avenir Book" panose="02000503020000020003" pitchFamily="2" charset="0"/>
                      <a:cs typeface="Arial"/>
                      <a:sym typeface="Arial"/>
                    </a:endParaRPr>
                  </a:p>
                </p:txBody>
              </p:sp>
            </mc:Choice>
            <mc:Fallback xmlns="">
              <p:sp>
                <p:nvSpPr>
                  <p:cNvPr id="189" name="Google Shape;380;p22">
                    <a:extLst>
                      <a:ext uri="{FF2B5EF4-FFF2-40B4-BE49-F238E27FC236}">
                        <a16:creationId xmlns:a16="http://schemas.microsoft.com/office/drawing/2014/main" id="{9AF84F6B-BA7D-2B16-EB68-01F4CAEDB35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69738" y="5542589"/>
                    <a:ext cx="294423" cy="279796"/>
                  </a:xfrm>
                  <a:prstGeom prst="roundRect">
                    <a:avLst>
                      <a:gd name="adj" fmla="val 16667"/>
                    </a:avLst>
                  </a:prstGeom>
                  <a:blipFill>
                    <a:blip r:embed="rId92"/>
                    <a:stretch>
                      <a:fillRect l="-29167" t="-4348" r="-8333" b="-39130"/>
                    </a:stretch>
                  </a:blip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0" name="Google Shape;380;p22">
                    <a:extLst>
                      <a:ext uri="{FF2B5EF4-FFF2-40B4-BE49-F238E27FC236}">
                        <a16:creationId xmlns:a16="http://schemas.microsoft.com/office/drawing/2014/main" id="{2B55FDB7-DC1D-7FE5-8C3F-ACAC7074F370}"/>
                      </a:ext>
                    </a:extLst>
                  </p:cNvPr>
                  <p:cNvSpPr/>
                  <p:nvPr/>
                </p:nvSpPr>
                <p:spPr>
                  <a:xfrm>
                    <a:off x="10964161" y="5542589"/>
                    <a:ext cx="445684" cy="279796"/>
                  </a:xfrm>
                  <a:prstGeom prst="rect">
                    <a:avLst/>
                  </a:prstGeom>
                  <a:noFill/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>
                      <a:buClr>
                        <a:srgbClr val="000000"/>
                      </a:buClr>
                    </a:pPr>
                    <a:r>
                      <a:rPr lang="en" altLang="ko-KR" kern="0" dirty="0">
                        <a:solidFill>
                          <a:schemeClr val="bg2">
                            <a:lumMod val="25000"/>
                          </a:schemeClr>
                        </a:solidFill>
                        <a:latin typeface="Avenir Book" panose="02000503020000020003" pitchFamily="2" charset="0"/>
                        <a:cs typeface="Arial"/>
                        <a:sym typeface="Arial"/>
                      </a:rPr>
                      <a:t>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𝑡</m:t>
                            </m:r>
                          </m:sub>
                        </m:sSub>
                      </m:oMath>
                    </a14:m>
                    <a:endParaRPr lang="en" altLang="ko-KR" kern="0" dirty="0">
                      <a:solidFill>
                        <a:schemeClr val="bg2">
                          <a:lumMod val="25000"/>
                        </a:schemeClr>
                      </a:solidFill>
                      <a:latin typeface="Avenir Book" panose="02000503020000020003" pitchFamily="2" charset="0"/>
                      <a:cs typeface="Arial"/>
                      <a:sym typeface="Arial"/>
                    </a:endParaRPr>
                  </a:p>
                </p:txBody>
              </p:sp>
            </mc:Choice>
            <mc:Fallback xmlns="">
              <p:sp>
                <p:nvSpPr>
                  <p:cNvPr id="190" name="Google Shape;380;p22">
                    <a:extLst>
                      <a:ext uri="{FF2B5EF4-FFF2-40B4-BE49-F238E27FC236}">
                        <a16:creationId xmlns:a16="http://schemas.microsoft.com/office/drawing/2014/main" id="{2B55FDB7-DC1D-7FE5-8C3F-ACAC7074F37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64161" y="5542589"/>
                    <a:ext cx="445684" cy="279796"/>
                  </a:xfrm>
                  <a:prstGeom prst="rect">
                    <a:avLst/>
                  </a:prstGeom>
                  <a:blipFill>
                    <a:blip r:embed="rId93"/>
                    <a:stretch>
                      <a:fillRect b="-8696"/>
                    </a:stretch>
                  </a:blip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1" name="Google Shape;380;p22">
                    <a:extLst>
                      <a:ext uri="{FF2B5EF4-FFF2-40B4-BE49-F238E27FC236}">
                        <a16:creationId xmlns:a16="http://schemas.microsoft.com/office/drawing/2014/main" id="{C0C3B245-CB4F-4242-4BAA-33439D09B3BD}"/>
                      </a:ext>
                    </a:extLst>
                  </p:cNvPr>
                  <p:cNvSpPr/>
                  <p:nvPr/>
                </p:nvSpPr>
                <p:spPr>
                  <a:xfrm>
                    <a:off x="9560206" y="5535483"/>
                    <a:ext cx="294423" cy="279796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chemeClr val="accent6">
                      <a:lumMod val="75000"/>
                    </a:schemeClr>
                  </a:solid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36000" tIns="0" rIns="0" bIns="0" anchor="ctr" anchorCtr="0">
                    <a:noAutofit/>
                  </a:bodyPr>
                  <a:lstStyle/>
                  <a:p>
                    <a:pPr algn="ctr">
                      <a:buClr>
                        <a:srgbClr val="000000"/>
                      </a:buClr>
                    </a:pPr>
                    <a14:m>
                      <m:oMathPara xmlns:m="http://schemas.openxmlformats.org/officeDocument/2006/math">
                        <m:oMath>
                          <m:r>
                            <a:rPr lang="en-US" altLang="ko-KR" b="0" i="1" kern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 </m:t>
                          </m:r>
                          <m:bar>
                            <m:barPr>
                              <m:pos m:val="top"/>
                              <m:ctrlPr>
                                <a:rPr lang="en-US" altLang="ko-KR" i="1" kern="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</m:ctrlPr>
                            </m:barPr>
                            <m:e>
                              <m:r>
                                <a:rPr lang="en-US" altLang="ko-KR" i="1" kern="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  <m:t>𝐵</m:t>
                              </m:r>
                            </m:e>
                          </m:bar>
                        </m:oMath>
                      </m:oMathPara>
                    </a14:m>
                    <a:endParaRPr lang="en-US" altLang="ko-KR" kern="0" dirty="0">
                      <a:solidFill>
                        <a:schemeClr val="bg1"/>
                      </a:solidFill>
                      <a:latin typeface="Avenir Book" panose="02000503020000020003" pitchFamily="2" charset="0"/>
                      <a:cs typeface="Arial"/>
                      <a:sym typeface="Arial"/>
                    </a:endParaRPr>
                  </a:p>
                </p:txBody>
              </p:sp>
            </mc:Choice>
            <mc:Fallback xmlns="">
              <p:sp>
                <p:nvSpPr>
                  <p:cNvPr id="191" name="Google Shape;380;p22">
                    <a:extLst>
                      <a:ext uri="{FF2B5EF4-FFF2-40B4-BE49-F238E27FC236}">
                        <a16:creationId xmlns:a16="http://schemas.microsoft.com/office/drawing/2014/main" id="{C0C3B245-CB4F-4242-4BAA-33439D09B3B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60206" y="5535483"/>
                    <a:ext cx="294423" cy="279796"/>
                  </a:xfrm>
                  <a:prstGeom prst="roundRect">
                    <a:avLst>
                      <a:gd name="adj" fmla="val 16667"/>
                    </a:avLst>
                  </a:prstGeom>
                  <a:blipFill>
                    <a:blip r:embed="rId94"/>
                    <a:stretch>
                      <a:fillRect l="-29167" r="-4167" b="-43478"/>
                    </a:stretch>
                  </a:blip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2" name="Google Shape;380;p22">
                    <a:extLst>
                      <a:ext uri="{FF2B5EF4-FFF2-40B4-BE49-F238E27FC236}">
                        <a16:creationId xmlns:a16="http://schemas.microsoft.com/office/drawing/2014/main" id="{064E33FD-497F-3BEF-60DF-3D9A25B200D5}"/>
                      </a:ext>
                    </a:extLst>
                  </p:cNvPr>
                  <p:cNvSpPr/>
                  <p:nvPr/>
                </p:nvSpPr>
                <p:spPr>
                  <a:xfrm>
                    <a:off x="7351187" y="5497723"/>
                    <a:ext cx="558483" cy="279796"/>
                  </a:xfrm>
                  <a:prstGeom prst="rect">
                    <a:avLst/>
                  </a:prstGeom>
                  <a:noFill/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>
                      <a:buClr>
                        <a:srgbClr val="000000"/>
                      </a:buClr>
                    </a:pPr>
                    <a14:m>
                      <m:oMathPara xmlns:m="http://schemas.openxmlformats.org/officeDocument/2006/math">
                        <m:oMath>
                          <m:sSup>
                            <m:sSupPr>
                              <m:ctrlPr>
                                <a:rPr lang="en-US" altLang="ko-KR" kern="0" dirty="0" smtClean="0">
                                  <a:solidFill>
                                    <a:schemeClr val="bg2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</m:ctrlPr>
                            </m:sSupPr>
                            <m:e>
                              <m:r>
                                <a:rPr lang="en-US" altLang="ko-KR" kern="0" dirty="0" smtClean="0">
                                  <a:solidFill>
                                    <a:schemeClr val="bg2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  <m:t> </m:t>
                              </m:r>
                            </m:e>
                            <m:sup>
                              <m:r>
                                <a:rPr lang="en-US" altLang="ko-KR" kern="0" dirty="0" smtClean="0">
                                  <a:solidFill>
                                    <a:schemeClr val="bg2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  <m:t>𝑡</m:t>
                              </m:r>
                              <m:r>
                                <a:rPr lang="en-US" altLang="ko-KR" kern="0" dirty="0" smtClean="0">
                                  <a:solidFill>
                                    <a:schemeClr val="bg2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  <m:t>−1</m:t>
                              </m:r>
                            </m:sup>
                          </m:sSup>
                        </m:oMath>
                      </m:oMathPara>
                    </a14:m>
                    <a:endParaRPr dirty="0">
                      <a:latin typeface="Avenir Book" panose="02000503020000020003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192" name="Google Shape;380;p22">
                    <a:extLst>
                      <a:ext uri="{FF2B5EF4-FFF2-40B4-BE49-F238E27FC236}">
                        <a16:creationId xmlns:a16="http://schemas.microsoft.com/office/drawing/2014/main" id="{064E33FD-497F-3BEF-60DF-3D9A25B200D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51187" y="5497723"/>
                    <a:ext cx="558483" cy="279796"/>
                  </a:xfrm>
                  <a:prstGeom prst="rect">
                    <a:avLst/>
                  </a:prstGeom>
                  <a:blipFill>
                    <a:blip r:embed="rId95"/>
                    <a:stretch>
                      <a:fillRect l="-2222" t="-4167" b="-33333"/>
                    </a:stretch>
                  </a:blip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F8DFB41E-E045-ECD9-3CE0-6ACE80ABB64C}"/>
                </a:ext>
              </a:extLst>
            </p:cNvPr>
            <p:cNvGrpSpPr/>
            <p:nvPr/>
          </p:nvGrpSpPr>
          <p:grpSpPr>
            <a:xfrm>
              <a:off x="11119141" y="5973934"/>
              <a:ext cx="969053" cy="281633"/>
              <a:chOff x="11119141" y="5973934"/>
              <a:chExt cx="969053" cy="28163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Google Shape;380;p22">
                    <a:extLst>
                      <a:ext uri="{FF2B5EF4-FFF2-40B4-BE49-F238E27FC236}">
                        <a16:creationId xmlns:a16="http://schemas.microsoft.com/office/drawing/2014/main" id="{74A54BC5-9AB7-13F0-54FB-949D7E9BF763}"/>
                      </a:ext>
                    </a:extLst>
                  </p:cNvPr>
                  <p:cNvSpPr/>
                  <p:nvPr/>
                </p:nvSpPr>
                <p:spPr>
                  <a:xfrm>
                    <a:off x="11119141" y="5975771"/>
                    <a:ext cx="969053" cy="279796"/>
                  </a:xfrm>
                  <a:prstGeom prst="rect">
                    <a:avLst/>
                  </a:prstGeom>
                  <a:noFill/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>
                      <a:buClr>
                        <a:srgbClr val="000000"/>
                      </a:buClr>
                    </a:pPr>
                    <a:r>
                      <a:rPr lang="en" altLang="ko-KR" kern="0" dirty="0">
                        <a:solidFill>
                          <a:schemeClr val="bg2">
                            <a:lumMod val="25000"/>
                          </a:schemeClr>
                        </a:solidFill>
                        <a:latin typeface="Avenir Book" panose="02000503020000020003" pitchFamily="2" charset="0"/>
                        <a:cs typeface="Arial"/>
                        <a:sym typeface="Arial"/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lang="en-US" altLang="ko-KR" kern="0" dirty="0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+        </m:t>
                        </m:r>
                        <m:sSub>
                          <m:sSubPr>
                            <m:ctrlP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𝑡</m:t>
                            </m:r>
                          </m:sub>
                        </m:sSub>
                      </m:oMath>
                    </a14:m>
                    <a:endParaRPr lang="en" altLang="ko-KR" kern="0" dirty="0">
                      <a:solidFill>
                        <a:schemeClr val="bg2">
                          <a:lumMod val="25000"/>
                        </a:schemeClr>
                      </a:solidFill>
                      <a:latin typeface="Avenir Book" panose="02000503020000020003" pitchFamily="2" charset="0"/>
                      <a:cs typeface="Arial"/>
                      <a:sym typeface="Arial"/>
                    </a:endParaRPr>
                  </a:p>
                </p:txBody>
              </p:sp>
            </mc:Choice>
            <mc:Fallback xmlns="">
              <p:sp>
                <p:nvSpPr>
                  <p:cNvPr id="6" name="Google Shape;380;p22">
                    <a:extLst>
                      <a:ext uri="{FF2B5EF4-FFF2-40B4-BE49-F238E27FC236}">
                        <a16:creationId xmlns:a16="http://schemas.microsoft.com/office/drawing/2014/main" id="{74A54BC5-9AB7-13F0-54FB-949D7E9BF76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119141" y="5975771"/>
                    <a:ext cx="969053" cy="279796"/>
                  </a:xfrm>
                  <a:prstGeom prst="rect">
                    <a:avLst/>
                  </a:prstGeom>
                  <a:blipFill>
                    <a:blip r:embed="rId96"/>
                    <a:stretch>
                      <a:fillRect l="-1299" t="-8696" b="-34783"/>
                    </a:stretch>
                  </a:blip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Google Shape;380;p22">
                    <a:extLst>
                      <a:ext uri="{FF2B5EF4-FFF2-40B4-BE49-F238E27FC236}">
                        <a16:creationId xmlns:a16="http://schemas.microsoft.com/office/drawing/2014/main" id="{7D11A05F-69D7-6935-DC04-A5C0DC6857F6}"/>
                      </a:ext>
                    </a:extLst>
                  </p:cNvPr>
                  <p:cNvSpPr/>
                  <p:nvPr/>
                </p:nvSpPr>
                <p:spPr>
                  <a:xfrm>
                    <a:off x="11435564" y="5973934"/>
                    <a:ext cx="294423" cy="279796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36000" tIns="0" rIns="0" bIns="0" anchor="ctr" anchorCtr="0">
                    <a:noAutofit/>
                  </a:bodyPr>
                  <a:lstStyle/>
                  <a:p>
                    <a:pPr algn="ctr">
                      <a:buClr>
                        <a:srgbClr val="000000"/>
                      </a:buClr>
                    </a:pPr>
                    <a14:m>
                      <m:oMathPara xmlns:m="http://schemas.openxmlformats.org/officeDocument/2006/math">
                        <m:oMath>
                          <m:r>
                            <a:rPr lang="en-US" altLang="ko-KR" kern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 </m:t>
                          </m:r>
                          <m:r>
                            <a:rPr lang="en-US" altLang="ko-KR" kern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𝐷</m:t>
                          </m:r>
                        </m:oMath>
                      </m:oMathPara>
                    </a14:m>
                    <a:endParaRPr lang="en-US" altLang="ko-KR" kern="0" dirty="0">
                      <a:solidFill>
                        <a:schemeClr val="bg1"/>
                      </a:solidFill>
                      <a:latin typeface="Avenir Book" panose="02000503020000020003" pitchFamily="2" charset="0"/>
                      <a:cs typeface="Arial"/>
                      <a:sym typeface="Arial"/>
                    </a:endParaRPr>
                  </a:p>
                </p:txBody>
              </p:sp>
            </mc:Choice>
            <mc:Fallback xmlns="">
              <p:sp>
                <p:nvSpPr>
                  <p:cNvPr id="26" name="Google Shape;380;p22">
                    <a:extLst>
                      <a:ext uri="{FF2B5EF4-FFF2-40B4-BE49-F238E27FC236}">
                        <a16:creationId xmlns:a16="http://schemas.microsoft.com/office/drawing/2014/main" id="{7D11A05F-69D7-6935-DC04-A5C0DC6857F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35564" y="5973934"/>
                    <a:ext cx="294423" cy="279796"/>
                  </a:xfrm>
                  <a:prstGeom prst="roundRect">
                    <a:avLst>
                      <a:gd name="adj" fmla="val 16667"/>
                    </a:avLst>
                  </a:prstGeom>
                  <a:blipFill>
                    <a:blip r:embed="rId97"/>
                    <a:stretch>
                      <a:fillRect l="-29167" t="-8696" r="-4167" b="-30435"/>
                    </a:stretch>
                  </a:blip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2113600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D84CA-F63B-D2D3-1E64-2E88E3935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CB0823DF-1DB5-0E9D-630B-E2F863F86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413" y="1150938"/>
            <a:ext cx="11441112" cy="5249862"/>
          </a:xfrm>
        </p:spPr>
        <p:txBody>
          <a:bodyPr/>
          <a:lstStyle/>
          <a:p>
            <a:endParaRPr lang="en-US" altLang="ko-KR" sz="1800" dirty="0"/>
          </a:p>
          <a:p>
            <a:endParaRPr lang="en-US" altLang="ko-KR" sz="1800" dirty="0"/>
          </a:p>
          <a:p>
            <a:r>
              <a:rPr lang="en-US" altLang="ko-KR" dirty="0"/>
              <a:t>inference like RNN, training like CNN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ko-KR" dirty="0" err="1"/>
              <a:t>parallelizable</a:t>
            </a:r>
            <a:r>
              <a:rPr lang="ko-KR" altLang="ko-KR" dirty="0"/>
              <a:t> </a:t>
            </a:r>
            <a:r>
              <a:rPr lang="ko-KR" altLang="ko-KR" dirty="0" err="1"/>
              <a:t>training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A86C8C5-D677-E882-98BA-88D6BC67A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913" y="118633"/>
            <a:ext cx="11404650" cy="753795"/>
          </a:xfrm>
        </p:spPr>
        <p:txBody>
          <a:bodyPr/>
          <a:lstStyle/>
          <a:p>
            <a:r>
              <a:rPr lang="en-US" altLang="ko-KR" dirty="0"/>
              <a:t>LSSL</a:t>
            </a:r>
            <a:r>
              <a:rPr lang="en-US" altLang="ko-KR" baseline="30000" dirty="0"/>
              <a:t> [Gu et al.’21]</a:t>
            </a:r>
            <a:endParaRPr lang="ko-KR" altLang="en-US" baseline="30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D0C371-71E2-BC59-A737-F8B356445CAF}"/>
              </a:ext>
            </a:extLst>
          </p:cNvPr>
          <p:cNvSpPr txBox="1"/>
          <p:nvPr/>
        </p:nvSpPr>
        <p:spPr>
          <a:xfrm>
            <a:off x="7795967" y="226214"/>
            <a:ext cx="4145083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kumimoji="1" lang="en-US" altLang="ko-K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NanumSquareOTF ExtraBold" panose="020B0600000101010101" pitchFamily="34" charset="-127"/>
                <a:cs typeface="Pretendard ExtraBold" panose="02000503000000020004" pitchFamily="2" charset="-127"/>
              </a:rPr>
              <a:t>3. SSMs Before Mamba</a:t>
            </a:r>
          </a:p>
        </p:txBody>
      </p:sp>
      <p:graphicFrame>
        <p:nvGraphicFramePr>
          <p:cNvPr id="12" name="내용 개체 틀 5">
            <a:extLst>
              <a:ext uri="{FF2B5EF4-FFF2-40B4-BE49-F238E27FC236}">
                <a16:creationId xmlns:a16="http://schemas.microsoft.com/office/drawing/2014/main" id="{468F2230-989E-0050-2F32-53642ADD277B}"/>
              </a:ext>
            </a:extLst>
          </p:cNvPr>
          <p:cNvGraphicFramePr>
            <a:graphicFrameLocks/>
          </p:cNvGraphicFramePr>
          <p:nvPr/>
        </p:nvGraphicFramePr>
        <p:xfrm>
          <a:off x="379413" y="1150939"/>
          <a:ext cx="11441112" cy="5971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91640143-9B25-5A1C-84BF-47650916807F}"/>
              </a:ext>
            </a:extLst>
          </p:cNvPr>
          <p:cNvSpPr/>
          <p:nvPr/>
        </p:nvSpPr>
        <p:spPr>
          <a:xfrm>
            <a:off x="653143" y="2008414"/>
            <a:ext cx="3216728" cy="424543"/>
          </a:xfrm>
          <a:prstGeom prst="rect">
            <a:avLst/>
          </a:prstGeom>
          <a:solidFill>
            <a:srgbClr val="FCFCFC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Avenir Book" panose="02000503020000020003" pitchFamily="2" charset="0"/>
            </a:endParaRPr>
          </a:p>
        </p:txBody>
      </p:sp>
      <p:sp>
        <p:nvSpPr>
          <p:cNvPr id="126" name="오른쪽 화살표[R] 125">
            <a:extLst>
              <a:ext uri="{FF2B5EF4-FFF2-40B4-BE49-F238E27FC236}">
                <a16:creationId xmlns:a16="http://schemas.microsoft.com/office/drawing/2014/main" id="{8250C530-2FCA-A095-6B62-449120F5602F}"/>
              </a:ext>
            </a:extLst>
          </p:cNvPr>
          <p:cNvSpPr/>
          <p:nvPr/>
        </p:nvSpPr>
        <p:spPr>
          <a:xfrm rot="5400000">
            <a:off x="8158282" y="4220393"/>
            <a:ext cx="532916" cy="813547"/>
          </a:xfrm>
          <a:prstGeom prst="rightArrow">
            <a:avLst/>
          </a:prstGeom>
          <a:solidFill>
            <a:srgbClr val="B462D3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Avenir Book" panose="02000503020000020003" pitchFamily="2" charset="0"/>
            </a:endParaRPr>
          </a:p>
        </p:txBody>
      </p:sp>
      <p:sp>
        <p:nvSpPr>
          <p:cNvPr id="209" name="모서리가 둥근 직사각형 208">
            <a:extLst>
              <a:ext uri="{FF2B5EF4-FFF2-40B4-BE49-F238E27FC236}">
                <a16:creationId xmlns:a16="http://schemas.microsoft.com/office/drawing/2014/main" id="{E7BC9A81-EB78-DEC8-1265-714D1697A2BB}"/>
              </a:ext>
            </a:extLst>
          </p:cNvPr>
          <p:cNvSpPr/>
          <p:nvPr/>
        </p:nvSpPr>
        <p:spPr>
          <a:xfrm>
            <a:off x="1000378" y="3828004"/>
            <a:ext cx="2509724" cy="1242763"/>
          </a:xfrm>
          <a:prstGeom prst="roundRect">
            <a:avLst>
              <a:gd name="adj" fmla="val 3605"/>
            </a:avLst>
          </a:prstGeom>
          <a:solidFill>
            <a:srgbClr val="B462D3"/>
          </a:solidFill>
          <a:ln>
            <a:solidFill>
              <a:srgbClr val="B462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Avenir Book" panose="02000503020000020003" pitchFamily="2" charset="0"/>
            </a:endParaRPr>
          </a:p>
        </p:txBody>
      </p:sp>
      <p:graphicFrame>
        <p:nvGraphicFramePr>
          <p:cNvPr id="205" name="표 204">
            <a:extLst>
              <a:ext uri="{FF2B5EF4-FFF2-40B4-BE49-F238E27FC236}">
                <a16:creationId xmlns:a16="http://schemas.microsoft.com/office/drawing/2014/main" id="{863FBFC2-6A5E-B90C-7EF8-3ED780A6B7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4731790"/>
              </p:ext>
            </p:extLst>
          </p:nvPr>
        </p:nvGraphicFramePr>
        <p:xfrm>
          <a:off x="1046826" y="2711095"/>
          <a:ext cx="1422393" cy="232315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2393">
                  <a:extLst>
                    <a:ext uri="{9D8B030D-6E8A-4147-A177-3AD203B41FA5}">
                      <a16:colId xmlns:a16="http://schemas.microsoft.com/office/drawing/2014/main" val="3231804307"/>
                    </a:ext>
                  </a:extLst>
                </a:gridCol>
              </a:tblGrid>
              <a:tr h="387193"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i="0" dirty="0">
                        <a:latin typeface="Avenir Book" panose="02000503020000020003" pitchFamily="2" charset="0"/>
                      </a:endParaRPr>
                    </a:p>
                  </a:txBody>
                  <a:tcPr marL="19899" marR="19899" marT="41564" marB="41564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158466"/>
                  </a:ext>
                </a:extLst>
              </a:tr>
              <a:tr h="387193"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i="0" dirty="0">
                        <a:latin typeface="Avenir Book" panose="02000503020000020003" pitchFamily="2" charset="0"/>
                      </a:endParaRPr>
                    </a:p>
                  </a:txBody>
                  <a:tcPr marL="19899" marR="19899" marT="41564" marB="41564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5443029"/>
                  </a:ext>
                </a:extLst>
              </a:tr>
              <a:tr h="3871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⋮</a:t>
                      </a:r>
                      <a:endParaRPr lang="ko-KR" altLang="en-US" sz="1600" b="0" i="0" dirty="0">
                        <a:latin typeface="Avenir Book" panose="02000503020000020003" pitchFamily="2" charset="0"/>
                      </a:endParaRPr>
                    </a:p>
                  </a:txBody>
                  <a:tcPr marL="19899" marR="19899" marT="41564" marB="41564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2148841"/>
                  </a:ext>
                </a:extLst>
              </a:tr>
              <a:tr h="387193"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i="0" dirty="0">
                        <a:latin typeface="Avenir Book" panose="02000503020000020003" pitchFamily="2" charset="0"/>
                      </a:endParaRPr>
                    </a:p>
                  </a:txBody>
                  <a:tcPr marL="19899" marR="19899" marT="41564" marB="41564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8472760"/>
                  </a:ext>
                </a:extLst>
              </a:tr>
              <a:tr h="387193"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i="0" dirty="0">
                        <a:latin typeface="Avenir Book" panose="02000503020000020003" pitchFamily="2" charset="0"/>
                      </a:endParaRPr>
                    </a:p>
                  </a:txBody>
                  <a:tcPr marL="19899" marR="19899" marT="41564" marB="41564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4512082"/>
                  </a:ext>
                </a:extLst>
              </a:tr>
              <a:tr h="387193"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i="0" dirty="0">
                        <a:latin typeface="Avenir Book" panose="02000503020000020003" pitchFamily="2" charset="0"/>
                      </a:endParaRPr>
                    </a:p>
                  </a:txBody>
                  <a:tcPr marL="19899" marR="19899" marT="41564" marB="41564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2901213"/>
                  </a:ext>
                </a:extLst>
              </a:tr>
            </a:tbl>
          </a:graphicData>
        </a:graphic>
      </p:graphicFrame>
      <p:grpSp>
        <p:nvGrpSpPr>
          <p:cNvPr id="179" name="그룹 178">
            <a:extLst>
              <a:ext uri="{FF2B5EF4-FFF2-40B4-BE49-F238E27FC236}">
                <a16:creationId xmlns:a16="http://schemas.microsoft.com/office/drawing/2014/main" id="{1FA5D275-060A-DACF-6240-71A551B6D6AF}"/>
              </a:ext>
            </a:extLst>
          </p:cNvPr>
          <p:cNvGrpSpPr/>
          <p:nvPr/>
        </p:nvGrpSpPr>
        <p:grpSpPr>
          <a:xfrm>
            <a:off x="1140969" y="3115060"/>
            <a:ext cx="1240874" cy="317556"/>
            <a:chOff x="6869760" y="7769128"/>
            <a:chExt cx="1240874" cy="31755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1" name="Google Shape;380;p22">
                  <a:extLst>
                    <a:ext uri="{FF2B5EF4-FFF2-40B4-BE49-F238E27FC236}">
                      <a16:creationId xmlns:a16="http://schemas.microsoft.com/office/drawing/2014/main" id="{222C6BB5-63E5-0D9D-802B-EB277C84FD41}"/>
                    </a:ext>
                  </a:extLst>
                </p:cNvPr>
                <p:cNvSpPr/>
                <p:nvPr/>
              </p:nvSpPr>
              <p:spPr>
                <a:xfrm>
                  <a:off x="6869760" y="7806888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8000" tIns="0" rIns="0" bIns="0" anchor="ctr" anchorCtr="0">
                  <a:noAutofit/>
                </a:bodyPr>
                <a:lstStyle/>
                <a:p>
                  <a:pPr algn="ctr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>
                        <m:r>
                          <a:rPr lang="en-US" altLang="ko-KR" kern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 </m:t>
                        </m:r>
                        <m:r>
                          <a:rPr lang="en-US" altLang="ko-KR" kern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𝐶</m:t>
                        </m:r>
                      </m:oMath>
                    </m:oMathPara>
                  </a14:m>
                  <a:endParaRPr lang="en-US" altLang="ko-KR" kern="0" dirty="0">
                    <a:solidFill>
                      <a:schemeClr val="bg1"/>
                    </a:solidFill>
                    <a:latin typeface="Cambria Math" panose="02040503050406030204" pitchFamily="18" charset="0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161" name="Google Shape;380;p22">
                  <a:extLst>
                    <a:ext uri="{FF2B5EF4-FFF2-40B4-BE49-F238E27FC236}">
                      <a16:creationId xmlns:a16="http://schemas.microsoft.com/office/drawing/2014/main" id="{222C6BB5-63E5-0D9D-802B-EB277C84FD4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9760" y="7806888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blipFill>
                  <a:blip r:embed="rId8"/>
                  <a:stretch>
                    <a:fillRect l="-25000" t="-8696" r="-4167" b="-34783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Google Shape;380;p22">
                  <a:extLst>
                    <a:ext uri="{FF2B5EF4-FFF2-40B4-BE49-F238E27FC236}">
                      <a16:creationId xmlns:a16="http://schemas.microsoft.com/office/drawing/2014/main" id="{3785B9C8-304C-EA12-CCEB-161C5524D0DC}"/>
                    </a:ext>
                  </a:extLst>
                </p:cNvPr>
                <p:cNvSpPr/>
                <p:nvPr/>
              </p:nvSpPr>
              <p:spPr>
                <a:xfrm>
                  <a:off x="7192723" y="7806888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F7E79"/>
                </a:solid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36000" tIns="0" rIns="0" bIns="0" anchor="ctr" anchorCtr="0">
                  <a:noAutofit/>
                </a:bodyPr>
                <a:lstStyle/>
                <a:p>
                  <a:pPr algn="ctr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>
                        <m:r>
                          <a:rPr lang="en-US" altLang="ko-KR" b="0" i="1" kern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 </m:t>
                        </m:r>
                        <m:bar>
                          <m:barPr>
                            <m:pos m:val="top"/>
                            <m:ctrlPr>
                              <a:rPr lang="en-US" altLang="ko-KR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barPr>
                          <m:e>
                            <m:r>
                              <a:rPr lang="en-US" altLang="ko-KR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𝐴</m:t>
                            </m:r>
                          </m:e>
                        </m:bar>
                      </m:oMath>
                    </m:oMathPara>
                  </a14:m>
                  <a:endParaRPr lang="en-US" altLang="ko-KR" kern="0" dirty="0">
                    <a:solidFill>
                      <a:schemeClr val="bg1"/>
                    </a:solidFill>
                    <a:latin typeface="Avenir Book" panose="02000503020000020003" pitchFamily="2" charset="0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162" name="Google Shape;380;p22">
                  <a:extLst>
                    <a:ext uri="{FF2B5EF4-FFF2-40B4-BE49-F238E27FC236}">
                      <a16:creationId xmlns:a16="http://schemas.microsoft.com/office/drawing/2014/main" id="{3785B9C8-304C-EA12-CCEB-161C5524D0D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92723" y="7806888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blipFill>
                  <a:blip r:embed="rId9"/>
                  <a:stretch>
                    <a:fillRect l="-29167" t="-4348" r="-4167" b="-39130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" name="Google Shape;380;p22">
                  <a:extLst>
                    <a:ext uri="{FF2B5EF4-FFF2-40B4-BE49-F238E27FC236}">
                      <a16:creationId xmlns:a16="http://schemas.microsoft.com/office/drawing/2014/main" id="{89E337E8-7767-D082-685D-8CB054D314AA}"/>
                    </a:ext>
                  </a:extLst>
                </p:cNvPr>
                <p:cNvSpPr/>
                <p:nvPr/>
              </p:nvSpPr>
              <p:spPr>
                <a:xfrm>
                  <a:off x="7816211" y="7806888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accent6">
                    <a:lumMod val="75000"/>
                  </a:schemeClr>
                </a:solid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36000" tIns="0" rIns="0" bIns="0" anchor="ctr" anchorCtr="0">
                  <a:noAutofit/>
                </a:bodyPr>
                <a:lstStyle/>
                <a:p>
                  <a:pPr algn="ctr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>
                        <m:r>
                          <a:rPr lang="en-US" altLang="ko-KR" b="0" i="1" kern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 </m:t>
                        </m:r>
                        <m:bar>
                          <m:barPr>
                            <m:pos m:val="top"/>
                            <m:ctrlPr>
                              <a:rPr lang="en-US" altLang="ko-KR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barPr>
                          <m:e>
                            <m:r>
                              <a:rPr lang="en-US" altLang="ko-KR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𝐵</m:t>
                            </m:r>
                          </m:e>
                        </m:bar>
                      </m:oMath>
                    </m:oMathPara>
                  </a14:m>
                  <a:endParaRPr lang="en-US" altLang="ko-KR" kern="0" dirty="0">
                    <a:solidFill>
                      <a:schemeClr val="bg1"/>
                    </a:solidFill>
                    <a:latin typeface="Avenir Book" panose="02000503020000020003" pitchFamily="2" charset="0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164" name="Google Shape;380;p22">
                  <a:extLst>
                    <a:ext uri="{FF2B5EF4-FFF2-40B4-BE49-F238E27FC236}">
                      <a16:creationId xmlns:a16="http://schemas.microsoft.com/office/drawing/2014/main" id="{89E337E8-7767-D082-685D-8CB054D314A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16211" y="7806888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blipFill>
                  <a:blip r:embed="rId10"/>
                  <a:stretch>
                    <a:fillRect l="-29167" t="-4348" r="-4167" b="-39130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5" name="Google Shape;380;p22">
                  <a:extLst>
                    <a:ext uri="{FF2B5EF4-FFF2-40B4-BE49-F238E27FC236}">
                      <a16:creationId xmlns:a16="http://schemas.microsoft.com/office/drawing/2014/main" id="{94D438C1-8390-86DD-8E94-C5311349FC92}"/>
                    </a:ext>
                  </a:extLst>
                </p:cNvPr>
                <p:cNvSpPr/>
                <p:nvPr/>
              </p:nvSpPr>
              <p:spPr>
                <a:xfrm>
                  <a:off x="7374495" y="7769128"/>
                  <a:ext cx="558483" cy="279796"/>
                </a:xfrm>
                <a:prstGeom prst="rect">
                  <a:avLst/>
                </a:prstGeom>
                <a:noFill/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</a:pPr>
                  <a:r>
                    <a:rPr lang="en-US" altLang="ko-KR" kern="0" dirty="0">
                      <a:solidFill>
                        <a:schemeClr val="bg2">
                          <a:lumMod val="25000"/>
                        </a:schemeClr>
                      </a:solidFill>
                      <a:latin typeface="Avenir Book" panose="02000503020000020003" pitchFamily="2" charset="0"/>
                      <a:cs typeface="Arial"/>
                      <a:sym typeface="Arial"/>
                    </a:rPr>
                    <a:t>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ko-KR" kern="0" dirty="0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</m:ctrlPr>
                        </m:sSupPr>
                        <m:e>
                          <m:r>
                            <a:rPr lang="en-US" altLang="ko-KR" kern="0" dirty="0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 </m:t>
                          </m:r>
                        </m:e>
                        <m:sup>
                          <m:r>
                            <a:rPr lang="en-US" altLang="ko-KR" kern="0" dirty="0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𝐿</m:t>
                          </m:r>
                          <m:r>
                            <a:rPr lang="en-US" altLang="ko-KR" kern="0" dirty="0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−2</m:t>
                          </m:r>
                        </m:sup>
                      </m:sSup>
                    </m:oMath>
                  </a14:m>
                  <a:endParaRPr dirty="0">
                    <a:latin typeface="Avenir Book" panose="02000503020000020003" pitchFamily="2" charset="0"/>
                  </a:endParaRPr>
                </a:p>
              </p:txBody>
            </p:sp>
          </mc:Choice>
          <mc:Fallback xmlns="">
            <p:sp>
              <p:nvSpPr>
                <p:cNvPr id="175" name="Google Shape;380;p22">
                  <a:extLst>
                    <a:ext uri="{FF2B5EF4-FFF2-40B4-BE49-F238E27FC236}">
                      <a16:creationId xmlns:a16="http://schemas.microsoft.com/office/drawing/2014/main" id="{94D438C1-8390-86DD-8E94-C5311349FC9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74495" y="7769128"/>
                  <a:ext cx="558483" cy="279796"/>
                </a:xfrm>
                <a:prstGeom prst="rect">
                  <a:avLst/>
                </a:prstGeom>
                <a:blipFill>
                  <a:blip r:embed="rId11"/>
                  <a:stretch>
                    <a:fillRect l="-8889" t="-8696" b="-34783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0" name="그룹 179">
            <a:extLst>
              <a:ext uri="{FF2B5EF4-FFF2-40B4-BE49-F238E27FC236}">
                <a16:creationId xmlns:a16="http://schemas.microsoft.com/office/drawing/2014/main" id="{89CDB59B-28B5-5591-D8ED-CBFF95A4202D}"/>
              </a:ext>
            </a:extLst>
          </p:cNvPr>
          <p:cNvGrpSpPr/>
          <p:nvPr/>
        </p:nvGrpSpPr>
        <p:grpSpPr>
          <a:xfrm>
            <a:off x="1140969" y="4314525"/>
            <a:ext cx="913001" cy="280199"/>
            <a:chOff x="8987428" y="7806485"/>
            <a:chExt cx="913001" cy="28019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5" name="Google Shape;380;p22">
                  <a:extLst>
                    <a:ext uri="{FF2B5EF4-FFF2-40B4-BE49-F238E27FC236}">
                      <a16:creationId xmlns:a16="http://schemas.microsoft.com/office/drawing/2014/main" id="{F434FBB1-7DDE-6127-E336-25F200B608BB}"/>
                    </a:ext>
                  </a:extLst>
                </p:cNvPr>
                <p:cNvSpPr/>
                <p:nvPr/>
              </p:nvSpPr>
              <p:spPr>
                <a:xfrm>
                  <a:off x="9296717" y="7806888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F7E79"/>
                </a:solid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36000" tIns="0" rIns="0" bIns="0" anchor="ctr" anchorCtr="0">
                  <a:noAutofit/>
                </a:bodyPr>
                <a:lstStyle/>
                <a:p>
                  <a:pPr algn="ctr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>
                        <m:r>
                          <a:rPr lang="en-US" altLang="ko-KR" b="0" i="1" kern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 </m:t>
                        </m:r>
                        <m:bar>
                          <m:barPr>
                            <m:pos m:val="top"/>
                            <m:ctrlPr>
                              <a:rPr lang="en-US" altLang="ko-KR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barPr>
                          <m:e>
                            <m:r>
                              <a:rPr lang="en-US" altLang="ko-KR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𝐴</m:t>
                            </m:r>
                          </m:e>
                        </m:bar>
                      </m:oMath>
                    </m:oMathPara>
                  </a14:m>
                  <a:endParaRPr lang="en-US" altLang="ko-KR" kern="0" dirty="0">
                    <a:solidFill>
                      <a:schemeClr val="bg1"/>
                    </a:solidFill>
                    <a:latin typeface="Avenir Book" panose="02000503020000020003" pitchFamily="2" charset="0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165" name="Google Shape;380;p22">
                  <a:extLst>
                    <a:ext uri="{FF2B5EF4-FFF2-40B4-BE49-F238E27FC236}">
                      <a16:creationId xmlns:a16="http://schemas.microsoft.com/office/drawing/2014/main" id="{F434FBB1-7DDE-6127-E336-25F200B608B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96717" y="7806888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blipFill>
                  <a:blip r:embed="rId12"/>
                  <a:stretch>
                    <a:fillRect l="-29167" t="-4348" r="-4167" b="-43478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" name="Google Shape;380;p22">
                  <a:extLst>
                    <a:ext uri="{FF2B5EF4-FFF2-40B4-BE49-F238E27FC236}">
                      <a16:creationId xmlns:a16="http://schemas.microsoft.com/office/drawing/2014/main" id="{DC3C6871-5395-5EAA-C40D-3DC501AF645D}"/>
                    </a:ext>
                  </a:extLst>
                </p:cNvPr>
                <p:cNvSpPr/>
                <p:nvPr/>
              </p:nvSpPr>
              <p:spPr>
                <a:xfrm>
                  <a:off x="9606006" y="7806888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accent6">
                    <a:lumMod val="75000"/>
                  </a:schemeClr>
                </a:solid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36000" tIns="0" rIns="0" bIns="0" anchor="ctr" anchorCtr="0">
                  <a:noAutofit/>
                </a:bodyPr>
                <a:lstStyle/>
                <a:p>
                  <a:pPr algn="ctr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>
                        <m:r>
                          <a:rPr lang="en-US" altLang="ko-KR" b="0" i="1" kern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 </m:t>
                        </m:r>
                        <m:bar>
                          <m:barPr>
                            <m:pos m:val="top"/>
                            <m:ctrlPr>
                              <a:rPr lang="en-US" altLang="ko-KR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barPr>
                          <m:e>
                            <m:r>
                              <a:rPr lang="en-US" altLang="ko-KR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𝐵</m:t>
                            </m:r>
                          </m:e>
                        </m:bar>
                      </m:oMath>
                    </m:oMathPara>
                  </a14:m>
                  <a:endParaRPr lang="en-US" altLang="ko-KR" kern="0" dirty="0">
                    <a:solidFill>
                      <a:schemeClr val="bg1"/>
                    </a:solidFill>
                    <a:latin typeface="Avenir Book" panose="02000503020000020003" pitchFamily="2" charset="0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174" name="Google Shape;380;p22">
                  <a:extLst>
                    <a:ext uri="{FF2B5EF4-FFF2-40B4-BE49-F238E27FC236}">
                      <a16:creationId xmlns:a16="http://schemas.microsoft.com/office/drawing/2014/main" id="{DC3C6871-5395-5EAA-C40D-3DC501AF645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06006" y="7806888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blipFill>
                  <a:blip r:embed="rId13"/>
                  <a:stretch>
                    <a:fillRect l="-29167" t="-4348" r="-8333" b="-43478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Google Shape;380;p22">
                  <a:extLst>
                    <a:ext uri="{FF2B5EF4-FFF2-40B4-BE49-F238E27FC236}">
                      <a16:creationId xmlns:a16="http://schemas.microsoft.com/office/drawing/2014/main" id="{559128F2-AF1D-55AE-4E39-A142312E7737}"/>
                    </a:ext>
                  </a:extLst>
                </p:cNvPr>
                <p:cNvSpPr/>
                <p:nvPr/>
              </p:nvSpPr>
              <p:spPr>
                <a:xfrm>
                  <a:off x="8987428" y="7806485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8000" tIns="0" rIns="0" bIns="0" anchor="ctr" anchorCtr="0">
                  <a:noAutofit/>
                </a:bodyPr>
                <a:lstStyle/>
                <a:p>
                  <a:pPr algn="ctr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>
                        <m:r>
                          <a:rPr lang="en-US" altLang="ko-KR" kern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 </m:t>
                        </m:r>
                        <m:r>
                          <a:rPr lang="en-US" altLang="ko-KR" kern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𝐶</m:t>
                        </m:r>
                      </m:oMath>
                    </m:oMathPara>
                  </a14:m>
                  <a:endParaRPr lang="en-US" altLang="ko-KR" kern="0" dirty="0">
                    <a:solidFill>
                      <a:schemeClr val="bg1"/>
                    </a:solidFill>
                    <a:latin typeface="Cambria Math" panose="02040503050406030204" pitchFamily="18" charset="0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177" name="Google Shape;380;p22">
                  <a:extLst>
                    <a:ext uri="{FF2B5EF4-FFF2-40B4-BE49-F238E27FC236}">
                      <a16:creationId xmlns:a16="http://schemas.microsoft.com/office/drawing/2014/main" id="{559128F2-AF1D-55AE-4E39-A142312E773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87428" y="7806485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blipFill>
                  <a:blip r:embed="rId14"/>
                  <a:stretch>
                    <a:fillRect l="-25000" t="-4348" r="-4167" b="-39130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1" name="그룹 180">
            <a:extLst>
              <a:ext uri="{FF2B5EF4-FFF2-40B4-BE49-F238E27FC236}">
                <a16:creationId xmlns:a16="http://schemas.microsoft.com/office/drawing/2014/main" id="{38B259B0-A6E8-E454-F4E2-095884AA0B0F}"/>
              </a:ext>
            </a:extLst>
          </p:cNvPr>
          <p:cNvGrpSpPr/>
          <p:nvPr/>
        </p:nvGrpSpPr>
        <p:grpSpPr>
          <a:xfrm>
            <a:off x="1140969" y="4696876"/>
            <a:ext cx="603712" cy="280199"/>
            <a:chOff x="10406249" y="7806485"/>
            <a:chExt cx="603712" cy="28019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Google Shape;380;p22">
                  <a:extLst>
                    <a:ext uri="{FF2B5EF4-FFF2-40B4-BE49-F238E27FC236}">
                      <a16:creationId xmlns:a16="http://schemas.microsoft.com/office/drawing/2014/main" id="{68AA565D-214C-5E6E-D9C1-EDC24432DAA3}"/>
                    </a:ext>
                  </a:extLst>
                </p:cNvPr>
                <p:cNvSpPr/>
                <p:nvPr/>
              </p:nvSpPr>
              <p:spPr>
                <a:xfrm>
                  <a:off x="10715538" y="7806888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accent6">
                    <a:lumMod val="75000"/>
                  </a:schemeClr>
                </a:solid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36000" tIns="0" rIns="0" bIns="0" anchor="ctr" anchorCtr="0">
                  <a:noAutofit/>
                </a:bodyPr>
                <a:lstStyle/>
                <a:p>
                  <a:pPr algn="ctr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>
                        <m:r>
                          <a:rPr lang="en-US" altLang="ko-KR" b="0" i="1" kern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 </m:t>
                        </m:r>
                        <m:bar>
                          <m:barPr>
                            <m:pos m:val="top"/>
                            <m:ctrlPr>
                              <a:rPr lang="en-US" altLang="ko-KR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barPr>
                          <m:e>
                            <m:r>
                              <a:rPr lang="en-US" altLang="ko-KR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𝐵</m:t>
                            </m:r>
                          </m:e>
                        </m:bar>
                      </m:oMath>
                    </m:oMathPara>
                  </a14:m>
                  <a:endParaRPr lang="en-US" altLang="ko-KR" kern="0" dirty="0">
                    <a:solidFill>
                      <a:schemeClr val="bg1"/>
                    </a:solidFill>
                    <a:latin typeface="Avenir Book" panose="02000503020000020003" pitchFamily="2" charset="0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168" name="Google Shape;380;p22">
                  <a:extLst>
                    <a:ext uri="{FF2B5EF4-FFF2-40B4-BE49-F238E27FC236}">
                      <a16:creationId xmlns:a16="http://schemas.microsoft.com/office/drawing/2014/main" id="{68AA565D-214C-5E6E-D9C1-EDC24432DAA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15538" y="7806888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blipFill>
                  <a:blip r:embed="rId15"/>
                  <a:stretch>
                    <a:fillRect l="-29167" t="-4545" r="-4167" b="-45455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8" name="Google Shape;380;p22">
                  <a:extLst>
                    <a:ext uri="{FF2B5EF4-FFF2-40B4-BE49-F238E27FC236}">
                      <a16:creationId xmlns:a16="http://schemas.microsoft.com/office/drawing/2014/main" id="{31AFC212-F484-3314-374F-9823C4BE1BB9}"/>
                    </a:ext>
                  </a:extLst>
                </p:cNvPr>
                <p:cNvSpPr/>
                <p:nvPr/>
              </p:nvSpPr>
              <p:spPr>
                <a:xfrm>
                  <a:off x="10406249" y="7806485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8000" tIns="0" rIns="0" bIns="0" anchor="ctr" anchorCtr="0">
                  <a:noAutofit/>
                </a:bodyPr>
                <a:lstStyle/>
                <a:p>
                  <a:pPr algn="ctr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>
                        <m:r>
                          <a:rPr lang="en-US" altLang="ko-KR" kern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 </m:t>
                        </m:r>
                        <m:r>
                          <a:rPr lang="en-US" altLang="ko-KR" kern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𝐶</m:t>
                        </m:r>
                      </m:oMath>
                    </m:oMathPara>
                  </a14:m>
                  <a:endParaRPr lang="en-US" altLang="ko-KR" kern="0" dirty="0">
                    <a:solidFill>
                      <a:schemeClr val="bg1"/>
                    </a:solidFill>
                    <a:latin typeface="Cambria Math" panose="02040503050406030204" pitchFamily="18" charset="0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178" name="Google Shape;380;p22">
                  <a:extLst>
                    <a:ext uri="{FF2B5EF4-FFF2-40B4-BE49-F238E27FC236}">
                      <a16:creationId xmlns:a16="http://schemas.microsoft.com/office/drawing/2014/main" id="{31AFC212-F484-3314-374F-9823C4BE1BB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06249" y="7806485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blipFill>
                  <a:blip r:embed="rId16"/>
                  <a:stretch>
                    <a:fillRect l="-25000" t="-4348" r="-4167" b="-39130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2" name="그룹 181">
            <a:extLst>
              <a:ext uri="{FF2B5EF4-FFF2-40B4-BE49-F238E27FC236}">
                <a16:creationId xmlns:a16="http://schemas.microsoft.com/office/drawing/2014/main" id="{E1278284-9178-1CA0-5387-7C6E4D9A6390}"/>
              </a:ext>
            </a:extLst>
          </p:cNvPr>
          <p:cNvGrpSpPr/>
          <p:nvPr/>
        </p:nvGrpSpPr>
        <p:grpSpPr>
          <a:xfrm>
            <a:off x="1140969" y="2736486"/>
            <a:ext cx="1240873" cy="317556"/>
            <a:chOff x="6869760" y="7769128"/>
            <a:chExt cx="1240873" cy="31755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3" name="Google Shape;380;p22">
                  <a:extLst>
                    <a:ext uri="{FF2B5EF4-FFF2-40B4-BE49-F238E27FC236}">
                      <a16:creationId xmlns:a16="http://schemas.microsoft.com/office/drawing/2014/main" id="{1DB8D068-665A-68A5-46B0-7D6983F494E1}"/>
                    </a:ext>
                  </a:extLst>
                </p:cNvPr>
                <p:cNvSpPr/>
                <p:nvPr/>
              </p:nvSpPr>
              <p:spPr>
                <a:xfrm>
                  <a:off x="6869760" y="7806888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8000" tIns="0" rIns="0" bIns="0" anchor="ctr" anchorCtr="0">
                  <a:noAutofit/>
                </a:bodyPr>
                <a:lstStyle/>
                <a:p>
                  <a:pPr algn="ctr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>
                        <m:r>
                          <a:rPr lang="en-US" altLang="ko-KR" kern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 </m:t>
                        </m:r>
                        <m:r>
                          <a:rPr lang="en-US" altLang="ko-KR" kern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𝐶</m:t>
                        </m:r>
                      </m:oMath>
                    </m:oMathPara>
                  </a14:m>
                  <a:endParaRPr lang="en-US" altLang="ko-KR" kern="0" dirty="0">
                    <a:solidFill>
                      <a:schemeClr val="bg1"/>
                    </a:solidFill>
                    <a:latin typeface="Cambria Math" panose="02040503050406030204" pitchFamily="18" charset="0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183" name="Google Shape;380;p22">
                  <a:extLst>
                    <a:ext uri="{FF2B5EF4-FFF2-40B4-BE49-F238E27FC236}">
                      <a16:creationId xmlns:a16="http://schemas.microsoft.com/office/drawing/2014/main" id="{1DB8D068-665A-68A5-46B0-7D6983F494E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9760" y="7806888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blipFill>
                  <a:blip r:embed="rId17"/>
                  <a:stretch>
                    <a:fillRect l="-25000" t="-8696" r="-4167" b="-39130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3" name="Google Shape;380;p22">
                  <a:extLst>
                    <a:ext uri="{FF2B5EF4-FFF2-40B4-BE49-F238E27FC236}">
                      <a16:creationId xmlns:a16="http://schemas.microsoft.com/office/drawing/2014/main" id="{1FCCCCC4-711F-FD82-6EB6-486DE3B9012C}"/>
                    </a:ext>
                  </a:extLst>
                </p:cNvPr>
                <p:cNvSpPr/>
                <p:nvPr/>
              </p:nvSpPr>
              <p:spPr>
                <a:xfrm>
                  <a:off x="7192723" y="7806888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F7E79"/>
                </a:solid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36000" tIns="0" rIns="0" bIns="0" anchor="ctr" anchorCtr="0">
                  <a:noAutofit/>
                </a:bodyPr>
                <a:lstStyle/>
                <a:p>
                  <a:pPr algn="ctr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>
                        <m:r>
                          <a:rPr lang="en-US" altLang="ko-KR" b="0" i="1" kern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 </m:t>
                        </m:r>
                        <m:bar>
                          <m:barPr>
                            <m:pos m:val="top"/>
                            <m:ctrlPr>
                              <a:rPr lang="en-US" altLang="ko-KR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barPr>
                          <m:e>
                            <m:r>
                              <a:rPr lang="en-US" altLang="ko-KR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𝐴</m:t>
                            </m:r>
                          </m:e>
                        </m:bar>
                      </m:oMath>
                    </m:oMathPara>
                  </a14:m>
                  <a:endParaRPr lang="en-US" altLang="ko-KR" kern="0" dirty="0">
                    <a:solidFill>
                      <a:schemeClr val="bg1"/>
                    </a:solidFill>
                    <a:latin typeface="Avenir Book" panose="02000503020000020003" pitchFamily="2" charset="0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193" name="Google Shape;380;p22">
                  <a:extLst>
                    <a:ext uri="{FF2B5EF4-FFF2-40B4-BE49-F238E27FC236}">
                      <a16:creationId xmlns:a16="http://schemas.microsoft.com/office/drawing/2014/main" id="{1FCCCCC4-711F-FD82-6EB6-486DE3B9012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92723" y="7806888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blipFill>
                  <a:blip r:embed="rId18"/>
                  <a:stretch>
                    <a:fillRect l="-29167" t="-4348" r="-4167" b="-39130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4" name="Google Shape;380;p22">
                  <a:extLst>
                    <a:ext uri="{FF2B5EF4-FFF2-40B4-BE49-F238E27FC236}">
                      <a16:creationId xmlns:a16="http://schemas.microsoft.com/office/drawing/2014/main" id="{54B0E360-B0C2-38C0-2022-441C97C6C94D}"/>
                    </a:ext>
                  </a:extLst>
                </p:cNvPr>
                <p:cNvSpPr/>
                <p:nvPr/>
              </p:nvSpPr>
              <p:spPr>
                <a:xfrm>
                  <a:off x="7816210" y="7806888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accent6">
                    <a:lumMod val="75000"/>
                  </a:schemeClr>
                </a:solid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36000" tIns="0" rIns="0" bIns="0" anchor="ctr" anchorCtr="0">
                  <a:noAutofit/>
                </a:bodyPr>
                <a:lstStyle/>
                <a:p>
                  <a:pPr algn="ctr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>
                        <m:r>
                          <a:rPr lang="en-US" altLang="ko-KR" b="0" i="1" kern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 </m:t>
                        </m:r>
                        <m:bar>
                          <m:barPr>
                            <m:pos m:val="top"/>
                            <m:ctrlPr>
                              <a:rPr lang="en-US" altLang="ko-KR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barPr>
                          <m:e>
                            <m:r>
                              <a:rPr lang="en-US" altLang="ko-KR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𝐵</m:t>
                            </m:r>
                          </m:e>
                        </m:bar>
                      </m:oMath>
                    </m:oMathPara>
                  </a14:m>
                  <a:endParaRPr lang="en-US" altLang="ko-KR" kern="0" dirty="0">
                    <a:solidFill>
                      <a:schemeClr val="bg1"/>
                    </a:solidFill>
                    <a:latin typeface="Avenir Book" panose="02000503020000020003" pitchFamily="2" charset="0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194" name="Google Shape;380;p22">
                  <a:extLst>
                    <a:ext uri="{FF2B5EF4-FFF2-40B4-BE49-F238E27FC236}">
                      <a16:creationId xmlns:a16="http://schemas.microsoft.com/office/drawing/2014/main" id="{54B0E360-B0C2-38C0-2022-441C97C6C94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16210" y="7806888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blipFill>
                  <a:blip r:embed="rId19"/>
                  <a:stretch>
                    <a:fillRect l="-29167" t="-4348" r="-4167" b="-39130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6" name="Google Shape;380;p22">
                  <a:extLst>
                    <a:ext uri="{FF2B5EF4-FFF2-40B4-BE49-F238E27FC236}">
                      <a16:creationId xmlns:a16="http://schemas.microsoft.com/office/drawing/2014/main" id="{EDC6E9BA-9727-7518-F19E-8C03A241F98A}"/>
                    </a:ext>
                  </a:extLst>
                </p:cNvPr>
                <p:cNvSpPr/>
                <p:nvPr/>
              </p:nvSpPr>
              <p:spPr>
                <a:xfrm>
                  <a:off x="7374495" y="7769128"/>
                  <a:ext cx="558483" cy="279796"/>
                </a:xfrm>
                <a:prstGeom prst="rect">
                  <a:avLst/>
                </a:prstGeom>
                <a:noFill/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</a:pPr>
                  <a:r>
                    <a:rPr lang="en-US" altLang="ko-KR" kern="0" dirty="0">
                      <a:solidFill>
                        <a:schemeClr val="bg2">
                          <a:lumMod val="25000"/>
                        </a:schemeClr>
                      </a:solidFill>
                      <a:latin typeface="Avenir Book" panose="02000503020000020003" pitchFamily="2" charset="0"/>
                      <a:cs typeface="Arial"/>
                      <a:sym typeface="Arial"/>
                    </a:rPr>
                    <a:t>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ko-KR" kern="0" dirty="0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</m:ctrlPr>
                        </m:sSupPr>
                        <m:e>
                          <m:r>
                            <a:rPr lang="en-US" altLang="ko-KR" kern="0" dirty="0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 </m:t>
                          </m:r>
                        </m:e>
                        <m:sup>
                          <m:r>
                            <a:rPr lang="en-US" altLang="ko-KR" kern="0" dirty="0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𝐿</m:t>
                          </m:r>
                          <m:r>
                            <a:rPr lang="en-US" altLang="ko-KR" kern="0" dirty="0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−1</m:t>
                          </m:r>
                        </m:sup>
                      </m:sSup>
                    </m:oMath>
                  </a14:m>
                  <a:endParaRPr dirty="0">
                    <a:latin typeface="Avenir Book" panose="02000503020000020003" pitchFamily="2" charset="0"/>
                  </a:endParaRPr>
                </a:p>
              </p:txBody>
            </p:sp>
          </mc:Choice>
          <mc:Fallback xmlns="">
            <p:sp>
              <p:nvSpPr>
                <p:cNvPr id="196" name="Google Shape;380;p22">
                  <a:extLst>
                    <a:ext uri="{FF2B5EF4-FFF2-40B4-BE49-F238E27FC236}">
                      <a16:creationId xmlns:a16="http://schemas.microsoft.com/office/drawing/2014/main" id="{EDC6E9BA-9727-7518-F19E-8C03A241F98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74495" y="7769128"/>
                  <a:ext cx="558483" cy="279796"/>
                </a:xfrm>
                <a:prstGeom prst="rect">
                  <a:avLst/>
                </a:prstGeom>
                <a:blipFill>
                  <a:blip r:embed="rId20"/>
                  <a:stretch>
                    <a:fillRect l="-8889" t="-4348" b="-34783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0" name="그룹 199">
            <a:extLst>
              <a:ext uri="{FF2B5EF4-FFF2-40B4-BE49-F238E27FC236}">
                <a16:creationId xmlns:a16="http://schemas.microsoft.com/office/drawing/2014/main" id="{0EE53AA7-64D8-9129-7B3C-7FB3C4E5CBF4}"/>
              </a:ext>
            </a:extLst>
          </p:cNvPr>
          <p:cNvGrpSpPr/>
          <p:nvPr/>
        </p:nvGrpSpPr>
        <p:grpSpPr>
          <a:xfrm>
            <a:off x="1140969" y="3894817"/>
            <a:ext cx="1063218" cy="317556"/>
            <a:chOff x="6869760" y="7769128"/>
            <a:chExt cx="1063218" cy="31755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1" name="Google Shape;380;p22">
                  <a:extLst>
                    <a:ext uri="{FF2B5EF4-FFF2-40B4-BE49-F238E27FC236}">
                      <a16:creationId xmlns:a16="http://schemas.microsoft.com/office/drawing/2014/main" id="{15EDFC25-30F7-36AC-DB23-5B4471504C1B}"/>
                    </a:ext>
                  </a:extLst>
                </p:cNvPr>
                <p:cNvSpPr/>
                <p:nvPr/>
              </p:nvSpPr>
              <p:spPr>
                <a:xfrm>
                  <a:off x="6869760" y="7806888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8000" tIns="0" rIns="0" bIns="0" anchor="ctr" anchorCtr="0">
                  <a:noAutofit/>
                </a:bodyPr>
                <a:lstStyle/>
                <a:p>
                  <a:pPr algn="ctr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>
                        <m:r>
                          <a:rPr lang="en-US" altLang="ko-KR" kern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 </m:t>
                        </m:r>
                        <m:r>
                          <a:rPr lang="en-US" altLang="ko-KR" kern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𝐶</m:t>
                        </m:r>
                      </m:oMath>
                    </m:oMathPara>
                  </a14:m>
                  <a:endParaRPr lang="en-US" altLang="ko-KR" kern="0" dirty="0">
                    <a:solidFill>
                      <a:schemeClr val="bg1"/>
                    </a:solidFill>
                    <a:latin typeface="Cambria Math" panose="02040503050406030204" pitchFamily="18" charset="0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201" name="Google Shape;380;p22">
                  <a:extLst>
                    <a:ext uri="{FF2B5EF4-FFF2-40B4-BE49-F238E27FC236}">
                      <a16:creationId xmlns:a16="http://schemas.microsoft.com/office/drawing/2014/main" id="{15EDFC25-30F7-36AC-DB23-5B4471504C1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9760" y="7806888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blipFill>
                  <a:blip r:embed="rId21"/>
                  <a:stretch>
                    <a:fillRect l="-25000" t="-4348" r="-4167" b="-39130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2" name="Google Shape;380;p22">
                  <a:extLst>
                    <a:ext uri="{FF2B5EF4-FFF2-40B4-BE49-F238E27FC236}">
                      <a16:creationId xmlns:a16="http://schemas.microsoft.com/office/drawing/2014/main" id="{19BCF2EB-8995-9259-309C-A78C7A3CD454}"/>
                    </a:ext>
                  </a:extLst>
                </p:cNvPr>
                <p:cNvSpPr/>
                <p:nvPr/>
              </p:nvSpPr>
              <p:spPr>
                <a:xfrm>
                  <a:off x="7192723" y="7806888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F7E79"/>
                </a:solid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36000" tIns="0" rIns="0" bIns="0" anchor="ctr" anchorCtr="0">
                  <a:noAutofit/>
                </a:bodyPr>
                <a:lstStyle/>
                <a:p>
                  <a:pPr algn="ctr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>
                        <m:r>
                          <a:rPr lang="en-US" altLang="ko-KR" b="0" i="1" kern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 </m:t>
                        </m:r>
                        <m:bar>
                          <m:barPr>
                            <m:pos m:val="top"/>
                            <m:ctrlPr>
                              <a:rPr lang="en-US" altLang="ko-KR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barPr>
                          <m:e>
                            <m:r>
                              <a:rPr lang="en-US" altLang="ko-KR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𝐴</m:t>
                            </m:r>
                          </m:e>
                        </m:bar>
                      </m:oMath>
                    </m:oMathPara>
                  </a14:m>
                  <a:endParaRPr lang="en-US" altLang="ko-KR" kern="0" dirty="0">
                    <a:solidFill>
                      <a:schemeClr val="bg1"/>
                    </a:solidFill>
                    <a:latin typeface="Avenir Book" panose="02000503020000020003" pitchFamily="2" charset="0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202" name="Google Shape;380;p22">
                  <a:extLst>
                    <a:ext uri="{FF2B5EF4-FFF2-40B4-BE49-F238E27FC236}">
                      <a16:creationId xmlns:a16="http://schemas.microsoft.com/office/drawing/2014/main" id="{19BCF2EB-8995-9259-309C-A78C7A3CD45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92723" y="7806888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blipFill>
                  <a:blip r:embed="rId22"/>
                  <a:stretch>
                    <a:fillRect l="-29167" t="-4348" r="-4167" b="-39130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3" name="Google Shape;380;p22">
                  <a:extLst>
                    <a:ext uri="{FF2B5EF4-FFF2-40B4-BE49-F238E27FC236}">
                      <a16:creationId xmlns:a16="http://schemas.microsoft.com/office/drawing/2014/main" id="{C40B6233-E05D-57EF-6760-FEBF24C20272}"/>
                    </a:ext>
                  </a:extLst>
                </p:cNvPr>
                <p:cNvSpPr/>
                <p:nvPr/>
              </p:nvSpPr>
              <p:spPr>
                <a:xfrm>
                  <a:off x="7631568" y="7806888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accent6">
                    <a:lumMod val="75000"/>
                  </a:schemeClr>
                </a:solid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36000" tIns="0" rIns="0" bIns="0" anchor="ctr" anchorCtr="0">
                  <a:noAutofit/>
                </a:bodyPr>
                <a:lstStyle/>
                <a:p>
                  <a:pPr algn="ctr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>
                        <m:r>
                          <a:rPr lang="en-US" altLang="ko-KR" b="0" i="1" kern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 </m:t>
                        </m:r>
                        <m:bar>
                          <m:barPr>
                            <m:pos m:val="top"/>
                            <m:ctrlPr>
                              <a:rPr lang="en-US" altLang="ko-KR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barPr>
                          <m:e>
                            <m:r>
                              <a:rPr lang="en-US" altLang="ko-KR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𝐵</m:t>
                            </m:r>
                          </m:e>
                        </m:bar>
                      </m:oMath>
                    </m:oMathPara>
                  </a14:m>
                  <a:endParaRPr lang="en-US" altLang="ko-KR" kern="0" dirty="0">
                    <a:solidFill>
                      <a:schemeClr val="bg1"/>
                    </a:solidFill>
                    <a:latin typeface="Avenir Book" panose="02000503020000020003" pitchFamily="2" charset="0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203" name="Google Shape;380;p22">
                  <a:extLst>
                    <a:ext uri="{FF2B5EF4-FFF2-40B4-BE49-F238E27FC236}">
                      <a16:creationId xmlns:a16="http://schemas.microsoft.com/office/drawing/2014/main" id="{C40B6233-E05D-57EF-6760-FEBF24C2027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31568" y="7806888"/>
                  <a:ext cx="294423" cy="279796"/>
                </a:xfrm>
                <a:prstGeom prst="roundRect">
                  <a:avLst>
                    <a:gd name="adj" fmla="val 16667"/>
                  </a:avLst>
                </a:prstGeom>
                <a:blipFill>
                  <a:blip r:embed="rId23"/>
                  <a:stretch>
                    <a:fillRect l="-25000" r="-8333" b="-39130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4" name="Google Shape;380;p22">
                  <a:extLst>
                    <a:ext uri="{FF2B5EF4-FFF2-40B4-BE49-F238E27FC236}">
                      <a16:creationId xmlns:a16="http://schemas.microsoft.com/office/drawing/2014/main" id="{ACE98E86-86FD-38AA-5BA9-7A91B5502BB4}"/>
                    </a:ext>
                  </a:extLst>
                </p:cNvPr>
                <p:cNvSpPr/>
                <p:nvPr/>
              </p:nvSpPr>
              <p:spPr>
                <a:xfrm>
                  <a:off x="7374495" y="7769128"/>
                  <a:ext cx="558483" cy="279796"/>
                </a:xfrm>
                <a:prstGeom prst="rect">
                  <a:avLst/>
                </a:prstGeom>
                <a:noFill/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</a:pPr>
                  <a:r>
                    <a:rPr lang="ar-AE" altLang="ko-KR" kern="0" dirty="0">
                      <a:solidFill>
                        <a:schemeClr val="bg1"/>
                      </a:solidFill>
                      <a:latin typeface="Avenir Book" panose="02000503020000020003" pitchFamily="2" charset="0"/>
                      <a:cs typeface="Arial"/>
                      <a:sym typeface="Arial"/>
                    </a:rPr>
                    <a:t>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ar-AE" altLang="ko-KR" kern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</m:ctrlPr>
                        </m:sSupPr>
                        <m:e>
                          <m:r>
                            <a:rPr lang="ar-AE" altLang="ko-KR" kern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 </m:t>
                          </m:r>
                        </m:e>
                        <m:sup>
                          <m:r>
                            <a:rPr lang="ar-AE" altLang="ko-KR" kern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2</m:t>
                          </m:r>
                        </m:sup>
                      </m:sSup>
                    </m:oMath>
                  </a14:m>
                  <a:endParaRPr lang="ar-AE" dirty="0">
                    <a:solidFill>
                      <a:schemeClr val="bg1"/>
                    </a:solidFill>
                    <a:latin typeface="Avenir Book" panose="02000503020000020003" pitchFamily="2" charset="0"/>
                  </a:endParaRPr>
                </a:p>
              </p:txBody>
            </p:sp>
          </mc:Choice>
          <mc:Fallback xmlns="">
            <p:sp>
              <p:nvSpPr>
                <p:cNvPr id="204" name="Google Shape;380;p22">
                  <a:extLst>
                    <a:ext uri="{FF2B5EF4-FFF2-40B4-BE49-F238E27FC236}">
                      <a16:creationId xmlns:a16="http://schemas.microsoft.com/office/drawing/2014/main" id="{ACE98E86-86FD-38AA-5BA9-7A91B5502BB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74495" y="7769128"/>
                  <a:ext cx="558483" cy="279796"/>
                </a:xfrm>
                <a:prstGeom prst="rect">
                  <a:avLst/>
                </a:prstGeom>
                <a:blipFill>
                  <a:blip r:embed="rId24"/>
                  <a:stretch>
                    <a:fillRect l="-24444" t="-26087" b="-52174"/>
                  </a:stretch>
                </a:blip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6" name="표 205">
                <a:extLst>
                  <a:ext uri="{FF2B5EF4-FFF2-40B4-BE49-F238E27FC236}">
                    <a16:creationId xmlns:a16="http://schemas.microsoft.com/office/drawing/2014/main" id="{43A638A2-F4D0-A1A6-2C2F-80B18B4D9B7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46189980"/>
                  </p:ext>
                </p:extLst>
              </p:nvPr>
            </p:nvGraphicFramePr>
            <p:xfrm>
              <a:off x="2955769" y="3862701"/>
              <a:ext cx="502327" cy="232315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02327">
                      <a:extLst>
                        <a:ext uri="{9D8B030D-6E8A-4147-A177-3AD203B41FA5}">
                          <a16:colId xmlns:a16="http://schemas.microsoft.com/office/drawing/2014/main" val="3231804307"/>
                        </a:ext>
                      </a:extLst>
                    </a:gridCol>
                  </a:tblGrid>
                  <a:tr h="387193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ko-KR" sz="1600" b="0" i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ko-KR" sz="1600" b="0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1600" b="0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b="0" i="0" dirty="0">
                            <a:latin typeface="Avenir Book" panose="02000503020000020003" pitchFamily="2" charset="0"/>
                          </a:endParaRPr>
                        </a:p>
                      </a:txBody>
                      <a:tcPr marL="19899" marR="19899" marT="41564" marB="41564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46158466"/>
                      </a:ext>
                    </a:extLst>
                  </a:tr>
                  <a:tr h="387193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ko-KR" sz="1600" b="0" i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ko-KR" sz="1600" b="0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1600" b="0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600" b="0" i="0" dirty="0">
                            <a:solidFill>
                              <a:schemeClr val="bg1"/>
                            </a:solidFill>
                            <a:latin typeface="Avenir Book" panose="02000503020000020003" pitchFamily="2" charset="0"/>
                          </a:endParaRPr>
                        </a:p>
                      </a:txBody>
                      <a:tcPr marL="19899" marR="19899" marT="41564" marB="41564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55443029"/>
                      </a:ext>
                    </a:extLst>
                  </a:tr>
                  <a:tr h="387193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ko-KR" sz="1600" b="0" i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ko-KR" sz="1600" b="0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1600" b="0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600" b="0" i="0" dirty="0">
                            <a:solidFill>
                              <a:schemeClr val="bg1"/>
                            </a:solidFill>
                            <a:latin typeface="Avenir Book" panose="02000503020000020003" pitchFamily="2" charset="0"/>
                          </a:endParaRPr>
                        </a:p>
                      </a:txBody>
                      <a:tcPr marL="19899" marR="19899" marT="41564" marB="41564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22148841"/>
                      </a:ext>
                    </a:extLst>
                  </a:tr>
                  <a:tr h="38719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ko-KR" sz="1600" b="0" i="0" u="none" strike="noStrike" kern="1200" dirty="0">
                              <a:solidFill>
                                <a:schemeClr val="tx1"/>
                              </a:solidFill>
                              <a:effectLst/>
                              <a:latin typeface="Avenir Book" panose="02000503020000020003" pitchFamily="2" charset="0"/>
                              <a:ea typeface="+mn-ea"/>
                              <a:cs typeface="+mn-cs"/>
                            </a:rPr>
                            <a:t>⋮</a:t>
                          </a:r>
                          <a:endParaRPr lang="ko-KR" altLang="en-US" sz="1600" b="0" i="0" dirty="0">
                            <a:latin typeface="Avenir Book" panose="02000503020000020003" pitchFamily="2" charset="0"/>
                          </a:endParaRPr>
                        </a:p>
                      </a:txBody>
                      <a:tcPr marL="19899" marR="19899" marT="41564" marB="41564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48472760"/>
                      </a:ext>
                    </a:extLst>
                  </a:tr>
                  <a:tr h="387193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ko-KR" sz="1600" b="0" i="0" dirty="0" smtClean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sSub>
                                  <m:sSubPr>
                                    <m:ctrlPr>
                                      <a:rPr lang="en-US" altLang="ko-KR" sz="1600" b="0" i="0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0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1600" b="0" i="0" dirty="0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  <m:r>
                                      <a:rPr lang="en-US" altLang="ko-KR" sz="1600" b="0" i="0" dirty="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600" b="0" i="0" dirty="0">
                            <a:latin typeface="Avenir Book" panose="02000503020000020003" pitchFamily="2" charset="0"/>
                          </a:endParaRPr>
                        </a:p>
                      </a:txBody>
                      <a:tcPr marL="19899" marR="19899" marT="41564" marB="41564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24512082"/>
                      </a:ext>
                    </a:extLst>
                  </a:tr>
                  <a:tr h="387193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ko-KR" sz="1600" b="0" i="0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ko-KR" sz="1600" b="0" i="0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0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1600" b="0" i="0" dirty="0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600" b="0" i="0" dirty="0">
                            <a:latin typeface="Avenir Book" panose="02000503020000020003" pitchFamily="2" charset="0"/>
                          </a:endParaRPr>
                        </a:p>
                      </a:txBody>
                      <a:tcPr marL="19899" marR="19899" marT="41564" marB="41564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729012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6" name="표 205">
                <a:extLst>
                  <a:ext uri="{FF2B5EF4-FFF2-40B4-BE49-F238E27FC236}">
                    <a16:creationId xmlns:a16="http://schemas.microsoft.com/office/drawing/2014/main" id="{43A638A2-F4D0-A1A6-2C2F-80B18B4D9B7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46189980"/>
                  </p:ext>
                </p:extLst>
              </p:nvPr>
            </p:nvGraphicFramePr>
            <p:xfrm>
              <a:off x="2955769" y="3862701"/>
              <a:ext cx="502327" cy="232315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02327">
                      <a:extLst>
                        <a:ext uri="{9D8B030D-6E8A-4147-A177-3AD203B41FA5}">
                          <a16:colId xmlns:a16="http://schemas.microsoft.com/office/drawing/2014/main" val="3231804307"/>
                        </a:ext>
                      </a:extLst>
                    </a:gridCol>
                  </a:tblGrid>
                  <a:tr h="387193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9899" marR="19899" marT="41564" marB="41564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5"/>
                          <a:stretch>
                            <a:fillRect l="-2439" t="-3226" r="-2439" b="-5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6158466"/>
                      </a:ext>
                    </a:extLst>
                  </a:tr>
                  <a:tr h="387193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9899" marR="19899" marT="41564" marB="41564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5"/>
                          <a:stretch>
                            <a:fillRect l="-2439" t="-106667" r="-2439" b="-4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5443029"/>
                      </a:ext>
                    </a:extLst>
                  </a:tr>
                  <a:tr h="387193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9899" marR="19899" marT="41564" marB="41564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5"/>
                          <a:stretch>
                            <a:fillRect l="-2439" t="-200000" r="-2439" b="-30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2148841"/>
                      </a:ext>
                    </a:extLst>
                  </a:tr>
                  <a:tr h="38719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ko-KR" sz="1600" b="0" i="0" u="none" strike="noStrike" kern="1200" dirty="0">
                              <a:solidFill>
                                <a:schemeClr val="tx1"/>
                              </a:solidFill>
                              <a:effectLst/>
                              <a:latin typeface="Avenir Book" panose="02000503020000020003" pitchFamily="2" charset="0"/>
                              <a:ea typeface="+mn-ea"/>
                              <a:cs typeface="+mn-cs"/>
                            </a:rPr>
                            <a:t>⋮</a:t>
                          </a:r>
                          <a:endParaRPr lang="ko-KR" altLang="en-US" sz="1600" b="0" i="0" dirty="0">
                            <a:latin typeface="Avenir Book" panose="02000503020000020003" pitchFamily="2" charset="0"/>
                          </a:endParaRPr>
                        </a:p>
                      </a:txBody>
                      <a:tcPr marL="19899" marR="19899" marT="41564" marB="41564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48472760"/>
                      </a:ext>
                    </a:extLst>
                  </a:tr>
                  <a:tr h="387193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9899" marR="19899" marT="41564" marB="41564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5"/>
                          <a:stretch>
                            <a:fillRect l="-2439" t="-413333" r="-2439" b="-11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512082"/>
                      </a:ext>
                    </a:extLst>
                  </a:tr>
                  <a:tr h="387193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9899" marR="19899" marT="41564" marB="41564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5"/>
                          <a:stretch>
                            <a:fillRect l="-2439" t="-496774" r="-2439" b="-64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290121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7" name="Google Shape;380;p22">
                <a:extLst>
                  <a:ext uri="{FF2B5EF4-FFF2-40B4-BE49-F238E27FC236}">
                    <a16:creationId xmlns:a16="http://schemas.microsoft.com/office/drawing/2014/main" id="{7868F16A-DA2C-ACE5-7A18-C008ED426FF9}"/>
                  </a:ext>
                </a:extLst>
              </p:cNvPr>
              <p:cNvSpPr/>
              <p:nvPr/>
            </p:nvSpPr>
            <p:spPr>
              <a:xfrm>
                <a:off x="1478780" y="5149845"/>
                <a:ext cx="558483" cy="279796"/>
              </a:xfrm>
              <a:prstGeom prst="rect">
                <a:avLst/>
              </a:prstGeom>
              <a:noFill/>
              <a:ln w="19050" cap="flat" cmpd="sng">
                <a:noFill/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>
                      <m:r>
                        <a:rPr lang="en-US" altLang="ko-KR" sz="2400" kern="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cs typeface="Arial"/>
                          <a:sym typeface="Arial"/>
                        </a:rPr>
                        <m:t>𝑲</m:t>
                      </m:r>
                    </m:oMath>
                  </m:oMathPara>
                </a14:m>
                <a:endParaRPr sz="2400" dirty="0">
                  <a:latin typeface="Avenir Book" panose="02000503020000020003" pitchFamily="2" charset="0"/>
                </a:endParaRPr>
              </a:p>
            </p:txBody>
          </p:sp>
        </mc:Choice>
        <mc:Fallback xmlns="">
          <p:sp>
            <p:nvSpPr>
              <p:cNvPr id="207" name="Google Shape;380;p22">
                <a:extLst>
                  <a:ext uri="{FF2B5EF4-FFF2-40B4-BE49-F238E27FC236}">
                    <a16:creationId xmlns:a16="http://schemas.microsoft.com/office/drawing/2014/main" id="{7868F16A-DA2C-ACE5-7A18-C008ED426F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8780" y="5149845"/>
                <a:ext cx="558483" cy="279796"/>
              </a:xfrm>
              <a:prstGeom prst="rect">
                <a:avLst/>
              </a:prstGeom>
              <a:blipFill>
                <a:blip r:embed="rId26"/>
                <a:stretch>
                  <a:fillRect t="-8696" b="-21739"/>
                </a:stretch>
              </a:blipFill>
              <a:ln w="19050" cap="flat" cmpd="sng">
                <a:noFill/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8" name="Google Shape;380;p22">
                <a:extLst>
                  <a:ext uri="{FF2B5EF4-FFF2-40B4-BE49-F238E27FC236}">
                    <a16:creationId xmlns:a16="http://schemas.microsoft.com/office/drawing/2014/main" id="{3F7BE555-83A8-1B9F-5BF3-C75EF1264095}"/>
                  </a:ext>
                </a:extLst>
              </p:cNvPr>
              <p:cNvSpPr/>
              <p:nvPr/>
            </p:nvSpPr>
            <p:spPr>
              <a:xfrm>
                <a:off x="2932569" y="3470708"/>
                <a:ext cx="558483" cy="279796"/>
              </a:xfrm>
              <a:prstGeom prst="rect">
                <a:avLst/>
              </a:prstGeom>
              <a:noFill/>
              <a:ln w="19050" cap="flat" cmpd="sng">
                <a:noFill/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>
                      <m:r>
                        <a:rPr lang="en-US" altLang="ko-KR" sz="2400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sz="2400" dirty="0">
                  <a:latin typeface="Avenir Book" panose="02000503020000020003" pitchFamily="2" charset="0"/>
                </a:endParaRPr>
              </a:p>
            </p:txBody>
          </p:sp>
        </mc:Choice>
        <mc:Fallback xmlns="">
          <p:sp>
            <p:nvSpPr>
              <p:cNvPr id="208" name="Google Shape;380;p22">
                <a:extLst>
                  <a:ext uri="{FF2B5EF4-FFF2-40B4-BE49-F238E27FC236}">
                    <a16:creationId xmlns:a16="http://schemas.microsoft.com/office/drawing/2014/main" id="{3F7BE555-83A8-1B9F-5BF3-C75EF12640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2569" y="3470708"/>
                <a:ext cx="558483" cy="279796"/>
              </a:xfrm>
              <a:prstGeom prst="rect">
                <a:avLst/>
              </a:prstGeom>
              <a:blipFill>
                <a:blip r:embed="rId27"/>
                <a:stretch>
                  <a:fillRect b="-13043"/>
                </a:stretch>
              </a:blipFill>
              <a:ln w="19050" cap="flat" cmpd="sng">
                <a:noFill/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1" name="직사각형 280">
            <a:extLst>
              <a:ext uri="{FF2B5EF4-FFF2-40B4-BE49-F238E27FC236}">
                <a16:creationId xmlns:a16="http://schemas.microsoft.com/office/drawing/2014/main" id="{ACDFB122-CDE0-0E43-7DCB-40577E16FD50}"/>
              </a:ext>
            </a:extLst>
          </p:cNvPr>
          <p:cNvSpPr/>
          <p:nvPr/>
        </p:nvSpPr>
        <p:spPr>
          <a:xfrm>
            <a:off x="8011849" y="5297131"/>
            <a:ext cx="3725547" cy="444028"/>
          </a:xfrm>
          <a:prstGeom prst="rect">
            <a:avLst/>
          </a:prstGeom>
          <a:solidFill>
            <a:srgbClr val="EEF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Avenir Book" panose="02000503020000020003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2557E2CF-D1BA-9030-5A7A-832FC2444E53}"/>
                  </a:ext>
                </a:extLst>
              </p:cNvPr>
              <p:cNvSpPr txBox="1"/>
              <p:nvPr/>
            </p:nvSpPr>
            <p:spPr>
              <a:xfrm>
                <a:off x="2452333" y="4198864"/>
                <a:ext cx="513086" cy="461665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ko-KR" sz="240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ko-KR" altLang="en-US" sz="2400" dirty="0">
                  <a:latin typeface="Avenir Book" panose="02000503020000020003" pitchFamily="2" charset="0"/>
                </a:endParaRPr>
              </a:p>
            </p:txBody>
          </p:sp>
        </mc:Choice>
        <mc:Fallback xmlns=""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2557E2CF-D1BA-9030-5A7A-832FC2444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2333" y="4198864"/>
                <a:ext cx="513086" cy="461665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EA1DBFE2-5130-9F9E-27F4-D3CB6E7CFB43}"/>
                  </a:ext>
                </a:extLst>
              </p:cNvPr>
              <p:cNvSpPr txBox="1"/>
              <p:nvPr/>
            </p:nvSpPr>
            <p:spPr>
              <a:xfrm>
                <a:off x="3486160" y="4235669"/>
                <a:ext cx="1451830" cy="40011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ko-KR" sz="2000" dirty="0" smtClean="0">
                          <a:solidFill>
                            <a:srgbClr val="B462D3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altLang="ko-KR" sz="2000" dirty="0" smtClean="0">
                          <a:solidFill>
                            <a:srgbClr val="B462D3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sSub>
                        <m:sSubPr>
                          <m:ctrlPr>
                            <a:rPr lang="en-US" altLang="ko-KR" sz="2000" dirty="0" smtClean="0">
                              <a:solidFill>
                                <a:srgbClr val="B462D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dirty="0" smtClean="0">
                              <a:solidFill>
                                <a:srgbClr val="B462D3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2000" dirty="0" smtClean="0">
                              <a:solidFill>
                                <a:srgbClr val="B462D3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ko-KR" sz="2000" dirty="0" smtClean="0">
                          <a:solidFill>
                            <a:srgbClr val="B462D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dirty="0" smtClean="0">
                              <a:solidFill>
                                <a:srgbClr val="B462D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dirty="0" smtClean="0">
                              <a:solidFill>
                                <a:srgbClr val="B462D3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ko-KR" sz="2000" dirty="0" smtClean="0">
                              <a:solidFill>
                                <a:srgbClr val="B462D3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2000" dirty="0">
                  <a:solidFill>
                    <a:srgbClr val="B462D3"/>
                  </a:solidFill>
                  <a:latin typeface="Avenir Book" panose="02000503020000020003" pitchFamily="2" charset="0"/>
                </a:endParaRPr>
              </a:p>
            </p:txBody>
          </p:sp>
        </mc:Choice>
        <mc:Fallback xmlns=""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EA1DBFE2-5130-9F9E-27F4-D3CB6E7CFB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6160" y="4235669"/>
                <a:ext cx="1451830" cy="400110"/>
              </a:xfrm>
              <a:prstGeom prst="rect">
                <a:avLst/>
              </a:prstGeom>
              <a:blipFill>
                <a:blip r:embed="rId29"/>
                <a:stretch>
                  <a:fillRect b="-187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3" name="Google Shape;380;p22">
                <a:extLst>
                  <a:ext uri="{FF2B5EF4-FFF2-40B4-BE49-F238E27FC236}">
                    <a16:creationId xmlns:a16="http://schemas.microsoft.com/office/drawing/2014/main" id="{AF38547B-1B15-8533-F346-FEE2D8D941FB}"/>
                  </a:ext>
                </a:extLst>
              </p:cNvPr>
              <p:cNvSpPr/>
              <p:nvPr/>
            </p:nvSpPr>
            <p:spPr>
              <a:xfrm>
                <a:off x="4498023" y="7080584"/>
                <a:ext cx="7105644" cy="798294"/>
              </a:xfrm>
              <a:prstGeom prst="rect">
                <a:avLst/>
              </a:prstGeom>
              <a:noFill/>
              <a:ln w="19050" cap="flat" cmpd="sng">
                <a:noFill/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>
                      <m:r>
                        <a:rPr lang="en-US" altLang="ko-KR" sz="2400" kern="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cs typeface="Arial"/>
                          <a:sym typeface="Arial"/>
                        </a:rPr>
                        <m:t>𝒚</m:t>
                      </m:r>
                      <m:r>
                        <a:rPr lang="en-US" altLang="ko-KR" sz="2400" kern="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cs typeface="Arial"/>
                          <a:sym typeface="Arial"/>
                        </a:rPr>
                        <m:t>=</m:t>
                      </m:r>
                      <m:r>
                        <a:rPr lang="en-US" altLang="ko-KR" sz="2400" kern="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cs typeface="Arial"/>
                          <a:sym typeface="Arial"/>
                        </a:rPr>
                        <m:t>𝑲</m:t>
                      </m:r>
                      <m:r>
                        <a:rPr lang="en-US" altLang="ko-KR" sz="2400" kern="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cs typeface="Arial"/>
                          <a:sym typeface="Arial"/>
                        </a:rPr>
                        <m:t>∗</m:t>
                      </m:r>
                      <m:r>
                        <a:rPr lang="en-US" altLang="ko-KR" sz="2400" kern="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cs typeface="Arial"/>
                          <a:sym typeface="Arial"/>
                        </a:rPr>
                        <m:t>𝒙</m:t>
                      </m:r>
                      <m:r>
                        <a:rPr lang="en-US" altLang="ko-KR" sz="2400" kern="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cs typeface="Arial"/>
                          <a:sym typeface="Arial"/>
                        </a:rPr>
                        <m:t>+</m:t>
                      </m:r>
                      <m:r>
                        <a:rPr lang="en-US" altLang="ko-KR" sz="2400" kern="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cs typeface="Arial"/>
                          <a:sym typeface="Arial"/>
                        </a:rPr>
                        <m:t>𝐷</m:t>
                      </m:r>
                      <m:r>
                        <a:rPr lang="en-US" altLang="ko-KR" sz="2400" kern="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cs typeface="Arial"/>
                          <a:sym typeface="Arial"/>
                        </a:rPr>
                        <m:t>𝒙</m:t>
                      </m:r>
                      <m:r>
                        <a:rPr lang="en-US" altLang="ko-KR" sz="2400" kern="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cs typeface="Arial"/>
                          <a:sym typeface="Arial"/>
                        </a:rPr>
                        <m:t>    </m:t>
                      </m:r>
                      <m:r>
                        <m:rPr>
                          <m:sty m:val="p"/>
                        </m:rPr>
                        <a:rPr lang="en-US" altLang="ko-KR" sz="2400" kern="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cs typeface="Arial"/>
                          <a:sym typeface="Arial"/>
                        </a:rPr>
                        <m:t>where</m:t>
                      </m:r>
                      <m:r>
                        <a:rPr lang="en-US" altLang="ko-KR" sz="2400" kern="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cs typeface="Arial"/>
                          <a:sym typeface="Arial"/>
                        </a:rPr>
                        <m:t>  </m:t>
                      </m:r>
                      <m:r>
                        <a:rPr lang="en-US" altLang="ko-KR" sz="2400" kern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cs typeface="Arial"/>
                          <a:sym typeface="Arial"/>
                        </a:rPr>
                        <m:t>𝑲</m:t>
                      </m:r>
                      <m:r>
                        <a:rPr lang="en-US" altLang="ko-KR" sz="2400" kern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cs typeface="Arial"/>
                          <a:sym typeface="Arial"/>
                        </a:rPr>
                        <m:t>=</m:t>
                      </m:r>
                      <m:d>
                        <m:dPr>
                          <m:ctrlPr>
                            <a:rPr lang="en-US" altLang="ko-KR" sz="2400" kern="0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</m:ctrlPr>
                        </m:dPr>
                        <m:e>
                          <m:r>
                            <a:rPr lang="en-US" altLang="ko-KR" sz="2400" kern="0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𝑪</m:t>
                          </m:r>
                          <m:acc>
                            <m:accPr>
                              <m:chr m:val="̅"/>
                              <m:ctrlPr>
                                <a:rPr lang="en-US" altLang="ko-KR" sz="2400" kern="0" smtClean="0">
                                  <a:solidFill>
                                    <a:schemeClr val="bg2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</m:ctrlPr>
                            </m:accPr>
                            <m:e>
                              <m:r>
                                <a:rPr lang="en-US" altLang="ko-KR" sz="2400" kern="0" smtClean="0">
                                  <a:solidFill>
                                    <a:schemeClr val="bg2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  <m:t>𝑩</m:t>
                              </m:r>
                            </m:e>
                          </m:acc>
                          <m:r>
                            <a:rPr lang="en-US" altLang="ko-KR" sz="2400" kern="0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,</m:t>
                          </m:r>
                          <m:r>
                            <a:rPr lang="en-US" altLang="ko-KR" sz="2400" kern="0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𝑪</m:t>
                          </m:r>
                          <m:acc>
                            <m:accPr>
                              <m:chr m:val="̅"/>
                              <m:ctrlPr>
                                <a:rPr lang="en-US" altLang="ko-KR" sz="2400" kern="0" smtClean="0">
                                  <a:solidFill>
                                    <a:schemeClr val="bg2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</m:ctrlPr>
                            </m:accPr>
                            <m:e>
                              <m:r>
                                <a:rPr lang="en-US" altLang="ko-KR" sz="2400" kern="0" smtClean="0">
                                  <a:solidFill>
                                    <a:schemeClr val="bg2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  <m:t>𝑨</m:t>
                              </m:r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en-US" altLang="ko-KR" sz="2400" kern="0" smtClean="0">
                                  <a:solidFill>
                                    <a:schemeClr val="bg2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</m:ctrlPr>
                            </m:accPr>
                            <m:e>
                              <m:r>
                                <a:rPr lang="en-US" altLang="ko-KR" sz="2400" kern="0" smtClean="0">
                                  <a:solidFill>
                                    <a:schemeClr val="bg2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  <m:t>𝑩</m:t>
                              </m:r>
                            </m:e>
                          </m:acc>
                          <m:r>
                            <a:rPr lang="en-US" altLang="ko-KR" sz="2400" kern="0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,⋯,</m:t>
                          </m:r>
                          <m:r>
                            <a:rPr lang="en-US" altLang="ko-KR" sz="2400" kern="0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𝑪</m:t>
                          </m:r>
                          <m:sSup>
                            <m:sSupPr>
                              <m:ctrlPr>
                                <a:rPr lang="en-US" altLang="ko-KR" sz="2400" i="1" kern="0">
                                  <a:solidFill>
                                    <a:schemeClr val="bg2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ko-KR" sz="2400" kern="0">
                                      <a:solidFill>
                                        <a:schemeClr val="bg2">
                                          <a:lumMod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  <a:sym typeface="Arial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2400" kern="0">
                                      <a:solidFill>
                                        <a:schemeClr val="bg2">
                                          <a:lumMod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  <a:sym typeface="Arial"/>
                                    </a:rPr>
                                    <m:t>𝑨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ko-KR" sz="2400" kern="0" smtClean="0">
                                  <a:solidFill>
                                    <a:schemeClr val="bg2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  <m:t>𝑳</m:t>
                              </m:r>
                              <m:r>
                                <a:rPr lang="en-US" altLang="ko-KR" sz="2400" kern="0" smtClean="0">
                                  <a:solidFill>
                                    <a:schemeClr val="bg2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  <m:t>−</m:t>
                              </m:r>
                              <m:r>
                                <a:rPr lang="en-US" altLang="ko-KR" sz="2400" kern="0" smtClean="0">
                                  <a:solidFill>
                                    <a:schemeClr val="bg2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  <m:t>𝟏</m:t>
                              </m:r>
                            </m:sup>
                          </m:sSup>
                          <m:acc>
                            <m:accPr>
                              <m:chr m:val="̅"/>
                              <m:ctrlPr>
                                <a:rPr lang="en-US" altLang="ko-KR" sz="2400" kern="0">
                                  <a:solidFill>
                                    <a:schemeClr val="bg2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</m:ctrlPr>
                            </m:accPr>
                            <m:e>
                              <m:r>
                                <a:rPr lang="en-US" altLang="ko-KR" sz="2400" kern="0">
                                  <a:solidFill>
                                    <a:schemeClr val="bg2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  <m:t>𝑩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" altLang="ko-KR" sz="2400" kern="0" dirty="0">
                  <a:solidFill>
                    <a:schemeClr val="bg2">
                      <a:lumMod val="25000"/>
                    </a:schemeClr>
                  </a:solidFill>
                  <a:latin typeface="Avenir Book" panose="02000503020000020003" pitchFamily="2" charset="0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213" name="Google Shape;380;p22">
                <a:extLst>
                  <a:ext uri="{FF2B5EF4-FFF2-40B4-BE49-F238E27FC236}">
                    <a16:creationId xmlns:a16="http://schemas.microsoft.com/office/drawing/2014/main" id="{AF38547B-1B15-8533-F346-FEE2D8D941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8023" y="7080584"/>
                <a:ext cx="7105644" cy="798294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  <a:ln w="19050" cap="flat" cmpd="sng">
                <a:noFill/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그룹 5">
            <a:extLst>
              <a:ext uri="{FF2B5EF4-FFF2-40B4-BE49-F238E27FC236}">
                <a16:creationId xmlns:a16="http://schemas.microsoft.com/office/drawing/2014/main" id="{39FA0816-BFF7-2704-6CA6-5E8EBF0A0D53}"/>
              </a:ext>
            </a:extLst>
          </p:cNvPr>
          <p:cNvGrpSpPr/>
          <p:nvPr/>
        </p:nvGrpSpPr>
        <p:grpSpPr>
          <a:xfrm>
            <a:off x="5027253" y="3131922"/>
            <a:ext cx="7060941" cy="1286079"/>
            <a:chOff x="5027253" y="4969488"/>
            <a:chExt cx="7060941" cy="1286079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345D6FAA-0B45-FC92-1588-ED910DC2BC2F}"/>
                </a:ext>
              </a:extLst>
            </p:cNvPr>
            <p:cNvGrpSpPr/>
            <p:nvPr/>
          </p:nvGrpSpPr>
          <p:grpSpPr>
            <a:xfrm>
              <a:off x="5027253" y="4969488"/>
              <a:ext cx="6990382" cy="993474"/>
              <a:chOff x="5059911" y="4969488"/>
              <a:chExt cx="6990382" cy="99347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C3AD29BD-1B5D-BFBC-0127-9A6D71AC9D84}"/>
                      </a:ext>
                    </a:extLst>
                  </p:cNvPr>
                  <p:cNvSpPr txBox="1"/>
                  <p:nvPr/>
                </p:nvSpPr>
                <p:spPr>
                  <a:xfrm>
                    <a:off x="6804441" y="5426148"/>
                    <a:ext cx="4792035" cy="53681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d>
                            <m:dPr>
                              <m:ctrlPr>
                                <a:rPr lang="en-US" altLang="ko-KR" i="1" kern="0" dirty="0" smtClean="0">
                                  <a:solidFill>
                                    <a:srgbClr val="E7E6E6">
                                      <a:lumMod val="25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altLang="ko-KR" kern="0" dirty="0" smtClean="0">
                                      <a:solidFill>
                                        <a:srgbClr val="E7E6E6">
                                          <a:lumMod val="25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  <a:sym typeface="Arial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kern="0" dirty="0" smtClean="0">
                                      <a:solidFill>
                                        <a:srgbClr val="E7E6E6">
                                          <a:lumMod val="25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  <a:sym typeface="Arial"/>
                                    </a:rPr>
                                    <m:t>                                                                                   </m:t>
                                  </m:r>
                                </m:num>
                                <m:den>
                                  <m:r>
                                    <a:rPr lang="en-US" altLang="ko-KR" kern="0" dirty="0" smtClean="0">
                                      <a:solidFill>
                                        <a:srgbClr val="E7E6E6">
                                          <a:lumMod val="25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  <a:sym typeface="Arial"/>
                                    </a:rPr>
                                    <m:t> </m:t>
                                  </m:r>
                                </m:den>
                              </m:f>
                            </m:e>
                          </m:d>
                        </m:oMath>
                      </m:oMathPara>
                    </a14:m>
                    <a:endParaRPr lang="ko-KR" altLang="en-US" dirty="0">
                      <a:latin typeface="Avenir Book" panose="02000503020000020003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C3AD29BD-1B5D-BFBC-0127-9A6D71AC9D8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04441" y="5426148"/>
                    <a:ext cx="4792035" cy="536814"/>
                  </a:xfrm>
                  <a:prstGeom prst="rect">
                    <a:avLst/>
                  </a:prstGeom>
                  <a:blipFill>
                    <a:blip r:embed="rId31"/>
                    <a:stretch>
                      <a:fillRect t="-13953" b="-23256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Google Shape;380;p22">
                    <a:extLst>
                      <a:ext uri="{FF2B5EF4-FFF2-40B4-BE49-F238E27FC236}">
                        <a16:creationId xmlns:a16="http://schemas.microsoft.com/office/drawing/2014/main" id="{4E0D0FC4-D7C2-66CD-C99A-EEEAC9CF2953}"/>
                      </a:ext>
                    </a:extLst>
                  </p:cNvPr>
                  <p:cNvSpPr/>
                  <p:nvPr/>
                </p:nvSpPr>
                <p:spPr>
                  <a:xfrm>
                    <a:off x="5061906" y="5007248"/>
                    <a:ext cx="852906" cy="279796"/>
                  </a:xfrm>
                  <a:prstGeom prst="rect">
                    <a:avLst/>
                  </a:prstGeom>
                  <a:noFill/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>
                      <a:buClr>
                        <a:srgbClr val="000000"/>
                      </a:buClr>
                    </a:pPr>
                    <a:r>
                      <a:rPr lang="en" altLang="ko-KR" kern="0" dirty="0">
                        <a:solidFill>
                          <a:schemeClr val="bg2">
                            <a:lumMod val="25000"/>
                          </a:schemeClr>
                        </a:solidFill>
                        <a:latin typeface="Avenir Book" panose="02000503020000020003" pitchFamily="2" charset="0"/>
                        <a:cs typeface="Arial"/>
                        <a:sym typeface="Arial"/>
                      </a:rPr>
                      <a:t>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𝒉</m:t>
                            </m:r>
                          </m:e>
                          <m:sub>
                            <m: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kern="0" dirty="0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=</m:t>
                        </m:r>
                      </m:oMath>
                    </a14:m>
                    <a:endParaRPr lang="en" altLang="ko-KR" kern="0" dirty="0">
                      <a:solidFill>
                        <a:schemeClr val="bg2">
                          <a:lumMod val="25000"/>
                        </a:schemeClr>
                      </a:solidFill>
                      <a:latin typeface="Avenir Book" panose="02000503020000020003" pitchFamily="2" charset="0"/>
                      <a:cs typeface="Arial"/>
                      <a:sym typeface="Arial"/>
                    </a:endParaRPr>
                  </a:p>
                </p:txBody>
              </p:sp>
            </mc:Choice>
            <mc:Fallback xmlns="">
              <p:sp>
                <p:nvSpPr>
                  <p:cNvPr id="14" name="Google Shape;380;p22">
                    <a:extLst>
                      <a:ext uri="{FF2B5EF4-FFF2-40B4-BE49-F238E27FC236}">
                        <a16:creationId xmlns:a16="http://schemas.microsoft.com/office/drawing/2014/main" id="{4E0D0FC4-D7C2-66CD-C99A-EEEAC9CF295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61906" y="5007248"/>
                    <a:ext cx="852906" cy="279796"/>
                  </a:xfrm>
                  <a:prstGeom prst="rect">
                    <a:avLst/>
                  </a:prstGeom>
                  <a:blipFill>
                    <a:blip r:embed="rId32"/>
                    <a:stretch>
                      <a:fillRect l="-2941" b="-8696"/>
                    </a:stretch>
                  </a:blip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Google Shape;380;p22">
                    <a:extLst>
                      <a:ext uri="{FF2B5EF4-FFF2-40B4-BE49-F238E27FC236}">
                        <a16:creationId xmlns:a16="http://schemas.microsoft.com/office/drawing/2014/main" id="{8890FB5D-D8B8-B9C4-A2D5-591340C4C907}"/>
                      </a:ext>
                    </a:extLst>
                  </p:cNvPr>
                  <p:cNvSpPr/>
                  <p:nvPr/>
                </p:nvSpPr>
                <p:spPr>
                  <a:xfrm>
                    <a:off x="5696852" y="5018681"/>
                    <a:ext cx="294423" cy="279796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FF7E79"/>
                  </a:solid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36000" tIns="0" rIns="0" bIns="0" anchor="ctr" anchorCtr="0">
                    <a:noAutofit/>
                  </a:bodyPr>
                  <a:lstStyle/>
                  <a:p>
                    <a:pPr algn="ctr">
                      <a:buClr>
                        <a:srgbClr val="000000"/>
                      </a:buClr>
                    </a:pPr>
                    <a14:m>
                      <m:oMathPara xmlns:m="http://schemas.openxmlformats.org/officeDocument/2006/math">
                        <m:oMath>
                          <m:r>
                            <a:rPr lang="en-US" altLang="ko-KR" b="0" i="1" kern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 </m:t>
                          </m:r>
                          <m:bar>
                            <m:barPr>
                              <m:pos m:val="top"/>
                              <m:ctrlPr>
                                <a:rPr lang="en-US" altLang="ko-KR" i="1" kern="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</m:ctrlPr>
                            </m:barPr>
                            <m:e>
                              <m:r>
                                <a:rPr lang="en-US" altLang="ko-KR" i="1" kern="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  <m:t>𝐴</m:t>
                              </m:r>
                            </m:e>
                          </m:bar>
                        </m:oMath>
                      </m:oMathPara>
                    </a14:m>
                    <a:endParaRPr lang="en-US" altLang="ko-KR" kern="0" dirty="0">
                      <a:solidFill>
                        <a:schemeClr val="bg1"/>
                      </a:solidFill>
                      <a:latin typeface="Avenir Book" panose="02000503020000020003" pitchFamily="2" charset="0"/>
                      <a:cs typeface="Arial"/>
                      <a:sym typeface="Arial"/>
                    </a:endParaRPr>
                  </a:p>
                </p:txBody>
              </p:sp>
            </mc:Choice>
            <mc:Fallback xmlns="">
              <p:sp>
                <p:nvSpPr>
                  <p:cNvPr id="15" name="Google Shape;380;p22">
                    <a:extLst>
                      <a:ext uri="{FF2B5EF4-FFF2-40B4-BE49-F238E27FC236}">
                        <a16:creationId xmlns:a16="http://schemas.microsoft.com/office/drawing/2014/main" id="{8890FB5D-D8B8-B9C4-A2D5-591340C4C90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96852" y="5018681"/>
                    <a:ext cx="294423" cy="279796"/>
                  </a:xfrm>
                  <a:prstGeom prst="roundRect">
                    <a:avLst>
                      <a:gd name="adj" fmla="val 16667"/>
                    </a:avLst>
                  </a:prstGeom>
                  <a:blipFill>
                    <a:blip r:embed="rId33"/>
                    <a:stretch>
                      <a:fillRect l="-25000" t="-4348" r="-8333" b="-39130"/>
                    </a:stretch>
                  </a:blip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Google Shape;380;p22">
                    <a:extLst>
                      <a:ext uri="{FF2B5EF4-FFF2-40B4-BE49-F238E27FC236}">
                        <a16:creationId xmlns:a16="http://schemas.microsoft.com/office/drawing/2014/main" id="{E50F4F08-4638-8724-258A-4752D7DA478D}"/>
                      </a:ext>
                    </a:extLst>
                  </p:cNvPr>
                  <p:cNvSpPr/>
                  <p:nvPr/>
                </p:nvSpPr>
                <p:spPr>
                  <a:xfrm>
                    <a:off x="5991275" y="5018681"/>
                    <a:ext cx="793746" cy="279796"/>
                  </a:xfrm>
                  <a:prstGeom prst="rect">
                    <a:avLst/>
                  </a:prstGeom>
                  <a:noFill/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>
                      <a:buClr>
                        <a:srgbClr val="000000"/>
                      </a:buClr>
                    </a:pPr>
                    <a:r>
                      <a:rPr lang="en" altLang="ko-KR" kern="0" dirty="0">
                        <a:solidFill>
                          <a:schemeClr val="bg2">
                            <a:lumMod val="25000"/>
                          </a:schemeClr>
                        </a:solidFill>
                        <a:latin typeface="Avenir Book" panose="02000503020000020003" pitchFamily="2" charset="0"/>
                        <a:cs typeface="Arial"/>
                        <a:sym typeface="Arial"/>
                      </a:rPr>
                      <a:t>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𝒉</m:t>
                            </m:r>
                          </m:e>
                          <m:sub>
                            <m: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𝑡</m:t>
                            </m:r>
                            <m: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−1</m:t>
                            </m:r>
                          </m:sub>
                        </m:sSub>
                        <m:r>
                          <a:rPr lang="en-US" altLang="ko-KR" kern="0" dirty="0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+</m:t>
                        </m:r>
                      </m:oMath>
                    </a14:m>
                    <a:endParaRPr lang="en" altLang="ko-KR" kern="0" dirty="0">
                      <a:solidFill>
                        <a:schemeClr val="bg2">
                          <a:lumMod val="25000"/>
                        </a:schemeClr>
                      </a:solidFill>
                      <a:latin typeface="Avenir Book" panose="02000503020000020003" pitchFamily="2" charset="0"/>
                      <a:cs typeface="Arial"/>
                      <a:sym typeface="Arial"/>
                    </a:endParaRPr>
                  </a:p>
                </p:txBody>
              </p:sp>
            </mc:Choice>
            <mc:Fallback xmlns="">
              <p:sp>
                <p:nvSpPr>
                  <p:cNvPr id="16" name="Google Shape;380;p22">
                    <a:extLst>
                      <a:ext uri="{FF2B5EF4-FFF2-40B4-BE49-F238E27FC236}">
                        <a16:creationId xmlns:a16="http://schemas.microsoft.com/office/drawing/2014/main" id="{E50F4F08-4638-8724-258A-4752D7DA478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91275" y="5018681"/>
                    <a:ext cx="793746" cy="279796"/>
                  </a:xfrm>
                  <a:prstGeom prst="rect">
                    <a:avLst/>
                  </a:prstGeom>
                  <a:blipFill>
                    <a:blip r:embed="rId34"/>
                    <a:stretch>
                      <a:fillRect l="-1563" r="-1563" b="-8696"/>
                    </a:stretch>
                  </a:blip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Google Shape;380;p22">
                    <a:extLst>
                      <a:ext uri="{FF2B5EF4-FFF2-40B4-BE49-F238E27FC236}">
                        <a16:creationId xmlns:a16="http://schemas.microsoft.com/office/drawing/2014/main" id="{5BA19AD5-B2BC-B313-360F-91ADC575E4D0}"/>
                      </a:ext>
                    </a:extLst>
                  </p:cNvPr>
                  <p:cNvSpPr/>
                  <p:nvPr/>
                </p:nvSpPr>
                <p:spPr>
                  <a:xfrm>
                    <a:off x="6798874" y="5023950"/>
                    <a:ext cx="294423" cy="279796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chemeClr val="accent6">
                      <a:lumMod val="75000"/>
                    </a:schemeClr>
                  </a:solid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36000" tIns="0" rIns="0" bIns="0" anchor="ctr" anchorCtr="0">
                    <a:noAutofit/>
                  </a:bodyPr>
                  <a:lstStyle/>
                  <a:p>
                    <a:pPr algn="ctr">
                      <a:buClr>
                        <a:srgbClr val="000000"/>
                      </a:buClr>
                    </a:pPr>
                    <a14:m>
                      <m:oMathPara xmlns:m="http://schemas.openxmlformats.org/officeDocument/2006/math">
                        <m:oMath>
                          <m:r>
                            <a:rPr lang="en-US" altLang="ko-KR" b="0" i="1" kern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 </m:t>
                          </m:r>
                          <m:bar>
                            <m:barPr>
                              <m:pos m:val="top"/>
                              <m:ctrlPr>
                                <a:rPr lang="en-US" altLang="ko-KR" i="1" kern="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</m:ctrlPr>
                            </m:barPr>
                            <m:e>
                              <m:r>
                                <a:rPr lang="en-US" altLang="ko-KR" i="1" kern="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  <m:t>𝐵</m:t>
                              </m:r>
                            </m:e>
                          </m:bar>
                        </m:oMath>
                      </m:oMathPara>
                    </a14:m>
                    <a:endParaRPr lang="en-US" altLang="ko-KR" kern="0" dirty="0">
                      <a:solidFill>
                        <a:schemeClr val="bg1"/>
                      </a:solidFill>
                      <a:latin typeface="Avenir Book" panose="02000503020000020003" pitchFamily="2" charset="0"/>
                      <a:cs typeface="Arial"/>
                      <a:sym typeface="Arial"/>
                    </a:endParaRPr>
                  </a:p>
                </p:txBody>
              </p:sp>
            </mc:Choice>
            <mc:Fallback xmlns="">
              <p:sp>
                <p:nvSpPr>
                  <p:cNvPr id="17" name="Google Shape;380;p22">
                    <a:extLst>
                      <a:ext uri="{FF2B5EF4-FFF2-40B4-BE49-F238E27FC236}">
                        <a16:creationId xmlns:a16="http://schemas.microsoft.com/office/drawing/2014/main" id="{5BA19AD5-B2BC-B313-360F-91ADC575E4D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98874" y="5023950"/>
                    <a:ext cx="294423" cy="279796"/>
                  </a:xfrm>
                  <a:prstGeom prst="roundRect">
                    <a:avLst>
                      <a:gd name="adj" fmla="val 16667"/>
                    </a:avLst>
                  </a:prstGeom>
                  <a:blipFill>
                    <a:blip r:embed="rId35"/>
                    <a:stretch>
                      <a:fillRect l="-25000" t="-4348" r="-8333" b="-39130"/>
                    </a:stretch>
                  </a:blip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Google Shape;380;p22">
                    <a:extLst>
                      <a:ext uri="{FF2B5EF4-FFF2-40B4-BE49-F238E27FC236}">
                        <a16:creationId xmlns:a16="http://schemas.microsoft.com/office/drawing/2014/main" id="{C69060F2-4616-AF72-5A9B-24394970DB5C}"/>
                      </a:ext>
                    </a:extLst>
                  </p:cNvPr>
                  <p:cNvSpPr/>
                  <p:nvPr/>
                </p:nvSpPr>
                <p:spPr>
                  <a:xfrm>
                    <a:off x="7093296" y="5023950"/>
                    <a:ext cx="2233149" cy="279796"/>
                  </a:xfrm>
                  <a:prstGeom prst="rect">
                    <a:avLst/>
                  </a:prstGeom>
                  <a:noFill/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>
                      <a:buClr>
                        <a:srgbClr val="000000"/>
                      </a:buClr>
                    </a:pPr>
                    <a:r>
                      <a:rPr lang="en" altLang="ko-KR" kern="0" dirty="0">
                        <a:solidFill>
                          <a:schemeClr val="bg2">
                            <a:lumMod val="25000"/>
                          </a:schemeClr>
                        </a:solidFill>
                        <a:latin typeface="Avenir Book" panose="02000503020000020003" pitchFamily="2" charset="0"/>
                        <a:cs typeface="Arial"/>
                        <a:sym typeface="Arial"/>
                      </a:rPr>
                      <a:t>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kern="0" dirty="0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=</m:t>
                        </m:r>
                      </m:oMath>
                    </a14:m>
                    <a:endParaRPr lang="en" altLang="ko-KR" kern="0" dirty="0">
                      <a:solidFill>
                        <a:schemeClr val="bg2">
                          <a:lumMod val="25000"/>
                        </a:schemeClr>
                      </a:solidFill>
                      <a:latin typeface="Avenir Book" panose="02000503020000020003" pitchFamily="2" charset="0"/>
                      <a:cs typeface="Arial"/>
                      <a:sym typeface="Arial"/>
                    </a:endParaRPr>
                  </a:p>
                </p:txBody>
              </p:sp>
            </mc:Choice>
            <mc:Fallback xmlns="">
              <p:sp>
                <p:nvSpPr>
                  <p:cNvPr id="18" name="Google Shape;380;p22">
                    <a:extLst>
                      <a:ext uri="{FF2B5EF4-FFF2-40B4-BE49-F238E27FC236}">
                        <a16:creationId xmlns:a16="http://schemas.microsoft.com/office/drawing/2014/main" id="{C69060F2-4616-AF72-5A9B-24394970DB5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93296" y="5023950"/>
                    <a:ext cx="2233149" cy="279796"/>
                  </a:xfrm>
                  <a:prstGeom prst="rect">
                    <a:avLst/>
                  </a:prstGeom>
                  <a:blipFill>
                    <a:blip r:embed="rId36"/>
                    <a:stretch>
                      <a:fillRect b="-8696"/>
                    </a:stretch>
                  </a:blip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Google Shape;380;p22">
                    <a:extLst>
                      <a:ext uri="{FF2B5EF4-FFF2-40B4-BE49-F238E27FC236}">
                        <a16:creationId xmlns:a16="http://schemas.microsoft.com/office/drawing/2014/main" id="{6145841C-A113-2C93-3E93-931563BB633B}"/>
                      </a:ext>
                    </a:extLst>
                  </p:cNvPr>
                  <p:cNvSpPr/>
                  <p:nvPr/>
                </p:nvSpPr>
                <p:spPr>
                  <a:xfrm>
                    <a:off x="7787371" y="5010922"/>
                    <a:ext cx="294423" cy="279796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FF7E79"/>
                  </a:solid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36000" tIns="0" rIns="0" bIns="0" anchor="ctr" anchorCtr="0">
                    <a:noAutofit/>
                  </a:bodyPr>
                  <a:lstStyle/>
                  <a:p>
                    <a:pPr algn="ctr">
                      <a:buClr>
                        <a:srgbClr val="000000"/>
                      </a:buClr>
                    </a:pPr>
                    <a14:m>
                      <m:oMathPara xmlns:m="http://schemas.openxmlformats.org/officeDocument/2006/math">
                        <m:oMath>
                          <m:r>
                            <a:rPr lang="en-US" altLang="ko-KR" b="0" i="1" kern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 </m:t>
                          </m:r>
                          <m:bar>
                            <m:barPr>
                              <m:pos m:val="top"/>
                              <m:ctrlPr>
                                <a:rPr lang="en-US" altLang="ko-KR" i="1" kern="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</m:ctrlPr>
                            </m:barPr>
                            <m:e>
                              <m:r>
                                <a:rPr lang="en-US" altLang="ko-KR" i="1" kern="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  <m:t>𝐴</m:t>
                              </m:r>
                            </m:e>
                          </m:bar>
                        </m:oMath>
                      </m:oMathPara>
                    </a14:m>
                    <a:endParaRPr lang="en-US" altLang="ko-KR" kern="0" dirty="0">
                      <a:solidFill>
                        <a:schemeClr val="bg1"/>
                      </a:solidFill>
                      <a:latin typeface="Avenir Book" panose="02000503020000020003" pitchFamily="2" charset="0"/>
                      <a:cs typeface="Arial"/>
                      <a:sym typeface="Arial"/>
                    </a:endParaRPr>
                  </a:p>
                </p:txBody>
              </p:sp>
            </mc:Choice>
            <mc:Fallback xmlns="">
              <p:sp>
                <p:nvSpPr>
                  <p:cNvPr id="19" name="Google Shape;380;p22">
                    <a:extLst>
                      <a:ext uri="{FF2B5EF4-FFF2-40B4-BE49-F238E27FC236}">
                        <a16:creationId xmlns:a16="http://schemas.microsoft.com/office/drawing/2014/main" id="{6145841C-A113-2C93-3E93-931563BB633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87371" y="5010922"/>
                    <a:ext cx="294423" cy="279796"/>
                  </a:xfrm>
                  <a:prstGeom prst="roundRect">
                    <a:avLst>
                      <a:gd name="adj" fmla="val 16667"/>
                    </a:avLst>
                  </a:prstGeom>
                  <a:blipFill>
                    <a:blip r:embed="rId37"/>
                    <a:stretch>
                      <a:fillRect l="-25000" t="-4545" r="-8333" b="-45455"/>
                    </a:stretch>
                  </a:blip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Google Shape;380;p22">
                    <a:extLst>
                      <a:ext uri="{FF2B5EF4-FFF2-40B4-BE49-F238E27FC236}">
                        <a16:creationId xmlns:a16="http://schemas.microsoft.com/office/drawing/2014/main" id="{C397D2FB-6D5F-4C64-3A63-1F7A3C466DEB}"/>
                      </a:ext>
                    </a:extLst>
                  </p:cNvPr>
                  <p:cNvSpPr/>
                  <p:nvPr/>
                </p:nvSpPr>
                <p:spPr>
                  <a:xfrm>
                    <a:off x="8793575" y="5010922"/>
                    <a:ext cx="1066651" cy="279796"/>
                  </a:xfrm>
                  <a:prstGeom prst="rect">
                    <a:avLst/>
                  </a:prstGeom>
                  <a:noFill/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>
                      <a:buClr>
                        <a:srgbClr val="000000"/>
                      </a:buClr>
                    </a:pPr>
                    <a:r>
                      <a:rPr lang="en" altLang="ko-KR" kern="0" dirty="0">
                        <a:solidFill>
                          <a:schemeClr val="bg2">
                            <a:lumMod val="25000"/>
                          </a:schemeClr>
                        </a:solidFill>
                        <a:latin typeface="Avenir Book" panose="02000503020000020003" pitchFamily="2" charset="0"/>
                        <a:cs typeface="Arial"/>
                        <a:sym typeface="Arial"/>
                      </a:rPr>
                      <a:t>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kern="0" dirty="0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+⋯+</m:t>
                        </m:r>
                      </m:oMath>
                    </a14:m>
                    <a:endParaRPr lang="en" altLang="ko-KR" kern="0" dirty="0">
                      <a:solidFill>
                        <a:schemeClr val="bg2">
                          <a:lumMod val="25000"/>
                        </a:schemeClr>
                      </a:solidFill>
                      <a:latin typeface="Avenir Book" panose="02000503020000020003" pitchFamily="2" charset="0"/>
                      <a:cs typeface="Arial"/>
                      <a:sym typeface="Arial"/>
                    </a:endParaRPr>
                  </a:p>
                </p:txBody>
              </p:sp>
            </mc:Choice>
            <mc:Fallback xmlns="">
              <p:sp>
                <p:nvSpPr>
                  <p:cNvPr id="20" name="Google Shape;380;p22">
                    <a:extLst>
                      <a:ext uri="{FF2B5EF4-FFF2-40B4-BE49-F238E27FC236}">
                        <a16:creationId xmlns:a16="http://schemas.microsoft.com/office/drawing/2014/main" id="{C397D2FB-6D5F-4C64-3A63-1F7A3C466DE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93575" y="5010922"/>
                    <a:ext cx="1066651" cy="279796"/>
                  </a:xfrm>
                  <a:prstGeom prst="rect">
                    <a:avLst/>
                  </a:prstGeom>
                  <a:blipFill>
                    <a:blip r:embed="rId38"/>
                    <a:stretch>
                      <a:fillRect b="-13636"/>
                    </a:stretch>
                  </a:blip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Google Shape;380;p22">
                    <a:extLst>
                      <a:ext uri="{FF2B5EF4-FFF2-40B4-BE49-F238E27FC236}">
                        <a16:creationId xmlns:a16="http://schemas.microsoft.com/office/drawing/2014/main" id="{0192CC03-574D-97ED-7BB3-A8CBFF693A76}"/>
                      </a:ext>
                    </a:extLst>
                  </p:cNvPr>
                  <p:cNvSpPr/>
                  <p:nvPr/>
                </p:nvSpPr>
                <p:spPr>
                  <a:xfrm>
                    <a:off x="8499152" y="5009085"/>
                    <a:ext cx="294423" cy="279796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chemeClr val="accent6">
                      <a:lumMod val="75000"/>
                    </a:schemeClr>
                  </a:solid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36000" tIns="0" rIns="0" bIns="0" anchor="ctr" anchorCtr="0">
                    <a:noAutofit/>
                  </a:bodyPr>
                  <a:lstStyle/>
                  <a:p>
                    <a:pPr algn="ctr">
                      <a:buClr>
                        <a:srgbClr val="000000"/>
                      </a:buClr>
                    </a:pPr>
                    <a14:m>
                      <m:oMathPara xmlns:m="http://schemas.openxmlformats.org/officeDocument/2006/math">
                        <m:oMath>
                          <m:r>
                            <a:rPr lang="en-US" altLang="ko-KR" b="0" i="1" kern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 </m:t>
                          </m:r>
                          <m:bar>
                            <m:barPr>
                              <m:pos m:val="top"/>
                              <m:ctrlPr>
                                <a:rPr lang="en-US" altLang="ko-KR" i="1" kern="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</m:ctrlPr>
                            </m:barPr>
                            <m:e>
                              <m:r>
                                <a:rPr lang="en-US" altLang="ko-KR" i="1" kern="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  <m:t>𝐵</m:t>
                              </m:r>
                            </m:e>
                          </m:bar>
                        </m:oMath>
                      </m:oMathPara>
                    </a14:m>
                    <a:endParaRPr lang="en-US" altLang="ko-KR" kern="0" dirty="0">
                      <a:solidFill>
                        <a:schemeClr val="bg1"/>
                      </a:solidFill>
                      <a:latin typeface="Avenir Book" panose="02000503020000020003" pitchFamily="2" charset="0"/>
                      <a:cs typeface="Arial"/>
                      <a:sym typeface="Arial"/>
                    </a:endParaRPr>
                  </a:p>
                </p:txBody>
              </p:sp>
            </mc:Choice>
            <mc:Fallback xmlns="">
              <p:sp>
                <p:nvSpPr>
                  <p:cNvPr id="21" name="Google Shape;380;p22">
                    <a:extLst>
                      <a:ext uri="{FF2B5EF4-FFF2-40B4-BE49-F238E27FC236}">
                        <a16:creationId xmlns:a16="http://schemas.microsoft.com/office/drawing/2014/main" id="{0192CC03-574D-97ED-7BB3-A8CBFF693A7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99152" y="5009085"/>
                    <a:ext cx="294423" cy="279796"/>
                  </a:xfrm>
                  <a:prstGeom prst="roundRect">
                    <a:avLst>
                      <a:gd name="adj" fmla="val 16667"/>
                    </a:avLst>
                  </a:prstGeom>
                  <a:blipFill>
                    <a:blip r:embed="rId39"/>
                    <a:stretch>
                      <a:fillRect l="-29167" r="-8333" b="-39130"/>
                    </a:stretch>
                  </a:blip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Google Shape;380;p22">
                    <a:extLst>
                      <a:ext uri="{FF2B5EF4-FFF2-40B4-BE49-F238E27FC236}">
                        <a16:creationId xmlns:a16="http://schemas.microsoft.com/office/drawing/2014/main" id="{8AF58BD8-E263-8C75-BA2E-155E376E8406}"/>
                      </a:ext>
                    </a:extLst>
                  </p:cNvPr>
                  <p:cNvSpPr/>
                  <p:nvPr/>
                </p:nvSpPr>
                <p:spPr>
                  <a:xfrm>
                    <a:off x="9891365" y="5009085"/>
                    <a:ext cx="294423" cy="279796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FF7E79"/>
                  </a:solid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36000" tIns="0" rIns="0" bIns="0" anchor="ctr" anchorCtr="0">
                    <a:noAutofit/>
                  </a:bodyPr>
                  <a:lstStyle/>
                  <a:p>
                    <a:pPr algn="ctr">
                      <a:buClr>
                        <a:srgbClr val="000000"/>
                      </a:buClr>
                    </a:pPr>
                    <a14:m>
                      <m:oMathPara xmlns:m="http://schemas.openxmlformats.org/officeDocument/2006/math">
                        <m:oMath>
                          <m:r>
                            <a:rPr lang="en-US" altLang="ko-KR" b="0" i="1" kern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 </m:t>
                          </m:r>
                          <m:bar>
                            <m:barPr>
                              <m:pos m:val="top"/>
                              <m:ctrlPr>
                                <a:rPr lang="en-US" altLang="ko-KR" i="1" kern="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</m:ctrlPr>
                            </m:barPr>
                            <m:e>
                              <m:r>
                                <a:rPr lang="en-US" altLang="ko-KR" i="1" kern="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  <m:t>𝐴</m:t>
                              </m:r>
                            </m:e>
                          </m:bar>
                        </m:oMath>
                      </m:oMathPara>
                    </a14:m>
                    <a:endParaRPr lang="en-US" altLang="ko-KR" kern="0" dirty="0">
                      <a:solidFill>
                        <a:schemeClr val="bg1"/>
                      </a:solidFill>
                      <a:latin typeface="Avenir Book" panose="02000503020000020003" pitchFamily="2" charset="0"/>
                      <a:cs typeface="Arial"/>
                      <a:sym typeface="Arial"/>
                    </a:endParaRPr>
                  </a:p>
                </p:txBody>
              </p:sp>
            </mc:Choice>
            <mc:Fallback xmlns="">
              <p:sp>
                <p:nvSpPr>
                  <p:cNvPr id="22" name="Google Shape;380;p22">
                    <a:extLst>
                      <a:ext uri="{FF2B5EF4-FFF2-40B4-BE49-F238E27FC236}">
                        <a16:creationId xmlns:a16="http://schemas.microsoft.com/office/drawing/2014/main" id="{8AF58BD8-E263-8C75-BA2E-155E376E840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891365" y="5009085"/>
                    <a:ext cx="294423" cy="279796"/>
                  </a:xfrm>
                  <a:prstGeom prst="roundRect">
                    <a:avLst>
                      <a:gd name="adj" fmla="val 16667"/>
                    </a:avLst>
                  </a:prstGeom>
                  <a:blipFill>
                    <a:blip r:embed="rId40"/>
                    <a:stretch>
                      <a:fillRect l="-29167" r="-4167" b="-39130"/>
                    </a:stretch>
                  </a:blip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Google Shape;380;p22">
                    <a:extLst>
                      <a:ext uri="{FF2B5EF4-FFF2-40B4-BE49-F238E27FC236}">
                        <a16:creationId xmlns:a16="http://schemas.microsoft.com/office/drawing/2014/main" id="{71248CB2-40A6-58A4-0A43-E43174C7F23D}"/>
                      </a:ext>
                    </a:extLst>
                  </p:cNvPr>
                  <p:cNvSpPr/>
                  <p:nvPr/>
                </p:nvSpPr>
                <p:spPr>
                  <a:xfrm>
                    <a:off x="10495077" y="5009085"/>
                    <a:ext cx="813637" cy="279796"/>
                  </a:xfrm>
                  <a:prstGeom prst="rect">
                    <a:avLst/>
                  </a:prstGeom>
                  <a:noFill/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>
                      <a:buClr>
                        <a:srgbClr val="000000"/>
                      </a:buClr>
                    </a:pPr>
                    <a:r>
                      <a:rPr lang="en" altLang="ko-KR" kern="0" dirty="0">
                        <a:solidFill>
                          <a:schemeClr val="bg2">
                            <a:lumMod val="25000"/>
                          </a:schemeClr>
                        </a:solidFill>
                        <a:latin typeface="Avenir Book" panose="02000503020000020003" pitchFamily="2" charset="0"/>
                        <a:cs typeface="Arial"/>
                        <a:sym typeface="Arial"/>
                      </a:rPr>
                      <a:t>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𝑡</m:t>
                            </m:r>
                            <m: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−1</m:t>
                            </m:r>
                          </m:sub>
                        </m:sSub>
                        <m:r>
                          <a:rPr lang="en-US" altLang="ko-KR" kern="0" dirty="0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+</m:t>
                        </m:r>
                      </m:oMath>
                    </a14:m>
                    <a:endParaRPr lang="en" altLang="ko-KR" kern="0" dirty="0">
                      <a:solidFill>
                        <a:schemeClr val="bg2">
                          <a:lumMod val="25000"/>
                        </a:schemeClr>
                      </a:solidFill>
                      <a:latin typeface="Avenir Book" panose="02000503020000020003" pitchFamily="2" charset="0"/>
                      <a:cs typeface="Arial"/>
                      <a:sym typeface="Arial"/>
                    </a:endParaRPr>
                  </a:p>
                </p:txBody>
              </p:sp>
            </mc:Choice>
            <mc:Fallback xmlns="">
              <p:sp>
                <p:nvSpPr>
                  <p:cNvPr id="23" name="Google Shape;380;p22">
                    <a:extLst>
                      <a:ext uri="{FF2B5EF4-FFF2-40B4-BE49-F238E27FC236}">
                        <a16:creationId xmlns:a16="http://schemas.microsoft.com/office/drawing/2014/main" id="{71248CB2-40A6-58A4-0A43-E43174C7F23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95077" y="5009085"/>
                    <a:ext cx="813637" cy="279796"/>
                  </a:xfrm>
                  <a:prstGeom prst="rect">
                    <a:avLst/>
                  </a:prstGeom>
                  <a:blipFill>
                    <a:blip r:embed="rId41"/>
                    <a:stretch>
                      <a:fillRect b="-13043"/>
                    </a:stretch>
                  </a:blip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Google Shape;380;p22">
                    <a:extLst>
                      <a:ext uri="{FF2B5EF4-FFF2-40B4-BE49-F238E27FC236}">
                        <a16:creationId xmlns:a16="http://schemas.microsoft.com/office/drawing/2014/main" id="{E7C3B8B2-228A-AD6B-7152-9FBB1BE371DB}"/>
                      </a:ext>
                    </a:extLst>
                  </p:cNvPr>
                  <p:cNvSpPr/>
                  <p:nvPr/>
                </p:nvSpPr>
                <p:spPr>
                  <a:xfrm>
                    <a:off x="11310186" y="5014354"/>
                    <a:ext cx="294423" cy="279796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chemeClr val="accent6">
                      <a:lumMod val="75000"/>
                    </a:schemeClr>
                  </a:solid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36000" tIns="0" rIns="0" bIns="0" anchor="ctr" anchorCtr="0">
                    <a:noAutofit/>
                  </a:bodyPr>
                  <a:lstStyle/>
                  <a:p>
                    <a:pPr algn="ctr">
                      <a:buClr>
                        <a:srgbClr val="000000"/>
                      </a:buClr>
                    </a:pPr>
                    <a14:m>
                      <m:oMathPara xmlns:m="http://schemas.openxmlformats.org/officeDocument/2006/math">
                        <m:oMath>
                          <m:r>
                            <a:rPr lang="en-US" altLang="ko-KR" b="0" i="1" kern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 </m:t>
                          </m:r>
                          <m:bar>
                            <m:barPr>
                              <m:pos m:val="top"/>
                              <m:ctrlPr>
                                <a:rPr lang="en-US" altLang="ko-KR" i="1" kern="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</m:ctrlPr>
                            </m:barPr>
                            <m:e>
                              <m:r>
                                <a:rPr lang="en-US" altLang="ko-KR" i="1" kern="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  <m:t>𝐵</m:t>
                              </m:r>
                            </m:e>
                          </m:bar>
                        </m:oMath>
                      </m:oMathPara>
                    </a14:m>
                    <a:endParaRPr lang="en-US" altLang="ko-KR" kern="0" dirty="0">
                      <a:solidFill>
                        <a:schemeClr val="bg1"/>
                      </a:solidFill>
                      <a:latin typeface="Avenir Book" panose="02000503020000020003" pitchFamily="2" charset="0"/>
                      <a:cs typeface="Arial"/>
                      <a:sym typeface="Arial"/>
                    </a:endParaRPr>
                  </a:p>
                </p:txBody>
              </p:sp>
            </mc:Choice>
            <mc:Fallback xmlns="">
              <p:sp>
                <p:nvSpPr>
                  <p:cNvPr id="24" name="Google Shape;380;p22">
                    <a:extLst>
                      <a:ext uri="{FF2B5EF4-FFF2-40B4-BE49-F238E27FC236}">
                        <a16:creationId xmlns:a16="http://schemas.microsoft.com/office/drawing/2014/main" id="{E7C3B8B2-228A-AD6B-7152-9FBB1BE371D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310186" y="5014354"/>
                    <a:ext cx="294423" cy="279796"/>
                  </a:xfrm>
                  <a:prstGeom prst="roundRect">
                    <a:avLst>
                      <a:gd name="adj" fmla="val 16667"/>
                    </a:avLst>
                  </a:prstGeom>
                  <a:blipFill>
                    <a:blip r:embed="rId42"/>
                    <a:stretch>
                      <a:fillRect l="-29167" t="-4348" r="-4167" b="-39130"/>
                    </a:stretch>
                  </a:blip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Google Shape;380;p22">
                    <a:extLst>
                      <a:ext uri="{FF2B5EF4-FFF2-40B4-BE49-F238E27FC236}">
                        <a16:creationId xmlns:a16="http://schemas.microsoft.com/office/drawing/2014/main" id="{330415BA-F7C8-B9FE-8BD5-DEF05C4CDFAB}"/>
                      </a:ext>
                    </a:extLst>
                  </p:cNvPr>
                  <p:cNvSpPr/>
                  <p:nvPr/>
                </p:nvSpPr>
                <p:spPr>
                  <a:xfrm>
                    <a:off x="11604609" y="5014354"/>
                    <a:ext cx="445684" cy="279796"/>
                  </a:xfrm>
                  <a:prstGeom prst="rect">
                    <a:avLst/>
                  </a:prstGeom>
                  <a:noFill/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>
                      <a:buClr>
                        <a:srgbClr val="000000"/>
                      </a:buClr>
                    </a:pPr>
                    <a:r>
                      <a:rPr lang="en" altLang="ko-KR" kern="0" dirty="0">
                        <a:solidFill>
                          <a:schemeClr val="bg2">
                            <a:lumMod val="25000"/>
                          </a:schemeClr>
                        </a:solidFill>
                        <a:latin typeface="Avenir Book" panose="02000503020000020003" pitchFamily="2" charset="0"/>
                        <a:cs typeface="Arial"/>
                        <a:sym typeface="Arial"/>
                      </a:rPr>
                      <a:t>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𝑡</m:t>
                            </m:r>
                          </m:sub>
                        </m:sSub>
                      </m:oMath>
                    </a14:m>
                    <a:endParaRPr lang="en" altLang="ko-KR" kern="0" dirty="0">
                      <a:solidFill>
                        <a:schemeClr val="bg2">
                          <a:lumMod val="25000"/>
                        </a:schemeClr>
                      </a:solidFill>
                      <a:latin typeface="Avenir Book" panose="02000503020000020003" pitchFamily="2" charset="0"/>
                      <a:cs typeface="Arial"/>
                      <a:sym typeface="Arial"/>
                    </a:endParaRPr>
                  </a:p>
                </p:txBody>
              </p:sp>
            </mc:Choice>
            <mc:Fallback xmlns="">
              <p:sp>
                <p:nvSpPr>
                  <p:cNvPr id="25" name="Google Shape;380;p22">
                    <a:extLst>
                      <a:ext uri="{FF2B5EF4-FFF2-40B4-BE49-F238E27FC236}">
                        <a16:creationId xmlns:a16="http://schemas.microsoft.com/office/drawing/2014/main" id="{330415BA-F7C8-B9FE-8BD5-DEF05C4CDFA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604609" y="5014354"/>
                    <a:ext cx="445684" cy="279796"/>
                  </a:xfrm>
                  <a:prstGeom prst="rect">
                    <a:avLst/>
                  </a:prstGeom>
                  <a:blipFill>
                    <a:blip r:embed="rId43"/>
                    <a:stretch>
                      <a:fillRect b="-8696"/>
                    </a:stretch>
                  </a:blip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Google Shape;380;p22">
                    <a:extLst>
                      <a:ext uri="{FF2B5EF4-FFF2-40B4-BE49-F238E27FC236}">
                        <a16:creationId xmlns:a16="http://schemas.microsoft.com/office/drawing/2014/main" id="{D2FA6190-924C-1944-FAB1-E23858B5E456}"/>
                      </a:ext>
                    </a:extLst>
                  </p:cNvPr>
                  <p:cNvSpPr/>
                  <p:nvPr/>
                </p:nvSpPr>
                <p:spPr>
                  <a:xfrm>
                    <a:off x="10200654" y="5007248"/>
                    <a:ext cx="294423" cy="279796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chemeClr val="accent6">
                      <a:lumMod val="75000"/>
                    </a:schemeClr>
                  </a:solid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36000" tIns="0" rIns="0" bIns="0" anchor="ctr" anchorCtr="0">
                    <a:noAutofit/>
                  </a:bodyPr>
                  <a:lstStyle/>
                  <a:p>
                    <a:pPr algn="ctr">
                      <a:buClr>
                        <a:srgbClr val="000000"/>
                      </a:buClr>
                    </a:pPr>
                    <a14:m>
                      <m:oMathPara xmlns:m="http://schemas.openxmlformats.org/officeDocument/2006/math">
                        <m:oMath>
                          <m:r>
                            <a:rPr lang="en-US" altLang="ko-KR" b="0" i="1" kern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 </m:t>
                          </m:r>
                          <m:bar>
                            <m:barPr>
                              <m:pos m:val="top"/>
                              <m:ctrlPr>
                                <a:rPr lang="en-US" altLang="ko-KR" i="1" kern="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</m:ctrlPr>
                            </m:barPr>
                            <m:e>
                              <m:r>
                                <a:rPr lang="en-US" altLang="ko-KR" i="1" kern="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  <m:t>𝐵</m:t>
                              </m:r>
                            </m:e>
                          </m:bar>
                        </m:oMath>
                      </m:oMathPara>
                    </a14:m>
                    <a:endParaRPr lang="en-US" altLang="ko-KR" kern="0" dirty="0">
                      <a:solidFill>
                        <a:schemeClr val="bg1"/>
                      </a:solidFill>
                      <a:latin typeface="Avenir Book" panose="02000503020000020003" pitchFamily="2" charset="0"/>
                      <a:cs typeface="Arial"/>
                      <a:sym typeface="Arial"/>
                    </a:endParaRPr>
                  </a:p>
                </p:txBody>
              </p:sp>
            </mc:Choice>
            <mc:Fallback xmlns="">
              <p:sp>
                <p:nvSpPr>
                  <p:cNvPr id="26" name="Google Shape;380;p22">
                    <a:extLst>
                      <a:ext uri="{FF2B5EF4-FFF2-40B4-BE49-F238E27FC236}">
                        <a16:creationId xmlns:a16="http://schemas.microsoft.com/office/drawing/2014/main" id="{D2FA6190-924C-1944-FAB1-E23858B5E45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200654" y="5007248"/>
                    <a:ext cx="294423" cy="279796"/>
                  </a:xfrm>
                  <a:prstGeom prst="roundRect">
                    <a:avLst>
                      <a:gd name="adj" fmla="val 16667"/>
                    </a:avLst>
                  </a:prstGeom>
                  <a:blipFill>
                    <a:blip r:embed="rId44"/>
                    <a:stretch>
                      <a:fillRect l="-29167" t="-4348" r="-8333" b="-39130"/>
                    </a:stretch>
                  </a:blip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Google Shape;380;p22">
                    <a:extLst>
                      <a:ext uri="{FF2B5EF4-FFF2-40B4-BE49-F238E27FC236}">
                        <a16:creationId xmlns:a16="http://schemas.microsoft.com/office/drawing/2014/main" id="{E017E208-DF36-781D-309F-9825B59AB4F4}"/>
                      </a:ext>
                    </a:extLst>
                  </p:cNvPr>
                  <p:cNvSpPr/>
                  <p:nvPr/>
                </p:nvSpPr>
                <p:spPr>
                  <a:xfrm>
                    <a:off x="7991635" y="4969488"/>
                    <a:ext cx="558483" cy="279796"/>
                  </a:xfrm>
                  <a:prstGeom prst="rect">
                    <a:avLst/>
                  </a:prstGeom>
                  <a:noFill/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>
                      <a:buClr>
                        <a:srgbClr val="000000"/>
                      </a:buClr>
                    </a:pPr>
                    <a14:m>
                      <m:oMathPara xmlns:m="http://schemas.openxmlformats.org/officeDocument/2006/math">
                        <m:oMath>
                          <m:sSup>
                            <m:sSupPr>
                              <m:ctrlPr>
                                <a:rPr lang="en-US" altLang="ko-KR" kern="0" dirty="0" smtClean="0">
                                  <a:solidFill>
                                    <a:schemeClr val="bg2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</m:ctrlPr>
                            </m:sSupPr>
                            <m:e>
                              <m:r>
                                <a:rPr lang="en-US" altLang="ko-KR" kern="0" dirty="0" smtClean="0">
                                  <a:solidFill>
                                    <a:schemeClr val="bg2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  <m:t> </m:t>
                              </m:r>
                            </m:e>
                            <m:sup>
                              <m:r>
                                <a:rPr lang="en-US" altLang="ko-KR" kern="0" dirty="0" smtClean="0">
                                  <a:solidFill>
                                    <a:schemeClr val="bg2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  <m:t>𝑡</m:t>
                              </m:r>
                              <m:r>
                                <a:rPr lang="en-US" altLang="ko-KR" kern="0" dirty="0" smtClean="0">
                                  <a:solidFill>
                                    <a:schemeClr val="bg2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  <m:t>−1</m:t>
                              </m:r>
                            </m:sup>
                          </m:sSup>
                        </m:oMath>
                      </m:oMathPara>
                    </a14:m>
                    <a:endParaRPr dirty="0">
                      <a:latin typeface="Avenir Book" panose="02000503020000020003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27" name="Google Shape;380;p22">
                    <a:extLst>
                      <a:ext uri="{FF2B5EF4-FFF2-40B4-BE49-F238E27FC236}">
                        <a16:creationId xmlns:a16="http://schemas.microsoft.com/office/drawing/2014/main" id="{E017E208-DF36-781D-309F-9825B59AB4F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91635" y="4969488"/>
                    <a:ext cx="558483" cy="279796"/>
                  </a:xfrm>
                  <a:prstGeom prst="rect">
                    <a:avLst/>
                  </a:prstGeom>
                  <a:blipFill>
                    <a:blip r:embed="rId45"/>
                    <a:stretch>
                      <a:fillRect l="-2222" t="-4348" b="-34783"/>
                    </a:stretch>
                  </a:blip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Google Shape;380;p22">
                    <a:extLst>
                      <a:ext uri="{FF2B5EF4-FFF2-40B4-BE49-F238E27FC236}">
                        <a16:creationId xmlns:a16="http://schemas.microsoft.com/office/drawing/2014/main" id="{D52C921A-CCA3-B934-9B46-113092BF7CCA}"/>
                      </a:ext>
                    </a:extLst>
                  </p:cNvPr>
                  <p:cNvSpPr/>
                  <p:nvPr/>
                </p:nvSpPr>
                <p:spPr>
                  <a:xfrm>
                    <a:off x="5059911" y="5535080"/>
                    <a:ext cx="852906" cy="279796"/>
                  </a:xfrm>
                  <a:prstGeom prst="rect">
                    <a:avLst/>
                  </a:prstGeom>
                  <a:noFill/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>
                      <a:buClr>
                        <a:srgbClr val="000000"/>
                      </a:buClr>
                    </a:pPr>
                    <a:r>
                      <a:rPr lang="en" altLang="ko-KR" kern="0" dirty="0">
                        <a:solidFill>
                          <a:schemeClr val="bg2">
                            <a:lumMod val="25000"/>
                          </a:schemeClr>
                        </a:solidFill>
                        <a:latin typeface="Avenir Book" panose="02000503020000020003" pitchFamily="2" charset="0"/>
                        <a:cs typeface="Arial"/>
                        <a:sym typeface="Arial"/>
                      </a:rPr>
                      <a:t>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kern="0" dirty="0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=</m:t>
                        </m:r>
                      </m:oMath>
                    </a14:m>
                    <a:endParaRPr lang="en" altLang="ko-KR" kern="0" dirty="0">
                      <a:solidFill>
                        <a:schemeClr val="bg2">
                          <a:lumMod val="25000"/>
                        </a:schemeClr>
                      </a:solidFill>
                      <a:latin typeface="Avenir Book" panose="02000503020000020003" pitchFamily="2" charset="0"/>
                      <a:cs typeface="Arial"/>
                      <a:sym typeface="Arial"/>
                    </a:endParaRPr>
                  </a:p>
                </p:txBody>
              </p:sp>
            </mc:Choice>
            <mc:Fallback xmlns="">
              <p:sp>
                <p:nvSpPr>
                  <p:cNvPr id="28" name="Google Shape;380;p22">
                    <a:extLst>
                      <a:ext uri="{FF2B5EF4-FFF2-40B4-BE49-F238E27FC236}">
                        <a16:creationId xmlns:a16="http://schemas.microsoft.com/office/drawing/2014/main" id="{D52C921A-CCA3-B934-9B46-113092BF7CC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59911" y="5535080"/>
                    <a:ext cx="852906" cy="279796"/>
                  </a:xfrm>
                  <a:prstGeom prst="rect">
                    <a:avLst/>
                  </a:prstGeom>
                  <a:blipFill>
                    <a:blip r:embed="rId46"/>
                    <a:stretch>
                      <a:fillRect l="-2941" b="-27273"/>
                    </a:stretch>
                  </a:blip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Google Shape;380;p22">
                    <a:extLst>
                      <a:ext uri="{FF2B5EF4-FFF2-40B4-BE49-F238E27FC236}">
                        <a16:creationId xmlns:a16="http://schemas.microsoft.com/office/drawing/2014/main" id="{FF82DCA8-6817-E296-372E-5CEE13A8762E}"/>
                      </a:ext>
                    </a:extLst>
                  </p:cNvPr>
                  <p:cNvSpPr/>
                  <p:nvPr/>
                </p:nvSpPr>
                <p:spPr>
                  <a:xfrm>
                    <a:off x="5696852" y="5547354"/>
                    <a:ext cx="294423" cy="279796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chemeClr val="accent4">
                      <a:lumMod val="60000"/>
                      <a:lumOff val="40000"/>
                    </a:schemeClr>
                  </a:solid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18000" tIns="0" rIns="0" bIns="0" anchor="ctr" anchorCtr="0">
                    <a:noAutofit/>
                  </a:bodyPr>
                  <a:lstStyle/>
                  <a:p>
                    <a:pPr algn="ctr">
                      <a:buClr>
                        <a:srgbClr val="000000"/>
                      </a:buClr>
                    </a:pPr>
                    <a14:m>
                      <m:oMathPara xmlns:m="http://schemas.openxmlformats.org/officeDocument/2006/math">
                        <m:oMath>
                          <m:r>
                            <a:rPr lang="en-US" altLang="ko-KR" kern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 </m:t>
                          </m:r>
                          <m:r>
                            <a:rPr lang="en-US" altLang="ko-KR" kern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𝐶</m:t>
                          </m:r>
                        </m:oMath>
                      </m:oMathPara>
                    </a14:m>
                    <a:endParaRPr lang="en-US" altLang="ko-KR" kern="0" dirty="0">
                      <a:solidFill>
                        <a:schemeClr val="bg1"/>
                      </a:solidFill>
                      <a:latin typeface="Cambria Math" panose="02040503050406030204" pitchFamily="18" charset="0"/>
                      <a:cs typeface="Arial"/>
                      <a:sym typeface="Arial"/>
                    </a:endParaRPr>
                  </a:p>
                </p:txBody>
              </p:sp>
            </mc:Choice>
            <mc:Fallback xmlns="">
              <p:sp>
                <p:nvSpPr>
                  <p:cNvPr id="29" name="Google Shape;380;p22">
                    <a:extLst>
                      <a:ext uri="{FF2B5EF4-FFF2-40B4-BE49-F238E27FC236}">
                        <a16:creationId xmlns:a16="http://schemas.microsoft.com/office/drawing/2014/main" id="{FF82DCA8-6817-E296-372E-5CEE13A8762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96852" y="5547354"/>
                    <a:ext cx="294423" cy="279796"/>
                  </a:xfrm>
                  <a:prstGeom prst="roundRect">
                    <a:avLst>
                      <a:gd name="adj" fmla="val 16667"/>
                    </a:avLst>
                  </a:prstGeom>
                  <a:blipFill>
                    <a:blip r:embed="rId47"/>
                    <a:stretch>
                      <a:fillRect l="-25000" t="-9091" r="-4167" b="-40909"/>
                    </a:stretch>
                  </a:blip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Google Shape;380;p22">
                    <a:extLst>
                      <a:ext uri="{FF2B5EF4-FFF2-40B4-BE49-F238E27FC236}">
                        <a16:creationId xmlns:a16="http://schemas.microsoft.com/office/drawing/2014/main" id="{04772966-D91B-3C80-057D-F2337DD56CAA}"/>
                      </a:ext>
                    </a:extLst>
                  </p:cNvPr>
                  <p:cNvSpPr/>
                  <p:nvPr/>
                </p:nvSpPr>
                <p:spPr>
                  <a:xfrm>
                    <a:off x="5991275" y="5547354"/>
                    <a:ext cx="793746" cy="279796"/>
                  </a:xfrm>
                  <a:prstGeom prst="rect">
                    <a:avLst/>
                  </a:prstGeom>
                  <a:noFill/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>
                      <a:buClr>
                        <a:srgbClr val="000000"/>
                      </a:buClr>
                    </a:pPr>
                    <a:r>
                      <a:rPr lang="en" altLang="ko-KR" kern="0" dirty="0">
                        <a:solidFill>
                          <a:schemeClr val="bg2">
                            <a:lumMod val="25000"/>
                          </a:schemeClr>
                        </a:solidFill>
                        <a:latin typeface="Avenir Book" panose="02000503020000020003" pitchFamily="2" charset="0"/>
                        <a:cs typeface="Arial"/>
                        <a:sym typeface="Arial"/>
                      </a:rPr>
                      <a:t>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𝒉</m:t>
                            </m:r>
                          </m:e>
                          <m:sub>
                            <m: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kern="0" dirty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=</m:t>
                        </m:r>
                      </m:oMath>
                    </a14:m>
                    <a:endParaRPr lang="en" altLang="ko-KR" kern="0" dirty="0">
                      <a:solidFill>
                        <a:schemeClr val="bg2">
                          <a:lumMod val="25000"/>
                        </a:schemeClr>
                      </a:solidFill>
                      <a:latin typeface="Avenir Book" panose="02000503020000020003" pitchFamily="2" charset="0"/>
                      <a:cs typeface="Arial"/>
                      <a:sym typeface="Arial"/>
                    </a:endParaRPr>
                  </a:p>
                </p:txBody>
              </p:sp>
            </mc:Choice>
            <mc:Fallback xmlns="">
              <p:sp>
                <p:nvSpPr>
                  <p:cNvPr id="30" name="Google Shape;380;p22">
                    <a:extLst>
                      <a:ext uri="{FF2B5EF4-FFF2-40B4-BE49-F238E27FC236}">
                        <a16:creationId xmlns:a16="http://schemas.microsoft.com/office/drawing/2014/main" id="{04772966-D91B-3C80-057D-F2337DD56CA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91275" y="5547354"/>
                    <a:ext cx="793746" cy="279796"/>
                  </a:xfrm>
                  <a:prstGeom prst="rect">
                    <a:avLst/>
                  </a:prstGeom>
                  <a:blipFill>
                    <a:blip r:embed="rId48"/>
                    <a:stretch>
                      <a:fillRect l="-1563" t="-4545" b="-13636"/>
                    </a:stretch>
                  </a:blip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Google Shape;380;p22">
                    <a:extLst>
                      <a:ext uri="{FF2B5EF4-FFF2-40B4-BE49-F238E27FC236}">
                        <a16:creationId xmlns:a16="http://schemas.microsoft.com/office/drawing/2014/main" id="{E438A398-F839-34E8-D2CD-48A4E378CABB}"/>
                      </a:ext>
                    </a:extLst>
                  </p:cNvPr>
                  <p:cNvSpPr/>
                  <p:nvPr/>
                </p:nvSpPr>
                <p:spPr>
                  <a:xfrm>
                    <a:off x="6611937" y="5547354"/>
                    <a:ext cx="294423" cy="279796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chemeClr val="accent4">
                      <a:lumMod val="60000"/>
                      <a:lumOff val="40000"/>
                    </a:schemeClr>
                  </a:solid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18000" tIns="0" rIns="0" bIns="0" anchor="ctr" anchorCtr="0">
                    <a:noAutofit/>
                  </a:bodyPr>
                  <a:lstStyle/>
                  <a:p>
                    <a:pPr algn="ctr">
                      <a:buClr>
                        <a:srgbClr val="000000"/>
                      </a:buClr>
                    </a:pPr>
                    <a14:m>
                      <m:oMathPara xmlns:m="http://schemas.openxmlformats.org/officeDocument/2006/math">
                        <m:oMath>
                          <m:r>
                            <a:rPr lang="en-US" altLang="ko-KR" kern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 </m:t>
                          </m:r>
                          <m:r>
                            <a:rPr lang="en-US" altLang="ko-KR" kern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𝐶</m:t>
                          </m:r>
                        </m:oMath>
                      </m:oMathPara>
                    </a14:m>
                    <a:endParaRPr lang="en-US" altLang="ko-KR" kern="0" dirty="0">
                      <a:solidFill>
                        <a:schemeClr val="bg1"/>
                      </a:solidFill>
                      <a:latin typeface="Cambria Math" panose="02040503050406030204" pitchFamily="18" charset="0"/>
                      <a:cs typeface="Arial"/>
                      <a:sym typeface="Arial"/>
                    </a:endParaRPr>
                  </a:p>
                </p:txBody>
              </p:sp>
            </mc:Choice>
            <mc:Fallback xmlns="">
              <p:sp>
                <p:nvSpPr>
                  <p:cNvPr id="31" name="Google Shape;380;p22">
                    <a:extLst>
                      <a:ext uri="{FF2B5EF4-FFF2-40B4-BE49-F238E27FC236}">
                        <a16:creationId xmlns:a16="http://schemas.microsoft.com/office/drawing/2014/main" id="{E438A398-F839-34E8-D2CD-48A4E378CAB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11937" y="5547354"/>
                    <a:ext cx="294423" cy="279796"/>
                  </a:xfrm>
                  <a:prstGeom prst="roundRect">
                    <a:avLst>
                      <a:gd name="adj" fmla="val 16667"/>
                    </a:avLst>
                  </a:prstGeom>
                  <a:blipFill>
                    <a:blip r:embed="rId49"/>
                    <a:stretch>
                      <a:fillRect l="-24000" t="-9091" b="-40909"/>
                    </a:stretch>
                  </a:blip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Google Shape;380;p22">
                    <a:extLst>
                      <a:ext uri="{FF2B5EF4-FFF2-40B4-BE49-F238E27FC236}">
                        <a16:creationId xmlns:a16="http://schemas.microsoft.com/office/drawing/2014/main" id="{FC4F649D-2C9D-33CA-1A6A-303F402DD37B}"/>
                      </a:ext>
                    </a:extLst>
                  </p:cNvPr>
                  <p:cNvSpPr/>
                  <p:nvPr/>
                </p:nvSpPr>
                <p:spPr>
                  <a:xfrm>
                    <a:off x="7146923" y="5539157"/>
                    <a:ext cx="294423" cy="279796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FF7E79"/>
                  </a:solid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36000" tIns="0" rIns="0" bIns="0" anchor="ctr" anchorCtr="0">
                    <a:noAutofit/>
                  </a:bodyPr>
                  <a:lstStyle/>
                  <a:p>
                    <a:pPr algn="ctr">
                      <a:buClr>
                        <a:srgbClr val="000000"/>
                      </a:buClr>
                    </a:pPr>
                    <a14:m>
                      <m:oMathPara xmlns:m="http://schemas.openxmlformats.org/officeDocument/2006/math">
                        <m:oMath>
                          <m:r>
                            <a:rPr lang="en-US" altLang="ko-KR" b="0" i="1" kern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 </m:t>
                          </m:r>
                          <m:bar>
                            <m:barPr>
                              <m:pos m:val="top"/>
                              <m:ctrlPr>
                                <a:rPr lang="en-US" altLang="ko-KR" i="1" kern="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</m:ctrlPr>
                            </m:barPr>
                            <m:e>
                              <m:r>
                                <a:rPr lang="en-US" altLang="ko-KR" i="1" kern="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  <m:t>𝐴</m:t>
                              </m:r>
                            </m:e>
                          </m:bar>
                        </m:oMath>
                      </m:oMathPara>
                    </a14:m>
                    <a:endParaRPr lang="en-US" altLang="ko-KR" kern="0" dirty="0">
                      <a:solidFill>
                        <a:schemeClr val="bg1"/>
                      </a:solidFill>
                      <a:latin typeface="Avenir Book" panose="02000503020000020003" pitchFamily="2" charset="0"/>
                      <a:cs typeface="Arial"/>
                      <a:sym typeface="Arial"/>
                    </a:endParaRPr>
                  </a:p>
                </p:txBody>
              </p:sp>
            </mc:Choice>
            <mc:Fallback xmlns="">
              <p:sp>
                <p:nvSpPr>
                  <p:cNvPr id="32" name="Google Shape;380;p22">
                    <a:extLst>
                      <a:ext uri="{FF2B5EF4-FFF2-40B4-BE49-F238E27FC236}">
                        <a16:creationId xmlns:a16="http://schemas.microsoft.com/office/drawing/2014/main" id="{FC4F649D-2C9D-33CA-1A6A-303F402DD37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46923" y="5539157"/>
                    <a:ext cx="294423" cy="279796"/>
                  </a:xfrm>
                  <a:prstGeom prst="roundRect">
                    <a:avLst>
                      <a:gd name="adj" fmla="val 16667"/>
                    </a:avLst>
                  </a:prstGeom>
                  <a:blipFill>
                    <a:blip r:embed="rId50"/>
                    <a:stretch>
                      <a:fillRect l="-29167" t="-4348" r="-4167" b="-39130"/>
                    </a:stretch>
                  </a:blip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Google Shape;380;p22">
                    <a:extLst>
                      <a:ext uri="{FF2B5EF4-FFF2-40B4-BE49-F238E27FC236}">
                        <a16:creationId xmlns:a16="http://schemas.microsoft.com/office/drawing/2014/main" id="{6BB1D520-8D6F-0FF8-DB3B-9FF144102084}"/>
                      </a:ext>
                    </a:extLst>
                  </p:cNvPr>
                  <p:cNvSpPr/>
                  <p:nvPr/>
                </p:nvSpPr>
                <p:spPr>
                  <a:xfrm>
                    <a:off x="8153127" y="5539157"/>
                    <a:ext cx="1066651" cy="279796"/>
                  </a:xfrm>
                  <a:prstGeom prst="rect">
                    <a:avLst/>
                  </a:prstGeom>
                  <a:noFill/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>
                      <a:buClr>
                        <a:srgbClr val="000000"/>
                      </a:buClr>
                    </a:pPr>
                    <a:r>
                      <a:rPr lang="en" altLang="ko-KR" kern="0" dirty="0">
                        <a:solidFill>
                          <a:schemeClr val="bg2">
                            <a:lumMod val="25000"/>
                          </a:schemeClr>
                        </a:solidFill>
                        <a:latin typeface="Avenir Book" panose="02000503020000020003" pitchFamily="2" charset="0"/>
                        <a:cs typeface="Arial"/>
                        <a:sym typeface="Arial"/>
                      </a:rPr>
                      <a:t>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kern="0" dirty="0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+⋯+</m:t>
                        </m:r>
                      </m:oMath>
                    </a14:m>
                    <a:endParaRPr lang="en" altLang="ko-KR" kern="0" dirty="0">
                      <a:solidFill>
                        <a:schemeClr val="bg2">
                          <a:lumMod val="25000"/>
                        </a:schemeClr>
                      </a:solidFill>
                      <a:latin typeface="Avenir Book" panose="02000503020000020003" pitchFamily="2" charset="0"/>
                      <a:cs typeface="Arial"/>
                      <a:sym typeface="Arial"/>
                    </a:endParaRPr>
                  </a:p>
                </p:txBody>
              </p:sp>
            </mc:Choice>
            <mc:Fallback xmlns="">
              <p:sp>
                <p:nvSpPr>
                  <p:cNvPr id="33" name="Google Shape;380;p22">
                    <a:extLst>
                      <a:ext uri="{FF2B5EF4-FFF2-40B4-BE49-F238E27FC236}">
                        <a16:creationId xmlns:a16="http://schemas.microsoft.com/office/drawing/2014/main" id="{6BB1D520-8D6F-0FF8-DB3B-9FF14410208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53127" y="5539157"/>
                    <a:ext cx="1066651" cy="279796"/>
                  </a:xfrm>
                  <a:prstGeom prst="rect">
                    <a:avLst/>
                  </a:prstGeom>
                  <a:blipFill>
                    <a:blip r:embed="rId51"/>
                    <a:stretch>
                      <a:fillRect b="-8696"/>
                    </a:stretch>
                  </a:blip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Google Shape;380;p22">
                    <a:extLst>
                      <a:ext uri="{FF2B5EF4-FFF2-40B4-BE49-F238E27FC236}">
                        <a16:creationId xmlns:a16="http://schemas.microsoft.com/office/drawing/2014/main" id="{C50C702B-0E96-D7C4-1B29-B1C51D8BB41E}"/>
                      </a:ext>
                    </a:extLst>
                  </p:cNvPr>
                  <p:cNvSpPr/>
                  <p:nvPr/>
                </p:nvSpPr>
                <p:spPr>
                  <a:xfrm>
                    <a:off x="7858704" y="5537320"/>
                    <a:ext cx="294423" cy="279796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chemeClr val="accent6">
                      <a:lumMod val="75000"/>
                    </a:schemeClr>
                  </a:solid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36000" tIns="0" rIns="0" bIns="0" anchor="ctr" anchorCtr="0">
                    <a:noAutofit/>
                  </a:bodyPr>
                  <a:lstStyle/>
                  <a:p>
                    <a:pPr algn="ctr">
                      <a:buClr>
                        <a:srgbClr val="000000"/>
                      </a:buClr>
                    </a:pPr>
                    <a14:m>
                      <m:oMathPara xmlns:m="http://schemas.openxmlformats.org/officeDocument/2006/math">
                        <m:oMath>
                          <m:r>
                            <a:rPr lang="en-US" altLang="ko-KR" b="0" i="1" kern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 </m:t>
                          </m:r>
                          <m:bar>
                            <m:barPr>
                              <m:pos m:val="top"/>
                              <m:ctrlPr>
                                <a:rPr lang="en-US" altLang="ko-KR" i="1" kern="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</m:ctrlPr>
                            </m:barPr>
                            <m:e>
                              <m:r>
                                <a:rPr lang="en-US" altLang="ko-KR" i="1" kern="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  <m:t>𝐵</m:t>
                              </m:r>
                            </m:e>
                          </m:bar>
                        </m:oMath>
                      </m:oMathPara>
                    </a14:m>
                    <a:endParaRPr lang="en-US" altLang="ko-KR" kern="0" dirty="0">
                      <a:solidFill>
                        <a:schemeClr val="bg1"/>
                      </a:solidFill>
                      <a:latin typeface="Avenir Book" panose="02000503020000020003" pitchFamily="2" charset="0"/>
                      <a:cs typeface="Arial"/>
                      <a:sym typeface="Arial"/>
                    </a:endParaRPr>
                  </a:p>
                </p:txBody>
              </p:sp>
            </mc:Choice>
            <mc:Fallback xmlns="">
              <p:sp>
                <p:nvSpPr>
                  <p:cNvPr id="34" name="Google Shape;380;p22">
                    <a:extLst>
                      <a:ext uri="{FF2B5EF4-FFF2-40B4-BE49-F238E27FC236}">
                        <a16:creationId xmlns:a16="http://schemas.microsoft.com/office/drawing/2014/main" id="{C50C702B-0E96-D7C4-1B29-B1C51D8BB41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58704" y="5537320"/>
                    <a:ext cx="294423" cy="279796"/>
                  </a:xfrm>
                  <a:prstGeom prst="roundRect">
                    <a:avLst>
                      <a:gd name="adj" fmla="val 16667"/>
                    </a:avLst>
                  </a:prstGeom>
                  <a:blipFill>
                    <a:blip r:embed="rId52"/>
                    <a:stretch>
                      <a:fillRect l="-29167" t="-4348" r="-4167" b="-39130"/>
                    </a:stretch>
                  </a:blip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Google Shape;380;p22">
                    <a:extLst>
                      <a:ext uri="{FF2B5EF4-FFF2-40B4-BE49-F238E27FC236}">
                        <a16:creationId xmlns:a16="http://schemas.microsoft.com/office/drawing/2014/main" id="{7A03363F-034E-82E6-FC15-46DE4432E142}"/>
                      </a:ext>
                    </a:extLst>
                  </p:cNvPr>
                  <p:cNvSpPr/>
                  <p:nvPr/>
                </p:nvSpPr>
                <p:spPr>
                  <a:xfrm>
                    <a:off x="9250917" y="5537320"/>
                    <a:ext cx="294423" cy="279796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FF7E79"/>
                  </a:solid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36000" tIns="0" rIns="0" bIns="0" anchor="ctr" anchorCtr="0">
                    <a:noAutofit/>
                  </a:bodyPr>
                  <a:lstStyle/>
                  <a:p>
                    <a:pPr algn="ctr">
                      <a:buClr>
                        <a:srgbClr val="000000"/>
                      </a:buClr>
                    </a:pPr>
                    <a14:m>
                      <m:oMathPara xmlns:m="http://schemas.openxmlformats.org/officeDocument/2006/math">
                        <m:oMath>
                          <m:r>
                            <a:rPr lang="en-US" altLang="ko-KR" b="0" i="1" kern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 </m:t>
                          </m:r>
                          <m:bar>
                            <m:barPr>
                              <m:pos m:val="top"/>
                              <m:ctrlPr>
                                <a:rPr lang="en-US" altLang="ko-KR" i="1" kern="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</m:ctrlPr>
                            </m:barPr>
                            <m:e>
                              <m:r>
                                <a:rPr lang="en-US" altLang="ko-KR" i="1" kern="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  <m:t>𝐴</m:t>
                              </m:r>
                            </m:e>
                          </m:bar>
                        </m:oMath>
                      </m:oMathPara>
                    </a14:m>
                    <a:endParaRPr lang="en-US" altLang="ko-KR" kern="0" dirty="0">
                      <a:solidFill>
                        <a:schemeClr val="bg1"/>
                      </a:solidFill>
                      <a:latin typeface="Avenir Book" panose="02000503020000020003" pitchFamily="2" charset="0"/>
                      <a:cs typeface="Arial"/>
                      <a:sym typeface="Arial"/>
                    </a:endParaRPr>
                  </a:p>
                </p:txBody>
              </p:sp>
            </mc:Choice>
            <mc:Fallback xmlns="">
              <p:sp>
                <p:nvSpPr>
                  <p:cNvPr id="35" name="Google Shape;380;p22">
                    <a:extLst>
                      <a:ext uri="{FF2B5EF4-FFF2-40B4-BE49-F238E27FC236}">
                        <a16:creationId xmlns:a16="http://schemas.microsoft.com/office/drawing/2014/main" id="{7A03363F-034E-82E6-FC15-46DE4432E14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250917" y="5537320"/>
                    <a:ext cx="294423" cy="279796"/>
                  </a:xfrm>
                  <a:prstGeom prst="roundRect">
                    <a:avLst>
                      <a:gd name="adj" fmla="val 16667"/>
                    </a:avLst>
                  </a:prstGeom>
                  <a:blipFill>
                    <a:blip r:embed="rId53"/>
                    <a:stretch>
                      <a:fillRect l="-25000" t="-4348" r="-8333" b="-39130"/>
                    </a:stretch>
                  </a:blip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Google Shape;380;p22">
                    <a:extLst>
                      <a:ext uri="{FF2B5EF4-FFF2-40B4-BE49-F238E27FC236}">
                        <a16:creationId xmlns:a16="http://schemas.microsoft.com/office/drawing/2014/main" id="{B2E3DF37-384A-4C72-8874-FEC2E5B6AF02}"/>
                      </a:ext>
                    </a:extLst>
                  </p:cNvPr>
                  <p:cNvSpPr/>
                  <p:nvPr/>
                </p:nvSpPr>
                <p:spPr>
                  <a:xfrm>
                    <a:off x="9854629" y="5537320"/>
                    <a:ext cx="813637" cy="279796"/>
                  </a:xfrm>
                  <a:prstGeom prst="rect">
                    <a:avLst/>
                  </a:prstGeom>
                  <a:noFill/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>
                      <a:buClr>
                        <a:srgbClr val="000000"/>
                      </a:buClr>
                    </a:pPr>
                    <a:r>
                      <a:rPr lang="en" altLang="ko-KR" kern="0" dirty="0">
                        <a:solidFill>
                          <a:schemeClr val="bg2">
                            <a:lumMod val="25000"/>
                          </a:schemeClr>
                        </a:solidFill>
                        <a:latin typeface="Avenir Book" panose="02000503020000020003" pitchFamily="2" charset="0"/>
                        <a:cs typeface="Arial"/>
                        <a:sym typeface="Arial"/>
                      </a:rPr>
                      <a:t>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𝑡</m:t>
                            </m:r>
                            <m: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−1</m:t>
                            </m:r>
                          </m:sub>
                        </m:sSub>
                        <m:r>
                          <a:rPr lang="en-US" altLang="ko-KR" kern="0" dirty="0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+</m:t>
                        </m:r>
                      </m:oMath>
                    </a14:m>
                    <a:endParaRPr lang="en" altLang="ko-KR" kern="0" dirty="0">
                      <a:solidFill>
                        <a:schemeClr val="bg2">
                          <a:lumMod val="25000"/>
                        </a:schemeClr>
                      </a:solidFill>
                      <a:latin typeface="Avenir Book" panose="02000503020000020003" pitchFamily="2" charset="0"/>
                      <a:cs typeface="Arial"/>
                      <a:sym typeface="Arial"/>
                    </a:endParaRPr>
                  </a:p>
                </p:txBody>
              </p:sp>
            </mc:Choice>
            <mc:Fallback xmlns="">
              <p:sp>
                <p:nvSpPr>
                  <p:cNvPr id="36" name="Google Shape;380;p22">
                    <a:extLst>
                      <a:ext uri="{FF2B5EF4-FFF2-40B4-BE49-F238E27FC236}">
                        <a16:creationId xmlns:a16="http://schemas.microsoft.com/office/drawing/2014/main" id="{B2E3DF37-384A-4C72-8874-FEC2E5B6AF0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854629" y="5537320"/>
                    <a:ext cx="813637" cy="279796"/>
                  </a:xfrm>
                  <a:prstGeom prst="rect">
                    <a:avLst/>
                  </a:prstGeom>
                  <a:blipFill>
                    <a:blip r:embed="rId54"/>
                    <a:stretch>
                      <a:fillRect b="-8696"/>
                    </a:stretch>
                  </a:blip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Google Shape;380;p22">
                    <a:extLst>
                      <a:ext uri="{FF2B5EF4-FFF2-40B4-BE49-F238E27FC236}">
                        <a16:creationId xmlns:a16="http://schemas.microsoft.com/office/drawing/2014/main" id="{5C947B61-3BF6-BBAF-A613-EF004C03B582}"/>
                      </a:ext>
                    </a:extLst>
                  </p:cNvPr>
                  <p:cNvSpPr/>
                  <p:nvPr/>
                </p:nvSpPr>
                <p:spPr>
                  <a:xfrm>
                    <a:off x="10669738" y="5542589"/>
                    <a:ext cx="294423" cy="279796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chemeClr val="accent6">
                      <a:lumMod val="75000"/>
                    </a:schemeClr>
                  </a:solid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36000" tIns="0" rIns="0" bIns="0" anchor="ctr" anchorCtr="0">
                    <a:noAutofit/>
                  </a:bodyPr>
                  <a:lstStyle/>
                  <a:p>
                    <a:pPr algn="ctr">
                      <a:buClr>
                        <a:srgbClr val="000000"/>
                      </a:buClr>
                    </a:pPr>
                    <a14:m>
                      <m:oMathPara xmlns:m="http://schemas.openxmlformats.org/officeDocument/2006/math">
                        <m:oMath>
                          <m:r>
                            <a:rPr lang="en-US" altLang="ko-KR" b="0" i="1" kern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 </m:t>
                          </m:r>
                          <m:bar>
                            <m:barPr>
                              <m:pos m:val="top"/>
                              <m:ctrlPr>
                                <a:rPr lang="en-US" altLang="ko-KR" i="1" kern="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</m:ctrlPr>
                            </m:barPr>
                            <m:e>
                              <m:r>
                                <a:rPr lang="en-US" altLang="ko-KR" i="1" kern="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  <m:t>𝐵</m:t>
                              </m:r>
                            </m:e>
                          </m:bar>
                        </m:oMath>
                      </m:oMathPara>
                    </a14:m>
                    <a:endParaRPr lang="en-US" altLang="ko-KR" kern="0" dirty="0">
                      <a:solidFill>
                        <a:schemeClr val="bg1"/>
                      </a:solidFill>
                      <a:latin typeface="Avenir Book" panose="02000503020000020003" pitchFamily="2" charset="0"/>
                      <a:cs typeface="Arial"/>
                      <a:sym typeface="Arial"/>
                    </a:endParaRPr>
                  </a:p>
                </p:txBody>
              </p:sp>
            </mc:Choice>
            <mc:Fallback xmlns="">
              <p:sp>
                <p:nvSpPr>
                  <p:cNvPr id="37" name="Google Shape;380;p22">
                    <a:extLst>
                      <a:ext uri="{FF2B5EF4-FFF2-40B4-BE49-F238E27FC236}">
                        <a16:creationId xmlns:a16="http://schemas.microsoft.com/office/drawing/2014/main" id="{5C947B61-3BF6-BBAF-A613-EF004C03B58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69738" y="5542589"/>
                    <a:ext cx="294423" cy="279796"/>
                  </a:xfrm>
                  <a:prstGeom prst="roundRect">
                    <a:avLst>
                      <a:gd name="adj" fmla="val 16667"/>
                    </a:avLst>
                  </a:prstGeom>
                  <a:blipFill>
                    <a:blip r:embed="rId55"/>
                    <a:stretch>
                      <a:fillRect l="-29167" t="-4348" r="-8333" b="-43478"/>
                    </a:stretch>
                  </a:blip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Google Shape;380;p22">
                    <a:extLst>
                      <a:ext uri="{FF2B5EF4-FFF2-40B4-BE49-F238E27FC236}">
                        <a16:creationId xmlns:a16="http://schemas.microsoft.com/office/drawing/2014/main" id="{74F6CA68-B846-89D3-EEA6-39201C325CBD}"/>
                      </a:ext>
                    </a:extLst>
                  </p:cNvPr>
                  <p:cNvSpPr/>
                  <p:nvPr/>
                </p:nvSpPr>
                <p:spPr>
                  <a:xfrm>
                    <a:off x="10964161" y="5542589"/>
                    <a:ext cx="445684" cy="279796"/>
                  </a:xfrm>
                  <a:prstGeom prst="rect">
                    <a:avLst/>
                  </a:prstGeom>
                  <a:noFill/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>
                      <a:buClr>
                        <a:srgbClr val="000000"/>
                      </a:buClr>
                    </a:pPr>
                    <a:r>
                      <a:rPr lang="en" altLang="ko-KR" kern="0" dirty="0">
                        <a:solidFill>
                          <a:schemeClr val="bg2">
                            <a:lumMod val="25000"/>
                          </a:schemeClr>
                        </a:solidFill>
                        <a:latin typeface="Avenir Book" panose="02000503020000020003" pitchFamily="2" charset="0"/>
                        <a:cs typeface="Arial"/>
                        <a:sym typeface="Arial"/>
                      </a:rPr>
                      <a:t>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𝑡</m:t>
                            </m:r>
                          </m:sub>
                        </m:sSub>
                      </m:oMath>
                    </a14:m>
                    <a:endParaRPr lang="en" altLang="ko-KR" kern="0" dirty="0">
                      <a:solidFill>
                        <a:schemeClr val="bg2">
                          <a:lumMod val="25000"/>
                        </a:schemeClr>
                      </a:solidFill>
                      <a:latin typeface="Avenir Book" panose="02000503020000020003" pitchFamily="2" charset="0"/>
                      <a:cs typeface="Arial"/>
                      <a:sym typeface="Arial"/>
                    </a:endParaRPr>
                  </a:p>
                </p:txBody>
              </p:sp>
            </mc:Choice>
            <mc:Fallback xmlns="">
              <p:sp>
                <p:nvSpPr>
                  <p:cNvPr id="38" name="Google Shape;380;p22">
                    <a:extLst>
                      <a:ext uri="{FF2B5EF4-FFF2-40B4-BE49-F238E27FC236}">
                        <a16:creationId xmlns:a16="http://schemas.microsoft.com/office/drawing/2014/main" id="{74F6CA68-B846-89D3-EEA6-39201C325CB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64161" y="5542589"/>
                    <a:ext cx="445684" cy="279796"/>
                  </a:xfrm>
                  <a:prstGeom prst="rect">
                    <a:avLst/>
                  </a:prstGeom>
                  <a:blipFill>
                    <a:blip r:embed="rId56"/>
                    <a:stretch>
                      <a:fillRect b="-8696"/>
                    </a:stretch>
                  </a:blip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Google Shape;380;p22">
                    <a:extLst>
                      <a:ext uri="{FF2B5EF4-FFF2-40B4-BE49-F238E27FC236}">
                        <a16:creationId xmlns:a16="http://schemas.microsoft.com/office/drawing/2014/main" id="{79536148-380C-1254-825D-D4E17C956961}"/>
                      </a:ext>
                    </a:extLst>
                  </p:cNvPr>
                  <p:cNvSpPr/>
                  <p:nvPr/>
                </p:nvSpPr>
                <p:spPr>
                  <a:xfrm>
                    <a:off x="9560206" y="5535483"/>
                    <a:ext cx="294423" cy="279796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chemeClr val="accent6">
                      <a:lumMod val="75000"/>
                    </a:schemeClr>
                  </a:solid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36000" tIns="0" rIns="0" bIns="0" anchor="ctr" anchorCtr="0">
                    <a:noAutofit/>
                  </a:bodyPr>
                  <a:lstStyle/>
                  <a:p>
                    <a:pPr algn="ctr">
                      <a:buClr>
                        <a:srgbClr val="000000"/>
                      </a:buClr>
                    </a:pPr>
                    <a14:m>
                      <m:oMathPara xmlns:m="http://schemas.openxmlformats.org/officeDocument/2006/math">
                        <m:oMath>
                          <m:r>
                            <a:rPr lang="en-US" altLang="ko-KR" b="0" i="1" kern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 </m:t>
                          </m:r>
                          <m:bar>
                            <m:barPr>
                              <m:pos m:val="top"/>
                              <m:ctrlPr>
                                <a:rPr lang="en-US" altLang="ko-KR" i="1" kern="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</m:ctrlPr>
                            </m:barPr>
                            <m:e>
                              <m:r>
                                <a:rPr lang="en-US" altLang="ko-KR" i="1" kern="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  <m:t>𝐵</m:t>
                              </m:r>
                            </m:e>
                          </m:bar>
                        </m:oMath>
                      </m:oMathPara>
                    </a14:m>
                    <a:endParaRPr lang="en-US" altLang="ko-KR" kern="0" dirty="0">
                      <a:solidFill>
                        <a:schemeClr val="bg1"/>
                      </a:solidFill>
                      <a:latin typeface="Avenir Book" panose="02000503020000020003" pitchFamily="2" charset="0"/>
                      <a:cs typeface="Arial"/>
                      <a:sym typeface="Arial"/>
                    </a:endParaRPr>
                  </a:p>
                </p:txBody>
              </p:sp>
            </mc:Choice>
            <mc:Fallback xmlns="">
              <p:sp>
                <p:nvSpPr>
                  <p:cNvPr id="39" name="Google Shape;380;p22">
                    <a:extLst>
                      <a:ext uri="{FF2B5EF4-FFF2-40B4-BE49-F238E27FC236}">
                        <a16:creationId xmlns:a16="http://schemas.microsoft.com/office/drawing/2014/main" id="{79536148-380C-1254-825D-D4E17C95696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60206" y="5535483"/>
                    <a:ext cx="294423" cy="279796"/>
                  </a:xfrm>
                  <a:prstGeom prst="roundRect">
                    <a:avLst>
                      <a:gd name="adj" fmla="val 16667"/>
                    </a:avLst>
                  </a:prstGeom>
                  <a:blipFill>
                    <a:blip r:embed="rId57"/>
                    <a:stretch>
                      <a:fillRect l="-29167" t="-4348" r="-4167" b="-39130"/>
                    </a:stretch>
                  </a:blip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3" name="Google Shape;380;p22">
                    <a:extLst>
                      <a:ext uri="{FF2B5EF4-FFF2-40B4-BE49-F238E27FC236}">
                        <a16:creationId xmlns:a16="http://schemas.microsoft.com/office/drawing/2014/main" id="{A4EF6E3F-20AD-BA48-5A4F-6ED92A22C968}"/>
                      </a:ext>
                    </a:extLst>
                  </p:cNvPr>
                  <p:cNvSpPr/>
                  <p:nvPr/>
                </p:nvSpPr>
                <p:spPr>
                  <a:xfrm>
                    <a:off x="7351187" y="5497723"/>
                    <a:ext cx="558483" cy="279796"/>
                  </a:xfrm>
                  <a:prstGeom prst="rect">
                    <a:avLst/>
                  </a:prstGeom>
                  <a:noFill/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>
                      <a:buClr>
                        <a:srgbClr val="000000"/>
                      </a:buClr>
                    </a:pPr>
                    <a14:m>
                      <m:oMathPara xmlns:m="http://schemas.openxmlformats.org/officeDocument/2006/math">
                        <m:oMath>
                          <m:sSup>
                            <m:sSupPr>
                              <m:ctrlPr>
                                <a:rPr lang="en-US" altLang="ko-KR" kern="0" dirty="0" smtClean="0">
                                  <a:solidFill>
                                    <a:schemeClr val="bg2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</m:ctrlPr>
                            </m:sSupPr>
                            <m:e>
                              <m:r>
                                <a:rPr lang="en-US" altLang="ko-KR" kern="0" dirty="0" smtClean="0">
                                  <a:solidFill>
                                    <a:schemeClr val="bg2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  <m:t> </m:t>
                              </m:r>
                            </m:e>
                            <m:sup>
                              <m:r>
                                <a:rPr lang="en-US" altLang="ko-KR" kern="0" dirty="0" smtClean="0">
                                  <a:solidFill>
                                    <a:schemeClr val="bg2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  <m:t>𝑡</m:t>
                              </m:r>
                              <m:r>
                                <a:rPr lang="en-US" altLang="ko-KR" kern="0" dirty="0" smtClean="0">
                                  <a:solidFill>
                                    <a:schemeClr val="bg2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  <m:t>−1</m:t>
                              </m:r>
                            </m:sup>
                          </m:sSup>
                        </m:oMath>
                      </m:oMathPara>
                    </a14:m>
                    <a:endParaRPr dirty="0">
                      <a:latin typeface="Avenir Book" panose="02000503020000020003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73" name="Google Shape;380;p22">
                    <a:extLst>
                      <a:ext uri="{FF2B5EF4-FFF2-40B4-BE49-F238E27FC236}">
                        <a16:creationId xmlns:a16="http://schemas.microsoft.com/office/drawing/2014/main" id="{A4EF6E3F-20AD-BA48-5A4F-6ED92A22C96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51187" y="5497723"/>
                    <a:ext cx="558483" cy="279796"/>
                  </a:xfrm>
                  <a:prstGeom prst="rect">
                    <a:avLst/>
                  </a:prstGeom>
                  <a:blipFill>
                    <a:blip r:embed="rId58"/>
                    <a:stretch>
                      <a:fillRect l="-2222" t="-8696" b="-34783"/>
                    </a:stretch>
                  </a:blip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536D14E6-016D-C2EC-FE95-22FEF6CCBCDD}"/>
                </a:ext>
              </a:extLst>
            </p:cNvPr>
            <p:cNvGrpSpPr/>
            <p:nvPr/>
          </p:nvGrpSpPr>
          <p:grpSpPr>
            <a:xfrm>
              <a:off x="11119141" y="5973934"/>
              <a:ext cx="969053" cy="281633"/>
              <a:chOff x="11119141" y="5973934"/>
              <a:chExt cx="969053" cy="28163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Google Shape;380;p22">
                    <a:extLst>
                      <a:ext uri="{FF2B5EF4-FFF2-40B4-BE49-F238E27FC236}">
                        <a16:creationId xmlns:a16="http://schemas.microsoft.com/office/drawing/2014/main" id="{B8C0F333-BD09-AA44-5A59-451CE40C79F6}"/>
                      </a:ext>
                    </a:extLst>
                  </p:cNvPr>
                  <p:cNvSpPr/>
                  <p:nvPr/>
                </p:nvSpPr>
                <p:spPr>
                  <a:xfrm>
                    <a:off x="11119141" y="5975771"/>
                    <a:ext cx="969053" cy="279796"/>
                  </a:xfrm>
                  <a:prstGeom prst="rect">
                    <a:avLst/>
                  </a:prstGeom>
                  <a:noFill/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>
                      <a:buClr>
                        <a:srgbClr val="000000"/>
                      </a:buClr>
                    </a:pPr>
                    <a:r>
                      <a:rPr lang="en" altLang="ko-KR" kern="0" dirty="0">
                        <a:solidFill>
                          <a:schemeClr val="bg2">
                            <a:lumMod val="25000"/>
                          </a:schemeClr>
                        </a:solidFill>
                        <a:latin typeface="Avenir Book" panose="02000503020000020003" pitchFamily="2" charset="0"/>
                        <a:cs typeface="Arial"/>
                        <a:sym typeface="Arial"/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lang="en-US" altLang="ko-KR" kern="0" dirty="0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+        </m:t>
                        </m:r>
                        <m:sSub>
                          <m:sSubPr>
                            <m:ctrlP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kern="0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Arial"/>
                              </a:rPr>
                              <m:t>𝑡</m:t>
                            </m:r>
                          </m:sub>
                        </m:sSub>
                      </m:oMath>
                    </a14:m>
                    <a:endParaRPr lang="en" altLang="ko-KR" kern="0" dirty="0">
                      <a:solidFill>
                        <a:schemeClr val="bg2">
                          <a:lumMod val="25000"/>
                        </a:schemeClr>
                      </a:solidFill>
                      <a:latin typeface="Avenir Book" panose="02000503020000020003" pitchFamily="2" charset="0"/>
                      <a:cs typeface="Arial"/>
                      <a:sym typeface="Arial"/>
                    </a:endParaRPr>
                  </a:p>
                </p:txBody>
              </p:sp>
            </mc:Choice>
            <mc:Fallback xmlns="">
              <p:sp>
                <p:nvSpPr>
                  <p:cNvPr id="10" name="Google Shape;380;p22">
                    <a:extLst>
                      <a:ext uri="{FF2B5EF4-FFF2-40B4-BE49-F238E27FC236}">
                        <a16:creationId xmlns:a16="http://schemas.microsoft.com/office/drawing/2014/main" id="{B8C0F333-BD09-AA44-5A59-451CE40C79F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119141" y="5975771"/>
                    <a:ext cx="969053" cy="279796"/>
                  </a:xfrm>
                  <a:prstGeom prst="rect">
                    <a:avLst/>
                  </a:prstGeom>
                  <a:blipFill>
                    <a:blip r:embed="rId59"/>
                    <a:stretch>
                      <a:fillRect l="-1299" t="-8696" b="-34783"/>
                    </a:stretch>
                  </a:blip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Google Shape;380;p22">
                    <a:extLst>
                      <a:ext uri="{FF2B5EF4-FFF2-40B4-BE49-F238E27FC236}">
                        <a16:creationId xmlns:a16="http://schemas.microsoft.com/office/drawing/2014/main" id="{A398875A-B523-E8AE-73E7-E26350B44717}"/>
                      </a:ext>
                    </a:extLst>
                  </p:cNvPr>
                  <p:cNvSpPr/>
                  <p:nvPr/>
                </p:nvSpPr>
                <p:spPr>
                  <a:xfrm>
                    <a:off x="11435564" y="5973934"/>
                    <a:ext cx="294423" cy="279796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36000" tIns="0" rIns="0" bIns="0" anchor="ctr" anchorCtr="0">
                    <a:noAutofit/>
                  </a:bodyPr>
                  <a:lstStyle/>
                  <a:p>
                    <a:pPr algn="ctr">
                      <a:buClr>
                        <a:srgbClr val="000000"/>
                      </a:buClr>
                    </a:pPr>
                    <a14:m>
                      <m:oMathPara xmlns:m="http://schemas.openxmlformats.org/officeDocument/2006/math">
                        <m:oMath>
                          <m:r>
                            <a:rPr lang="en-US" altLang="ko-KR" kern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 </m:t>
                          </m:r>
                          <m:r>
                            <a:rPr lang="en-US" altLang="ko-KR" kern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𝐷</m:t>
                          </m:r>
                        </m:oMath>
                      </m:oMathPara>
                    </a14:m>
                    <a:endParaRPr lang="en-US" altLang="ko-KR" kern="0" dirty="0">
                      <a:solidFill>
                        <a:schemeClr val="bg1"/>
                      </a:solidFill>
                      <a:latin typeface="Avenir Book" panose="02000503020000020003" pitchFamily="2" charset="0"/>
                      <a:cs typeface="Arial"/>
                      <a:sym typeface="Arial"/>
                    </a:endParaRPr>
                  </a:p>
                </p:txBody>
              </p:sp>
            </mc:Choice>
            <mc:Fallback xmlns="">
              <p:sp>
                <p:nvSpPr>
                  <p:cNvPr id="11" name="Google Shape;380;p22">
                    <a:extLst>
                      <a:ext uri="{FF2B5EF4-FFF2-40B4-BE49-F238E27FC236}">
                        <a16:creationId xmlns:a16="http://schemas.microsoft.com/office/drawing/2014/main" id="{A398875A-B523-E8AE-73E7-E26350B4471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35564" y="5973934"/>
                    <a:ext cx="294423" cy="279796"/>
                  </a:xfrm>
                  <a:prstGeom prst="roundRect">
                    <a:avLst>
                      <a:gd name="adj" fmla="val 16667"/>
                    </a:avLst>
                  </a:prstGeom>
                  <a:blipFill>
                    <a:blip r:embed="rId60"/>
                    <a:stretch>
                      <a:fillRect l="-29167" t="-8696" r="-4167" b="-34783"/>
                    </a:stretch>
                  </a:blipFill>
                  <a:ln w="19050" cap="flat" cmpd="sng">
                    <a:noFill/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pic>
        <p:nvPicPr>
          <p:cNvPr id="79" name="그림 78">
            <a:extLst>
              <a:ext uri="{FF2B5EF4-FFF2-40B4-BE49-F238E27FC236}">
                <a16:creationId xmlns:a16="http://schemas.microsoft.com/office/drawing/2014/main" id="{9F121BC9-F060-A89C-A917-1104B86D21EE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4682218" y="5112376"/>
            <a:ext cx="711200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6423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E4B09-E6E6-B035-DA0E-AD4CC1869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53F05316-BDF1-A7C5-DCD1-EDE8C5D8F4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1233" b="21323"/>
          <a:stretch>
            <a:fillRect/>
          </a:stretch>
        </p:blipFill>
        <p:spPr>
          <a:xfrm>
            <a:off x="7227778" y="2671150"/>
            <a:ext cx="4014572" cy="33913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내용 개체 틀 7">
                <a:extLst>
                  <a:ext uri="{FF2B5EF4-FFF2-40B4-BE49-F238E27FC236}">
                    <a16:creationId xmlns:a16="http://schemas.microsoft.com/office/drawing/2014/main" id="{C6815175-45B5-8628-5346-33114CA234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9827" y="1151467"/>
                <a:ext cx="11440697" cy="5249538"/>
              </a:xfrm>
            </p:spPr>
            <p:txBody>
              <a:bodyPr/>
              <a:lstStyle/>
              <a:p>
                <a:endParaRPr lang="en-US" altLang="ko-KR" sz="1800" dirty="0"/>
              </a:p>
              <a:p>
                <a:endParaRPr lang="en-US" altLang="ko-KR" sz="1800" dirty="0"/>
              </a:p>
              <a:p>
                <a:r>
                  <a:rPr lang="en-US" altLang="ko-KR" dirty="0">
                    <a:sym typeface="Wingdings" pitchFamily="2" charset="2"/>
                  </a:rPr>
                  <a:t>reduce the representation of </a:t>
                </a:r>
                <a14:m>
                  <m:oMath xmlns:m="http://schemas.openxmlformats.org/officeDocument/2006/math">
                    <m:r>
                      <a:rPr lang="en-US" altLang="ko-KR" b="1" i="1" dirty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altLang="ko-KR" dirty="0">
                    <a:sym typeface="Wingdings" pitchFamily="2" charset="2"/>
                  </a:rPr>
                  <a:t>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dirty="0">
                        <a:latin typeface="Cambria Math" panose="02040503050406030204" pitchFamily="18" charset="0"/>
                        <a:sym typeface="Wingdings" pitchFamily="2" charset="2"/>
                      </a:rPr>
                      <m:t>O</m:t>
                    </m:r>
                    <m:d>
                      <m:dPr>
                        <m:ctrlPr>
                          <a:rPr lang="en-US" altLang="ko-KR" i="1" dirty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SupPr>
                          <m:e>
                            <m:r>
                              <a:rPr lang="en-US" altLang="ko-KR" i="1" dirty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𝑑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dirty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s</m:t>
                            </m:r>
                          </m:sub>
                          <m:sup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altLang="ko-KR" dirty="0">
                    <a:sym typeface="Wingdings" pitchFamily="2" charset="2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dirty="0">
                        <a:latin typeface="Cambria Math" panose="02040503050406030204" pitchFamily="18" charset="0"/>
                        <a:sym typeface="Wingdings" pitchFamily="2" charset="2"/>
                      </a:rPr>
                      <m:t>O</m:t>
                    </m:r>
                    <m:d>
                      <m:dPr>
                        <m:ctrlPr>
                          <a:rPr lang="en-US" altLang="ko-KR" i="1" dirty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i="1" dirty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𝑑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dirty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s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dirty="0"/>
              </a:p>
              <a:p>
                <a:pPr lvl="1"/>
                <a:r>
                  <a:rPr lang="en-US" altLang="ko-KR" dirty="0"/>
                  <a:t>S4 : reparameterize </a:t>
                </a:r>
                <a14:m>
                  <m:oMath xmlns:m="http://schemas.openxmlformats.org/officeDocument/2006/math">
                    <m:r>
                      <a:rPr lang="en-US" altLang="ko-KR" b="1" i="1" dirty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altLang="ko-KR" dirty="0"/>
                  <a:t> as diagonal + low-</a:t>
                </a:r>
                <a:r>
                  <a:rPr lang="en-US" altLang="ko-KR" dirty="0" err="1"/>
                  <a:t>rank</a:t>
                </a:r>
                <a:r>
                  <a:rPr lang="en-US" altLang="ko-KR" dirty="0"/>
                  <a:t>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altLang="ko-KR" b="1" i="1" dirty="0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ko-KR" b="1" i="1" dirty="0" smtClean="0">
                        <a:latin typeface="Cambria Math" panose="02040503050406030204" pitchFamily="18" charset="0"/>
                      </a:rPr>
                      <m:t>′=</m:t>
                    </m:r>
                    <m:r>
                      <a:rPr lang="el-GR" altLang="ko-KR" b="1" i="1" dirty="0" smtClean="0">
                        <a:latin typeface="Cambria Math" panose="02040503050406030204" pitchFamily="18" charset="0"/>
                      </a:rPr>
                      <m:t>𝜦</m:t>
                    </m:r>
                    <m:r>
                      <a:rPr lang="el-GR" altLang="ko-KR" b="1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1" i="1" dirty="0">
                        <a:latin typeface="Cambria Math" panose="02040503050406030204" pitchFamily="18" charset="0"/>
                      </a:rPr>
                      <m:t>𝑷</m:t>
                    </m:r>
                    <m:sSup>
                      <m:sSupPr>
                        <m:ctrlPr>
                          <a:rPr lang="en-US" altLang="ko-KR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1" dirty="0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p>
                        <m:r>
                          <a:rPr lang="en-US" altLang="ko-KR" b="1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altLang="ko-KR" dirty="0"/>
              </a:p>
              <a:p>
                <a:pPr lvl="2"/>
                <a:r>
                  <a:rPr lang="en-US" altLang="ko-KR" dirty="0"/>
                  <a:t>derived with HiPPO matrix</a:t>
                </a:r>
              </a:p>
              <a:p>
                <a:pPr lvl="2"/>
                <a:endParaRPr lang="en-US" altLang="ko-KR" dirty="0"/>
              </a:p>
              <a:p>
                <a:pPr lvl="1"/>
                <a:r>
                  <a:rPr lang="en-US" altLang="ko-KR" spc="-60" dirty="0"/>
                  <a:t>S4D : </a:t>
                </a:r>
                <a:r>
                  <a:rPr lang="en-US" altLang="ko-KR" dirty="0"/>
                  <a:t>use diagonal matrix for </a:t>
                </a:r>
                <a14:m>
                  <m:oMath xmlns:m="http://schemas.openxmlformats.org/officeDocument/2006/math">
                    <m:r>
                      <a:rPr lang="en-US" altLang="ko-KR" b="1" i="1" dirty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endParaRPr lang="en-US" altLang="ko-KR" i="1" dirty="0"/>
              </a:p>
              <a:p>
                <a:pPr lvl="2"/>
                <a:r>
                  <a:rPr lang="en-US" altLang="ko-KR" dirty="0"/>
                  <a:t>much simpler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8" name="내용 개체 틀 7">
                <a:extLst>
                  <a:ext uri="{FF2B5EF4-FFF2-40B4-BE49-F238E27FC236}">
                    <a16:creationId xmlns:a16="http://schemas.microsoft.com/office/drawing/2014/main" id="{C6815175-45B5-8628-5346-33114CA234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9827" y="1151467"/>
                <a:ext cx="11440697" cy="5249538"/>
              </a:xfrm>
              <a:blipFill>
                <a:blip r:embed="rId4"/>
                <a:stretch>
                  <a:fillRect l="-88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제목 2">
            <a:extLst>
              <a:ext uri="{FF2B5EF4-FFF2-40B4-BE49-F238E27FC236}">
                <a16:creationId xmlns:a16="http://schemas.microsoft.com/office/drawing/2014/main" id="{E33757C4-4C89-DE2C-BE2F-D028C6D5C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913" y="118633"/>
            <a:ext cx="11404650" cy="753795"/>
          </a:xfrm>
        </p:spPr>
        <p:txBody>
          <a:bodyPr/>
          <a:lstStyle/>
          <a:p>
            <a:r>
              <a:rPr lang="en-US" altLang="ko-KR" dirty="0"/>
              <a:t>S4</a:t>
            </a:r>
            <a:r>
              <a:rPr lang="en-US" altLang="ko-KR" baseline="30000" dirty="0"/>
              <a:t> [Gu et al.’22]</a:t>
            </a:r>
            <a:r>
              <a:rPr lang="en-US" altLang="ko-KR" dirty="0"/>
              <a:t> &amp; S4D</a:t>
            </a:r>
            <a:r>
              <a:rPr lang="en-US" altLang="ko-KR" baseline="30000" dirty="0"/>
              <a:t> [Gu et al.’22]</a:t>
            </a:r>
            <a:endParaRPr lang="ko-KR" altLang="en-US" baseline="30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8A51BC-9519-1E1D-8265-95D3A125616A}"/>
              </a:ext>
            </a:extLst>
          </p:cNvPr>
          <p:cNvSpPr txBox="1"/>
          <p:nvPr/>
        </p:nvSpPr>
        <p:spPr>
          <a:xfrm>
            <a:off x="7795967" y="226214"/>
            <a:ext cx="4145083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kumimoji="1" lang="en-US" altLang="ko-K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NanumSquareOTF ExtraBold" panose="020B0600000101010101" pitchFamily="34" charset="-127"/>
                <a:cs typeface="Pretendard ExtraBold" panose="02000503000000020004" pitchFamily="2" charset="-127"/>
              </a:rPr>
              <a:t>3. SSMs Before Mamba</a:t>
            </a:r>
          </a:p>
        </p:txBody>
      </p:sp>
      <p:graphicFrame>
        <p:nvGraphicFramePr>
          <p:cNvPr id="12" name="내용 개체 틀 5">
            <a:extLst>
              <a:ext uri="{FF2B5EF4-FFF2-40B4-BE49-F238E27FC236}">
                <a16:creationId xmlns:a16="http://schemas.microsoft.com/office/drawing/2014/main" id="{234DF607-8B12-87DA-4A2B-5B4433FD0A1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52239583"/>
              </p:ext>
            </p:extLst>
          </p:nvPr>
        </p:nvGraphicFramePr>
        <p:xfrm>
          <a:off x="379413" y="1150939"/>
          <a:ext cx="11441112" cy="5971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5BE9ECF-DCE8-A80E-95AA-3DE7A535E184}"/>
              </a:ext>
            </a:extLst>
          </p:cNvPr>
          <p:cNvSpPr txBox="1"/>
          <p:nvPr/>
        </p:nvSpPr>
        <p:spPr>
          <a:xfrm>
            <a:off x="48251" y="6231728"/>
            <a:ext cx="11892799" cy="338554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-US" altLang="ko-KR" sz="1600" dirty="0">
                <a:solidFill>
                  <a:schemeClr val="bg2">
                    <a:lumMod val="90000"/>
                  </a:schemeClr>
                </a:solidFill>
                <a:latin typeface="Avenir Book" panose="02000503020000020003" pitchFamily="2" charset="0"/>
                <a:cs typeface="Arial" panose="020B0604020202020204" pitchFamily="34" charset="0"/>
              </a:rPr>
              <a:t>[figure] Gu et al. (2022). </a:t>
            </a:r>
            <a:r>
              <a:rPr lang="en-US" altLang="ko-KR" sz="1600" spc="-10" dirty="0">
                <a:solidFill>
                  <a:schemeClr val="bg2">
                    <a:lumMod val="90000"/>
                  </a:schemeClr>
                </a:solidFill>
                <a:latin typeface="Avenir Book" panose="02000503020000020003" pitchFamily="2" charset="0"/>
                <a:cs typeface="Arial" panose="020B0604020202020204" pitchFamily="34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 the parameterization and initialization of diagonal state space model</a:t>
            </a:r>
            <a:r>
              <a:rPr lang="en-US" altLang="ko-KR" sz="1600" spc="-10" dirty="0">
                <a:solidFill>
                  <a:schemeClr val="bg2">
                    <a:lumMod val="90000"/>
                  </a:schemeClr>
                </a:solidFill>
                <a:latin typeface="Avenir Book" panose="02000503020000020003" pitchFamily="2" charset="0"/>
                <a:cs typeface="Arial" panose="020B0604020202020204" pitchFamily="34" charset="0"/>
              </a:rPr>
              <a:t>.</a:t>
            </a:r>
            <a:r>
              <a:rPr lang="en-US" altLang="ko-KR" sz="1600" dirty="0">
                <a:solidFill>
                  <a:schemeClr val="bg2">
                    <a:lumMod val="90000"/>
                  </a:schemeClr>
                </a:solidFill>
                <a:latin typeface="Avenir Book" panose="02000503020000020003" pitchFamily="2" charset="0"/>
                <a:cs typeface="Arial" panose="020B0604020202020204" pitchFamily="34" charset="0"/>
              </a:rPr>
              <a:t> </a:t>
            </a:r>
            <a:r>
              <a:rPr lang="en-US" altLang="ko-KR" sz="1600" dirty="0" err="1">
                <a:solidFill>
                  <a:schemeClr val="bg2">
                    <a:lumMod val="90000"/>
                  </a:schemeClr>
                </a:solidFill>
                <a:latin typeface="Avenir Book" panose="02000503020000020003" pitchFamily="2" charset="0"/>
                <a:cs typeface="Arial" panose="020B0604020202020204" pitchFamily="34" charset="0"/>
              </a:rPr>
              <a:t>NeurIPS</a:t>
            </a:r>
            <a:r>
              <a:rPr lang="en-US" altLang="ko-KR" sz="1600" dirty="0">
                <a:solidFill>
                  <a:schemeClr val="bg2">
                    <a:lumMod val="90000"/>
                  </a:schemeClr>
                </a:solidFill>
                <a:latin typeface="Avenir Book" panose="02000503020000020003" pitchFamily="2" charset="0"/>
                <a:cs typeface="Arial" panose="020B0604020202020204" pitchFamily="34" charset="0"/>
              </a:rPr>
              <a:t>.</a:t>
            </a:r>
            <a:endParaRPr lang="ko-KR" altLang="en-US" sz="1100" dirty="0">
              <a:solidFill>
                <a:schemeClr val="bg2">
                  <a:lumMod val="90000"/>
                </a:schemeClr>
              </a:solidFill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74925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EEEC9-6586-78FB-138B-2AFCBF28A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F17DB481-0EDB-CE43-EEBD-8E4293AC46D7}"/>
              </a:ext>
            </a:extLst>
          </p:cNvPr>
          <p:cNvSpPr/>
          <p:nvPr/>
        </p:nvSpPr>
        <p:spPr>
          <a:xfrm>
            <a:off x="1793899" y="2582656"/>
            <a:ext cx="1975383" cy="362968"/>
          </a:xfrm>
          <a:prstGeom prst="rect">
            <a:avLst/>
          </a:prstGeom>
          <a:solidFill>
            <a:srgbClr val="EEF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Avenir Book" panose="02000503020000020003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내용 개체 틀 7">
                <a:extLst>
                  <a:ext uri="{FF2B5EF4-FFF2-40B4-BE49-F238E27FC236}">
                    <a16:creationId xmlns:a16="http://schemas.microsoft.com/office/drawing/2014/main" id="{2C83BD94-7227-BA31-3247-325D53FA8A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9827" y="1151467"/>
                <a:ext cx="11440697" cy="5249538"/>
              </a:xfrm>
            </p:spPr>
            <p:txBody>
              <a:bodyPr/>
              <a:lstStyle/>
              <a:p>
                <a:endParaRPr lang="en-US" altLang="ko-KR" sz="1800" dirty="0"/>
              </a:p>
              <a:p>
                <a:endParaRPr lang="en-US" altLang="ko-KR" sz="1800" dirty="0"/>
              </a:p>
              <a:p>
                <a:r>
                  <a:rPr lang="en-US" altLang="ko-KR" dirty="0"/>
                  <a:t>SSM with shift</a:t>
                </a:r>
                <a:endParaRPr lang="ko-KR" altLang="en-US" dirty="0"/>
              </a:p>
              <a:p>
                <a:pPr lvl="1"/>
                <a:r>
                  <a:rPr lang="en-US" altLang="ko-KR" dirty="0"/>
                  <a:t>use shift matrix </a:t>
                </a:r>
                <a14:m>
                  <m:oMath xmlns:m="http://schemas.openxmlformats.org/officeDocument/2006/math">
                    <m:r>
                      <a:rPr lang="en-US" altLang="ko-KR" b="1" i="1" dirty="0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altLang="ko-KR" b="1" i="1" dirty="0"/>
                  <a:t> </a:t>
                </a:r>
                <a:r>
                  <a:rPr lang="en-US" altLang="ko-KR" dirty="0"/>
                  <a:t>that</a:t>
                </a:r>
                <a:r>
                  <a:rPr lang="en-US" altLang="ko-KR" i="1" dirty="0"/>
                  <a:t> </a:t>
                </a:r>
                <a:r>
                  <a:rPr lang="en-US" altLang="ko-KR" dirty="0"/>
                  <a:t>shift each coordinate down by one</a:t>
                </a:r>
                <a:br>
                  <a:rPr lang="en-US" altLang="ko-KR" dirty="0"/>
                </a:br>
                <a:br>
                  <a:rPr lang="en-US" altLang="ko-KR" dirty="0"/>
                </a:br>
                <a:br>
                  <a:rPr lang="en-US" altLang="ko-KR" dirty="0"/>
                </a:br>
                <a:br>
                  <a:rPr lang="en-US" altLang="ko-KR" sz="1200" dirty="0"/>
                </a:br>
                <a:r>
                  <a:rPr lang="en-US" altLang="ko-KR" sz="2800" b="1" dirty="0"/>
                  <a:t>“ </a:t>
                </a:r>
                <a:r>
                  <a:rPr lang="en-US" altLang="ko-KR" dirty="0"/>
                  <a:t>thereby creating a “memory” of the previous states.</a:t>
                </a:r>
                <a:r>
                  <a:rPr lang="en-US" altLang="ko-KR" sz="2800" dirty="0"/>
                  <a:t> </a:t>
                </a:r>
                <a:r>
                  <a:rPr lang="en-US" altLang="ko-KR" sz="2800" b="1" dirty="0"/>
                  <a:t>”</a:t>
                </a:r>
              </a:p>
            </p:txBody>
          </p:sp>
        </mc:Choice>
        <mc:Fallback xmlns="">
          <p:sp>
            <p:nvSpPr>
              <p:cNvPr id="8" name="내용 개체 틀 7">
                <a:extLst>
                  <a:ext uri="{FF2B5EF4-FFF2-40B4-BE49-F238E27FC236}">
                    <a16:creationId xmlns:a16="http://schemas.microsoft.com/office/drawing/2014/main" id="{2C83BD94-7227-BA31-3247-325D53FA8A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9827" y="1151467"/>
                <a:ext cx="11440697" cy="5249538"/>
              </a:xfrm>
              <a:blipFill>
                <a:blip r:embed="rId3"/>
                <a:stretch>
                  <a:fillRect l="-88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제목 2">
            <a:extLst>
              <a:ext uri="{FF2B5EF4-FFF2-40B4-BE49-F238E27FC236}">
                <a16:creationId xmlns:a16="http://schemas.microsoft.com/office/drawing/2014/main" id="{85362DEB-A82C-B180-48A3-6B0586BFD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913" y="118633"/>
            <a:ext cx="11404650" cy="753795"/>
          </a:xfrm>
        </p:spPr>
        <p:txBody>
          <a:bodyPr/>
          <a:lstStyle/>
          <a:p>
            <a:r>
              <a:rPr lang="en-US" altLang="ko-KR"/>
              <a:t>H3</a:t>
            </a:r>
            <a:r>
              <a:rPr lang="en-US" altLang="ko-KR" baseline="30000"/>
              <a:t> [Fu et al.’23]</a:t>
            </a:r>
            <a:endParaRPr lang="ko-KR" altLang="en-US" baseline="30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05BBF1-02B1-7ED7-547C-273DBAE8B5B7}"/>
              </a:ext>
            </a:extLst>
          </p:cNvPr>
          <p:cNvSpPr txBox="1"/>
          <p:nvPr/>
        </p:nvSpPr>
        <p:spPr>
          <a:xfrm>
            <a:off x="7795967" y="226214"/>
            <a:ext cx="4145083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kumimoji="1" lang="en-US" altLang="ko-K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NanumSquareOTF ExtraBold" panose="020B0600000101010101" pitchFamily="34" charset="-127"/>
                <a:cs typeface="Pretendard ExtraBold" panose="02000503000000020004" pitchFamily="2" charset="-127"/>
              </a:rPr>
              <a:t>3. SSMs Before Mamba</a:t>
            </a:r>
          </a:p>
        </p:txBody>
      </p:sp>
      <p:graphicFrame>
        <p:nvGraphicFramePr>
          <p:cNvPr id="12" name="내용 개체 틀 5">
            <a:extLst>
              <a:ext uri="{FF2B5EF4-FFF2-40B4-BE49-F238E27FC236}">
                <a16:creationId xmlns:a16="http://schemas.microsoft.com/office/drawing/2014/main" id="{76BDA74D-7E63-E877-B4A8-9FD91BA4159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26939144"/>
              </p:ext>
            </p:extLst>
          </p:nvPr>
        </p:nvGraphicFramePr>
        <p:xfrm>
          <a:off x="379413" y="1150939"/>
          <a:ext cx="11441112" cy="5971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75EAA61A-5012-97AB-A2A3-AF6085CECE5A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r="83465" b="30600"/>
          <a:stretch>
            <a:fillRect/>
          </a:stretch>
        </p:blipFill>
        <p:spPr>
          <a:xfrm>
            <a:off x="9697019" y="1907706"/>
            <a:ext cx="1956094" cy="396754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66349F9-5C7E-E852-00E7-4E7E2C55E67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43685" y="3021749"/>
            <a:ext cx="3413837" cy="11678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87F636E-0C30-9B65-CBC2-5A86E93FEE79}"/>
              </a:ext>
            </a:extLst>
          </p:cNvPr>
          <p:cNvSpPr txBox="1"/>
          <p:nvPr/>
        </p:nvSpPr>
        <p:spPr>
          <a:xfrm>
            <a:off x="48251" y="6231728"/>
            <a:ext cx="11892799" cy="338554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-US" altLang="ko-KR" sz="1600" dirty="0">
                <a:solidFill>
                  <a:schemeClr val="bg2">
                    <a:lumMod val="90000"/>
                  </a:schemeClr>
                </a:solidFill>
                <a:latin typeface="Avenir Book" panose="02000503020000020003" pitchFamily="2" charset="0"/>
                <a:cs typeface="Arial" panose="020B0604020202020204" pitchFamily="34" charset="0"/>
              </a:rPr>
              <a:t>[equation, figure] Fu et al. (2023). </a:t>
            </a:r>
            <a:r>
              <a:rPr lang="en-US" altLang="ko-KR" sz="1600" spc="-10" dirty="0">
                <a:solidFill>
                  <a:schemeClr val="bg2">
                    <a:lumMod val="90000"/>
                  </a:schemeClr>
                </a:solidFill>
                <a:latin typeface="Avenir Book" panose="02000503020000020003" pitchFamily="2" charset="0"/>
                <a:cs typeface="Arial" panose="020B0604020202020204" pitchFamily="34" charset="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Hungry Hungry Hippos: Towards Language Modeling with State Space Models</a:t>
            </a:r>
            <a:r>
              <a:rPr lang="en-US" altLang="ko-KR" sz="1600" spc="-10" dirty="0">
                <a:solidFill>
                  <a:schemeClr val="bg2">
                    <a:lumMod val="90000"/>
                  </a:schemeClr>
                </a:solidFill>
                <a:latin typeface="Avenir Book" panose="02000503020000020003" pitchFamily="2" charset="0"/>
                <a:cs typeface="Arial" panose="020B0604020202020204" pitchFamily="34" charset="0"/>
              </a:rPr>
              <a:t>.</a:t>
            </a:r>
            <a:r>
              <a:rPr lang="en-US" altLang="ko-KR" sz="1600" dirty="0">
                <a:solidFill>
                  <a:schemeClr val="bg2">
                    <a:lumMod val="90000"/>
                  </a:schemeClr>
                </a:solidFill>
                <a:latin typeface="Avenir Book" panose="02000503020000020003" pitchFamily="2" charset="0"/>
                <a:cs typeface="Arial" panose="020B0604020202020204" pitchFamily="34" charset="0"/>
              </a:rPr>
              <a:t> ICLR.</a:t>
            </a:r>
            <a:endParaRPr lang="ko-KR" altLang="en-US" sz="1100" dirty="0">
              <a:solidFill>
                <a:schemeClr val="bg2">
                  <a:lumMod val="90000"/>
                </a:schemeClr>
              </a:solidFill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42614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7E7F8-28FF-7A99-AFEB-DF9A67C35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8158A2-045E-370A-2C42-B03A9F45AA87}"/>
              </a:ext>
            </a:extLst>
          </p:cNvPr>
          <p:cNvSpPr txBox="1"/>
          <p:nvPr/>
        </p:nvSpPr>
        <p:spPr>
          <a:xfrm>
            <a:off x="2433799" y="2921172"/>
            <a:ext cx="7324441" cy="1015663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ko-KR"/>
            </a:defPPr>
            <a:lvl1pPr algn="ctr">
              <a:defRPr kumimoji="1" sz="6000" b="1">
                <a:solidFill>
                  <a:schemeClr val="accent5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NanumSquareOTF ExtraBold" panose="020B0600000101010101" pitchFamily="34" charset="-127"/>
                <a:cs typeface="Pretendard ExtraBold" panose="02000503000000020004" pitchFamily="2" charset="-127"/>
              </a:defRPr>
            </a:lvl1pPr>
          </a:lstStyle>
          <a:p>
            <a:r>
              <a:rPr lang="en-US" altLang="ko-KR" dirty="0"/>
              <a:t>4. Mamba Structure</a:t>
            </a:r>
          </a:p>
        </p:txBody>
      </p:sp>
    </p:spTree>
    <p:extLst>
      <p:ext uri="{BB962C8B-B14F-4D97-AF65-F5344CB8AC3E}">
        <p14:creationId xmlns:p14="http://schemas.microsoft.com/office/powerpoint/2010/main" val="37484687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F0418-53AA-1782-8A28-DD21DC657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내용 개체 틀 15">
            <a:extLst>
              <a:ext uri="{FF2B5EF4-FFF2-40B4-BE49-F238E27FC236}">
                <a16:creationId xmlns:a16="http://schemas.microsoft.com/office/drawing/2014/main" id="{7B3BE19D-EE29-57CD-0480-2244784E32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827" y="1151467"/>
            <a:ext cx="11440697" cy="5249538"/>
          </a:xfrm>
        </p:spPr>
        <p:txBody>
          <a:bodyPr/>
          <a:lstStyle/>
          <a:p>
            <a:r>
              <a:rPr lang="en-US" altLang="ko-KR" dirty="0"/>
              <a:t>Mamba  =  Selective SSM  +  Gated Linear Unit</a:t>
            </a:r>
            <a:endParaRPr lang="ko-KR" altLang="en-US" dirty="0"/>
          </a:p>
          <a:p>
            <a:pPr lvl="1"/>
            <a:endParaRPr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F60FA6B-E0C1-CAC8-0686-31DACB823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913" y="118633"/>
            <a:ext cx="11404650" cy="753795"/>
          </a:xfrm>
        </p:spPr>
        <p:txBody>
          <a:bodyPr/>
          <a:lstStyle/>
          <a:p>
            <a:r>
              <a:rPr lang="en-US" altLang="ko-KR" dirty="0"/>
              <a:t>TL;DR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838000-D984-E567-4C40-ADEC3A5067BD}"/>
              </a:ext>
            </a:extLst>
          </p:cNvPr>
          <p:cNvSpPr txBox="1"/>
          <p:nvPr/>
        </p:nvSpPr>
        <p:spPr>
          <a:xfrm>
            <a:off x="7795967" y="226214"/>
            <a:ext cx="4145083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kumimoji="1" lang="en-US" altLang="ko-K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NanumSquareOTF ExtraBold" panose="020B0600000101010101" pitchFamily="34" charset="-127"/>
                <a:cs typeface="Pretendard ExtraBold" panose="02000503000000020004" pitchFamily="2" charset="-127"/>
              </a:rPr>
              <a:t>4. Mamba Structure</a:t>
            </a:r>
          </a:p>
        </p:txBody>
      </p:sp>
      <p:sp>
        <p:nvSpPr>
          <p:cNvPr id="9" name="자유형 8">
            <a:extLst>
              <a:ext uri="{FF2B5EF4-FFF2-40B4-BE49-F238E27FC236}">
                <a16:creationId xmlns:a16="http://schemas.microsoft.com/office/drawing/2014/main" id="{161A04EA-0CEA-2E7D-E4E1-6AC06B030FB6}"/>
              </a:ext>
            </a:extLst>
          </p:cNvPr>
          <p:cNvSpPr/>
          <p:nvPr/>
        </p:nvSpPr>
        <p:spPr>
          <a:xfrm>
            <a:off x="3553012" y="2142876"/>
            <a:ext cx="1250877" cy="3792936"/>
          </a:xfrm>
          <a:custGeom>
            <a:avLst/>
            <a:gdLst>
              <a:gd name="connsiteX0" fmla="*/ 6137 w 810072"/>
              <a:gd name="connsiteY0" fmla="*/ 0 h 3037772"/>
              <a:gd name="connsiteX1" fmla="*/ 810072 w 810072"/>
              <a:gd name="connsiteY1" fmla="*/ 1920854 h 3037772"/>
              <a:gd name="connsiteX2" fmla="*/ 810072 w 810072"/>
              <a:gd name="connsiteY2" fmla="*/ 2534545 h 3037772"/>
              <a:gd name="connsiteX3" fmla="*/ 0 w 810072"/>
              <a:gd name="connsiteY3" fmla="*/ 3037772 h 3037772"/>
              <a:gd name="connsiteX4" fmla="*/ 6137 w 810072"/>
              <a:gd name="connsiteY4" fmla="*/ 0 h 3037772"/>
              <a:gd name="connsiteX0" fmla="*/ 6137 w 810072"/>
              <a:gd name="connsiteY0" fmla="*/ 0 h 2972593"/>
              <a:gd name="connsiteX1" fmla="*/ 810072 w 810072"/>
              <a:gd name="connsiteY1" fmla="*/ 1920854 h 2972593"/>
              <a:gd name="connsiteX2" fmla="*/ 810072 w 810072"/>
              <a:gd name="connsiteY2" fmla="*/ 2534545 h 2972593"/>
              <a:gd name="connsiteX3" fmla="*/ 0 w 810072"/>
              <a:gd name="connsiteY3" fmla="*/ 2972593 h 2972593"/>
              <a:gd name="connsiteX4" fmla="*/ 6137 w 810072"/>
              <a:gd name="connsiteY4" fmla="*/ 0 h 2972593"/>
              <a:gd name="connsiteX0" fmla="*/ 6137 w 810072"/>
              <a:gd name="connsiteY0" fmla="*/ 0 h 2979836"/>
              <a:gd name="connsiteX1" fmla="*/ 810072 w 810072"/>
              <a:gd name="connsiteY1" fmla="*/ 1920854 h 2979836"/>
              <a:gd name="connsiteX2" fmla="*/ 810072 w 810072"/>
              <a:gd name="connsiteY2" fmla="*/ 2534545 h 2979836"/>
              <a:gd name="connsiteX3" fmla="*/ 0 w 810072"/>
              <a:gd name="connsiteY3" fmla="*/ 2979836 h 2979836"/>
              <a:gd name="connsiteX4" fmla="*/ 6137 w 810072"/>
              <a:gd name="connsiteY4" fmla="*/ 0 h 2979836"/>
              <a:gd name="connsiteX0" fmla="*/ 6137 w 810072"/>
              <a:gd name="connsiteY0" fmla="*/ 0 h 2979836"/>
              <a:gd name="connsiteX1" fmla="*/ 810072 w 810072"/>
              <a:gd name="connsiteY1" fmla="*/ 1920854 h 2979836"/>
              <a:gd name="connsiteX2" fmla="*/ 810072 w 810072"/>
              <a:gd name="connsiteY2" fmla="*/ 2498334 h 2979836"/>
              <a:gd name="connsiteX3" fmla="*/ 0 w 810072"/>
              <a:gd name="connsiteY3" fmla="*/ 2979836 h 2979836"/>
              <a:gd name="connsiteX4" fmla="*/ 6137 w 810072"/>
              <a:gd name="connsiteY4" fmla="*/ 0 h 2979836"/>
              <a:gd name="connsiteX0" fmla="*/ 6137 w 810072"/>
              <a:gd name="connsiteY0" fmla="*/ 0 h 2979836"/>
              <a:gd name="connsiteX1" fmla="*/ 810072 w 810072"/>
              <a:gd name="connsiteY1" fmla="*/ 1899129 h 2979836"/>
              <a:gd name="connsiteX2" fmla="*/ 810072 w 810072"/>
              <a:gd name="connsiteY2" fmla="*/ 2498334 h 2979836"/>
              <a:gd name="connsiteX3" fmla="*/ 0 w 810072"/>
              <a:gd name="connsiteY3" fmla="*/ 2979836 h 2979836"/>
              <a:gd name="connsiteX4" fmla="*/ 6137 w 810072"/>
              <a:gd name="connsiteY4" fmla="*/ 0 h 2979836"/>
              <a:gd name="connsiteX0" fmla="*/ 6137 w 810072"/>
              <a:gd name="connsiteY0" fmla="*/ 0 h 3000552"/>
              <a:gd name="connsiteX1" fmla="*/ 810072 w 810072"/>
              <a:gd name="connsiteY1" fmla="*/ 1899129 h 3000552"/>
              <a:gd name="connsiteX2" fmla="*/ 810072 w 810072"/>
              <a:gd name="connsiteY2" fmla="*/ 2498334 h 3000552"/>
              <a:gd name="connsiteX3" fmla="*/ 0 w 810072"/>
              <a:gd name="connsiteY3" fmla="*/ 3000552 h 3000552"/>
              <a:gd name="connsiteX4" fmla="*/ 6137 w 810072"/>
              <a:gd name="connsiteY4" fmla="*/ 0 h 3000552"/>
              <a:gd name="connsiteX0" fmla="*/ 145 w 826305"/>
              <a:gd name="connsiteY0" fmla="*/ 0 h 3251082"/>
              <a:gd name="connsiteX1" fmla="*/ 826305 w 826305"/>
              <a:gd name="connsiteY1" fmla="*/ 2149659 h 3251082"/>
              <a:gd name="connsiteX2" fmla="*/ 826305 w 826305"/>
              <a:gd name="connsiteY2" fmla="*/ 2748864 h 3251082"/>
              <a:gd name="connsiteX3" fmla="*/ 16233 w 826305"/>
              <a:gd name="connsiteY3" fmla="*/ 3251082 h 3251082"/>
              <a:gd name="connsiteX4" fmla="*/ 145 w 826305"/>
              <a:gd name="connsiteY4" fmla="*/ 0 h 3251082"/>
              <a:gd name="connsiteX0" fmla="*/ 12487 w 810072"/>
              <a:gd name="connsiteY0" fmla="*/ 0 h 3176851"/>
              <a:gd name="connsiteX1" fmla="*/ 810072 w 810072"/>
              <a:gd name="connsiteY1" fmla="*/ 2075428 h 3176851"/>
              <a:gd name="connsiteX2" fmla="*/ 810072 w 810072"/>
              <a:gd name="connsiteY2" fmla="*/ 2674633 h 3176851"/>
              <a:gd name="connsiteX3" fmla="*/ 0 w 810072"/>
              <a:gd name="connsiteY3" fmla="*/ 3176851 h 3176851"/>
              <a:gd name="connsiteX4" fmla="*/ 12487 w 810072"/>
              <a:gd name="connsiteY4" fmla="*/ 0 h 3176851"/>
              <a:gd name="connsiteX0" fmla="*/ 145837 w 943422"/>
              <a:gd name="connsiteY0" fmla="*/ 0 h 3074783"/>
              <a:gd name="connsiteX1" fmla="*/ 943422 w 943422"/>
              <a:gd name="connsiteY1" fmla="*/ 2075428 h 3074783"/>
              <a:gd name="connsiteX2" fmla="*/ 943422 w 943422"/>
              <a:gd name="connsiteY2" fmla="*/ 2674633 h 3074783"/>
              <a:gd name="connsiteX3" fmla="*/ 0 w 943422"/>
              <a:gd name="connsiteY3" fmla="*/ 3074783 h 3074783"/>
              <a:gd name="connsiteX4" fmla="*/ 145837 w 943422"/>
              <a:gd name="connsiteY4" fmla="*/ 0 h 3074783"/>
              <a:gd name="connsiteX0" fmla="*/ 60112 w 857697"/>
              <a:gd name="connsiteY0" fmla="*/ 0 h 3037667"/>
              <a:gd name="connsiteX1" fmla="*/ 857697 w 857697"/>
              <a:gd name="connsiteY1" fmla="*/ 2075428 h 3037667"/>
              <a:gd name="connsiteX2" fmla="*/ 857697 w 857697"/>
              <a:gd name="connsiteY2" fmla="*/ 2674633 h 3037667"/>
              <a:gd name="connsiteX3" fmla="*/ 0 w 857697"/>
              <a:gd name="connsiteY3" fmla="*/ 3037667 h 3037667"/>
              <a:gd name="connsiteX4" fmla="*/ 60112 w 857697"/>
              <a:gd name="connsiteY4" fmla="*/ 0 h 3037667"/>
              <a:gd name="connsiteX0" fmla="*/ 12487 w 857697"/>
              <a:gd name="connsiteY0" fmla="*/ 0 h 3161385"/>
              <a:gd name="connsiteX1" fmla="*/ 857697 w 857697"/>
              <a:gd name="connsiteY1" fmla="*/ 2199146 h 3161385"/>
              <a:gd name="connsiteX2" fmla="*/ 857697 w 857697"/>
              <a:gd name="connsiteY2" fmla="*/ 2798351 h 3161385"/>
              <a:gd name="connsiteX3" fmla="*/ 0 w 857697"/>
              <a:gd name="connsiteY3" fmla="*/ 3161385 h 3161385"/>
              <a:gd name="connsiteX4" fmla="*/ 12487 w 857697"/>
              <a:gd name="connsiteY4" fmla="*/ 0 h 3161385"/>
              <a:gd name="connsiteX0" fmla="*/ 50587 w 857697"/>
              <a:gd name="connsiteY0" fmla="*/ 0 h 3065503"/>
              <a:gd name="connsiteX1" fmla="*/ 857697 w 857697"/>
              <a:gd name="connsiteY1" fmla="*/ 2103264 h 3065503"/>
              <a:gd name="connsiteX2" fmla="*/ 857697 w 857697"/>
              <a:gd name="connsiteY2" fmla="*/ 2702469 h 3065503"/>
              <a:gd name="connsiteX3" fmla="*/ 0 w 857697"/>
              <a:gd name="connsiteY3" fmla="*/ 3065503 h 3065503"/>
              <a:gd name="connsiteX4" fmla="*/ 50587 w 857697"/>
              <a:gd name="connsiteY4" fmla="*/ 0 h 3065503"/>
              <a:gd name="connsiteX0" fmla="*/ 22 w 990012"/>
              <a:gd name="connsiteY0" fmla="*/ 0 h 2879331"/>
              <a:gd name="connsiteX1" fmla="*/ 990012 w 990012"/>
              <a:gd name="connsiteY1" fmla="*/ 1917092 h 2879331"/>
              <a:gd name="connsiteX2" fmla="*/ 990012 w 990012"/>
              <a:gd name="connsiteY2" fmla="*/ 2516297 h 2879331"/>
              <a:gd name="connsiteX3" fmla="*/ 132315 w 990012"/>
              <a:gd name="connsiteY3" fmla="*/ 2879331 h 2879331"/>
              <a:gd name="connsiteX4" fmla="*/ 22 w 990012"/>
              <a:gd name="connsiteY4" fmla="*/ 0 h 2879331"/>
              <a:gd name="connsiteX0" fmla="*/ 167 w 871285"/>
              <a:gd name="connsiteY0" fmla="*/ 0 h 3227178"/>
              <a:gd name="connsiteX1" fmla="*/ 871285 w 871285"/>
              <a:gd name="connsiteY1" fmla="*/ 2264939 h 3227178"/>
              <a:gd name="connsiteX2" fmla="*/ 871285 w 871285"/>
              <a:gd name="connsiteY2" fmla="*/ 2864144 h 3227178"/>
              <a:gd name="connsiteX3" fmla="*/ 13588 w 871285"/>
              <a:gd name="connsiteY3" fmla="*/ 3227178 h 3227178"/>
              <a:gd name="connsiteX4" fmla="*/ 167 w 871285"/>
              <a:gd name="connsiteY4" fmla="*/ 0 h 3227178"/>
              <a:gd name="connsiteX0" fmla="*/ 53254 w 857697"/>
              <a:gd name="connsiteY0" fmla="*/ 0 h 3053663"/>
              <a:gd name="connsiteX1" fmla="*/ 857697 w 857697"/>
              <a:gd name="connsiteY1" fmla="*/ 2091424 h 3053663"/>
              <a:gd name="connsiteX2" fmla="*/ 857697 w 857697"/>
              <a:gd name="connsiteY2" fmla="*/ 2690629 h 3053663"/>
              <a:gd name="connsiteX3" fmla="*/ 0 w 857697"/>
              <a:gd name="connsiteY3" fmla="*/ 3053663 h 3053663"/>
              <a:gd name="connsiteX4" fmla="*/ 53254 w 857697"/>
              <a:gd name="connsiteY4" fmla="*/ 0 h 3053663"/>
              <a:gd name="connsiteX0" fmla="*/ 53254 w 857697"/>
              <a:gd name="connsiteY0" fmla="*/ 0 h 3053663"/>
              <a:gd name="connsiteX1" fmla="*/ 857697 w 857697"/>
              <a:gd name="connsiteY1" fmla="*/ 2091424 h 3053663"/>
              <a:gd name="connsiteX2" fmla="*/ 857697 w 857697"/>
              <a:gd name="connsiteY2" fmla="*/ 2690629 h 3053663"/>
              <a:gd name="connsiteX3" fmla="*/ 0 w 857697"/>
              <a:gd name="connsiteY3" fmla="*/ 3053663 h 3053663"/>
              <a:gd name="connsiteX4" fmla="*/ 53254 w 857697"/>
              <a:gd name="connsiteY4" fmla="*/ 0 h 3053663"/>
              <a:gd name="connsiteX0" fmla="*/ 53254 w 857697"/>
              <a:gd name="connsiteY0" fmla="*/ 0 h 3053663"/>
              <a:gd name="connsiteX1" fmla="*/ 857697 w 857697"/>
              <a:gd name="connsiteY1" fmla="*/ 2091424 h 3053663"/>
              <a:gd name="connsiteX2" fmla="*/ 857697 w 857697"/>
              <a:gd name="connsiteY2" fmla="*/ 2690629 h 3053663"/>
              <a:gd name="connsiteX3" fmla="*/ 0 w 857697"/>
              <a:gd name="connsiteY3" fmla="*/ 3053663 h 3053663"/>
              <a:gd name="connsiteX4" fmla="*/ 53254 w 857697"/>
              <a:gd name="connsiteY4" fmla="*/ 0 h 3053663"/>
              <a:gd name="connsiteX0" fmla="*/ 53254 w 857697"/>
              <a:gd name="connsiteY0" fmla="*/ 0 h 3053663"/>
              <a:gd name="connsiteX1" fmla="*/ 857697 w 857697"/>
              <a:gd name="connsiteY1" fmla="*/ 2091424 h 3053663"/>
              <a:gd name="connsiteX2" fmla="*/ 857697 w 857697"/>
              <a:gd name="connsiteY2" fmla="*/ 2690629 h 3053663"/>
              <a:gd name="connsiteX3" fmla="*/ 0 w 857697"/>
              <a:gd name="connsiteY3" fmla="*/ 3053663 h 3053663"/>
              <a:gd name="connsiteX4" fmla="*/ 53254 w 857697"/>
              <a:gd name="connsiteY4" fmla="*/ 0 h 3053663"/>
              <a:gd name="connsiteX0" fmla="*/ 53254 w 857697"/>
              <a:gd name="connsiteY0" fmla="*/ 0 h 3053663"/>
              <a:gd name="connsiteX1" fmla="*/ 857697 w 857697"/>
              <a:gd name="connsiteY1" fmla="*/ 2091424 h 3053663"/>
              <a:gd name="connsiteX2" fmla="*/ 857697 w 857697"/>
              <a:gd name="connsiteY2" fmla="*/ 2690629 h 3053663"/>
              <a:gd name="connsiteX3" fmla="*/ 0 w 857697"/>
              <a:gd name="connsiteY3" fmla="*/ 3053663 h 3053663"/>
              <a:gd name="connsiteX4" fmla="*/ 53254 w 857697"/>
              <a:gd name="connsiteY4" fmla="*/ 0 h 3053663"/>
              <a:gd name="csX0" fmla="*/ 53254 w 1019109"/>
              <a:gd name="csY0" fmla="*/ 0 h 3053663"/>
              <a:gd name="csX1" fmla="*/ 1019109 w 1019109"/>
              <a:gd name="csY1" fmla="*/ 1047912 h 3053663"/>
              <a:gd name="csX2" fmla="*/ 857697 w 1019109"/>
              <a:gd name="csY2" fmla="*/ 2690629 h 3053663"/>
              <a:gd name="csX3" fmla="*/ 0 w 1019109"/>
              <a:gd name="csY3" fmla="*/ 3053663 h 3053663"/>
              <a:gd name="csX4" fmla="*/ 53254 w 1019109"/>
              <a:gd name="csY4" fmla="*/ 0 h 3053663"/>
              <a:gd name="csX0" fmla="*/ 53254 w 1033783"/>
              <a:gd name="csY0" fmla="*/ 0 h 3053663"/>
              <a:gd name="csX1" fmla="*/ 1019109 w 1033783"/>
              <a:gd name="csY1" fmla="*/ 1047912 h 3053663"/>
              <a:gd name="csX2" fmla="*/ 1033783 w 1033783"/>
              <a:gd name="csY2" fmla="*/ 1632823 h 3053663"/>
              <a:gd name="csX3" fmla="*/ 0 w 1033783"/>
              <a:gd name="csY3" fmla="*/ 3053663 h 3053663"/>
              <a:gd name="csX4" fmla="*/ 53254 w 1033783"/>
              <a:gd name="csY4" fmla="*/ 0 h 30536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33783" h="3053663">
                <a:moveTo>
                  <a:pt x="53254" y="0"/>
                </a:moveTo>
                <a:lnTo>
                  <a:pt x="1019109" y="1047912"/>
                </a:lnTo>
                <a:lnTo>
                  <a:pt x="1033783" y="1632823"/>
                </a:lnTo>
                <a:lnTo>
                  <a:pt x="0" y="3053663"/>
                </a:lnTo>
                <a:cubicBezTo>
                  <a:pt x="14746" y="2275828"/>
                  <a:pt x="35333" y="1026200"/>
                  <a:pt x="53254" y="0"/>
                </a:cubicBezTo>
                <a:close/>
              </a:path>
            </a:pathLst>
          </a:custGeom>
          <a:gradFill flip="none" rotWithShape="1">
            <a:gsLst>
              <a:gs pos="0">
                <a:srgbClr val="FFFFFF">
                  <a:lumMod val="95000"/>
                  <a:alpha val="20173"/>
                </a:srgbClr>
              </a:gs>
              <a:gs pos="97000">
                <a:srgbClr val="FFFFFF">
                  <a:lumMod val="95000"/>
                </a:srgbClr>
              </a:gs>
            </a:gsLst>
            <a:lin ang="10800000" scaled="1"/>
            <a:tileRect/>
          </a:gradFill>
          <a:ln w="1905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>
              <a:buClr>
                <a:srgbClr val="000000"/>
              </a:buClr>
            </a:pPr>
            <a:endParaRPr kumimoji="1" lang="ko-KR" altLang="en-US" sz="2000" kern="0" dirty="0">
              <a:solidFill>
                <a:srgbClr val="FFFFFF"/>
              </a:solidFill>
              <a:latin typeface="Arial"/>
              <a:ea typeface="맑은 고딕" panose="020B0503020000020004" pitchFamily="34" charset="-127"/>
              <a:sym typeface="Arial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1E5FC677-A3C5-E891-2909-4C9EBA28F387}"/>
              </a:ext>
            </a:extLst>
          </p:cNvPr>
          <p:cNvSpPr/>
          <p:nvPr/>
        </p:nvSpPr>
        <p:spPr>
          <a:xfrm>
            <a:off x="939114" y="2054487"/>
            <a:ext cx="2685860" cy="3889081"/>
          </a:xfrm>
          <a:prstGeom prst="roundRect">
            <a:avLst>
              <a:gd name="adj" fmla="val 5756"/>
            </a:avLst>
          </a:prstGeom>
          <a:solidFill>
            <a:srgbClr val="FFFFFF"/>
          </a:solidFill>
          <a:ln w="19050" cap="flat" cmpd="sng" algn="ctr">
            <a:solidFill>
              <a:srgbClr val="FFFFFF">
                <a:lumMod val="85000"/>
              </a:srgbClr>
            </a:solidFill>
            <a:prstDash val="sysDash"/>
          </a:ln>
          <a:effectLst/>
        </p:spPr>
        <p:txBody>
          <a:bodyPr lIns="0" tIns="0" rIns="0" bIns="0" rtlCol="0" anchor="ctr"/>
          <a:lstStyle/>
          <a:p>
            <a:pPr algn="ctr" defTabSz="914400">
              <a:buClr>
                <a:srgbClr val="000000"/>
              </a:buClr>
            </a:pPr>
            <a:endParaRPr kumimoji="1" lang="ko-KR" altLang="en-US" sz="2000" kern="0" dirty="0">
              <a:solidFill>
                <a:srgbClr val="FFFFFF"/>
              </a:solidFill>
              <a:latin typeface="Arial"/>
              <a:ea typeface="맑은 고딕" panose="020B0503020000020004" pitchFamily="34" charset="-127"/>
              <a:sym typeface="Arial"/>
            </a:endParaRPr>
          </a:p>
        </p:txBody>
      </p:sp>
      <p:cxnSp>
        <p:nvCxnSpPr>
          <p:cNvPr id="28" name="Google Shape;381;p22">
            <a:extLst>
              <a:ext uri="{FF2B5EF4-FFF2-40B4-BE49-F238E27FC236}">
                <a16:creationId xmlns:a16="http://schemas.microsoft.com/office/drawing/2014/main" id="{5ED6B7C0-567A-6DAA-FC76-433970E06999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2391022" y="2183613"/>
            <a:ext cx="0" cy="30492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805504F8-7380-4367-8876-FE20335244C8}"/>
              </a:ext>
            </a:extLst>
          </p:cNvPr>
          <p:cNvGrpSpPr/>
          <p:nvPr/>
        </p:nvGrpSpPr>
        <p:grpSpPr>
          <a:xfrm>
            <a:off x="4727720" y="1995055"/>
            <a:ext cx="2472557" cy="3997043"/>
            <a:chOff x="4727720" y="1995055"/>
            <a:chExt cx="2472557" cy="3997043"/>
          </a:xfrm>
        </p:grpSpPr>
        <p:cxnSp>
          <p:nvCxnSpPr>
            <p:cNvPr id="41" name="Google Shape;381;p22">
              <a:extLst>
                <a:ext uri="{FF2B5EF4-FFF2-40B4-BE49-F238E27FC236}">
                  <a16:creationId xmlns:a16="http://schemas.microsoft.com/office/drawing/2014/main" id="{3B33B113-99BF-E703-9AAE-91512631CFBC}"/>
                </a:ext>
              </a:extLst>
            </p:cNvPr>
            <p:cNvCxnSpPr>
              <a:cxnSpLocks/>
              <a:stCxn id="58" idx="2"/>
              <a:endCxn id="48" idx="2"/>
            </p:cNvCxnSpPr>
            <p:nvPr/>
          </p:nvCxnSpPr>
          <p:spPr>
            <a:xfrm flipV="1">
              <a:off x="5556357" y="4163478"/>
              <a:ext cx="4614" cy="314139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2" name="Google Shape;382;p22">
              <a:extLst>
                <a:ext uri="{FF2B5EF4-FFF2-40B4-BE49-F238E27FC236}">
                  <a16:creationId xmlns:a16="http://schemas.microsoft.com/office/drawing/2014/main" id="{9812B724-E863-EEBC-687D-ED6A9D5B0C3A}"/>
                </a:ext>
              </a:extLst>
            </p:cNvPr>
            <p:cNvCxnSpPr>
              <a:cxnSpLocks/>
              <a:stCxn id="56" idx="2"/>
              <a:endCxn id="60" idx="4"/>
            </p:cNvCxnSpPr>
            <p:nvPr/>
          </p:nvCxnSpPr>
          <p:spPr>
            <a:xfrm rot="16200000" flipV="1">
              <a:off x="6408182" y="4202892"/>
              <a:ext cx="549427" cy="1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3" name="Google Shape;380;p22">
              <a:extLst>
                <a:ext uri="{FF2B5EF4-FFF2-40B4-BE49-F238E27FC236}">
                  <a16:creationId xmlns:a16="http://schemas.microsoft.com/office/drawing/2014/main" id="{B858404C-6FA0-3AC1-C1DE-224A604EE0B8}"/>
                </a:ext>
              </a:extLst>
            </p:cNvPr>
            <p:cNvSpPr/>
            <p:nvPr/>
          </p:nvSpPr>
          <p:spPr>
            <a:xfrm>
              <a:off x="4802433" y="2358771"/>
              <a:ext cx="1515000" cy="370260"/>
            </a:xfrm>
            <a:prstGeom prst="trapezoid">
              <a:avLst>
                <a:gd name="adj" fmla="val 57673"/>
              </a:avLst>
            </a:prstGeom>
            <a:solidFill>
              <a:srgbClr val="FFEAEA"/>
            </a:solidFill>
            <a:ln w="1587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latinLnBrk="0">
                <a:buClr>
                  <a:srgbClr val="000000"/>
                </a:buClr>
                <a:buFont typeface="Arial"/>
                <a:buNone/>
              </a:pPr>
              <a:r>
                <a:rPr lang="en" kern="0" dirty="0">
                  <a:solidFill>
                    <a:srgbClr val="666666"/>
                  </a:solidFill>
                  <a:latin typeface="Arial"/>
                  <a:cs typeface="Arial"/>
                  <a:sym typeface="Arial"/>
                </a:rPr>
                <a:t>Linear</a:t>
              </a:r>
              <a:endParaRPr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" name="Google Shape;348;p22">
              <a:extLst>
                <a:ext uri="{FF2B5EF4-FFF2-40B4-BE49-F238E27FC236}">
                  <a16:creationId xmlns:a16="http://schemas.microsoft.com/office/drawing/2014/main" id="{58894260-1F4B-C1D7-7D55-DAEBA51DA539}"/>
                </a:ext>
              </a:extLst>
            </p:cNvPr>
            <p:cNvSpPr/>
            <p:nvPr/>
          </p:nvSpPr>
          <p:spPr>
            <a:xfrm>
              <a:off x="5444653" y="2921118"/>
              <a:ext cx="232636" cy="23482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endParaRPr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45" name="Google Shape;381;p22">
              <a:extLst>
                <a:ext uri="{FF2B5EF4-FFF2-40B4-BE49-F238E27FC236}">
                  <a16:creationId xmlns:a16="http://schemas.microsoft.com/office/drawing/2014/main" id="{A577F950-E1FC-B007-27A1-A5937067677C}"/>
                </a:ext>
              </a:extLst>
            </p:cNvPr>
            <p:cNvCxnSpPr>
              <a:cxnSpLocks/>
              <a:stCxn id="44" idx="0"/>
              <a:endCxn id="43" idx="2"/>
            </p:cNvCxnSpPr>
            <p:nvPr/>
          </p:nvCxnSpPr>
          <p:spPr>
            <a:xfrm flipH="1" flipV="1">
              <a:off x="5559933" y="2729031"/>
              <a:ext cx="1038" cy="192087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5E2BE010-557A-8D28-96D4-3B80D6EFD98A}"/>
                </a:ext>
              </a:extLst>
            </p:cNvPr>
            <p:cNvGrpSpPr/>
            <p:nvPr/>
          </p:nvGrpSpPr>
          <p:grpSpPr>
            <a:xfrm>
              <a:off x="6554944" y="3654996"/>
              <a:ext cx="255900" cy="276998"/>
              <a:chOff x="6036135" y="13895511"/>
              <a:chExt cx="192261" cy="208113"/>
            </a:xfrm>
          </p:grpSpPr>
          <p:sp>
            <p:nvSpPr>
              <p:cNvPr id="60" name="Google Shape;348;p22">
                <a:extLst>
                  <a:ext uri="{FF2B5EF4-FFF2-40B4-BE49-F238E27FC236}">
                    <a16:creationId xmlns:a16="http://schemas.microsoft.com/office/drawing/2014/main" id="{9AD0ECFA-DA90-C508-D2C6-95AB72B6698D}"/>
                  </a:ext>
                </a:extLst>
              </p:cNvPr>
              <p:cNvSpPr/>
              <p:nvPr/>
            </p:nvSpPr>
            <p:spPr>
              <a:xfrm>
                <a:off x="6036135" y="13906693"/>
                <a:ext cx="192261" cy="194065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algn="ctr" defTabSz="914400">
                  <a:buClr>
                    <a:srgbClr val="000000"/>
                  </a:buClr>
                </a:pPr>
                <a:endParaRPr kern="0" dirty="0">
                  <a:solidFill>
                    <a:srgbClr val="666666"/>
                  </a:solidFill>
                  <a:latin typeface="Arial"/>
                  <a:cs typeface="Arial"/>
                  <a:sym typeface="Arial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58A9AF3B-80E9-220A-0FDD-B2032FF38863}"/>
                      </a:ext>
                    </a:extLst>
                  </p:cNvPr>
                  <p:cNvSpPr txBox="1"/>
                  <p:nvPr/>
                </p:nvSpPr>
                <p:spPr>
                  <a:xfrm>
                    <a:off x="6057463" y="13895511"/>
                    <a:ext cx="149605" cy="20811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spAutoFit/>
                  </a:bodyPr>
                  <a:lstStyle/>
                  <a:p>
                    <a:pPr defTabSz="914400">
                      <a:buClr>
                        <a:srgbClr val="000000"/>
                      </a:buClr>
                    </a:pPr>
                    <a14:m>
                      <m:oMathPara xmlns:m="http://schemas.openxmlformats.org/officeDocument/2006/math">
                        <m:oMath>
                          <m:r>
                            <m:rPr>
                              <m:sty m:val="p"/>
                            </m:rPr>
                            <a:rPr kumimoji="1" lang="en-US" altLang="ko-KR" kern="0">
                              <a:solidFill>
                                <a:srgbClr val="595959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σ</m:t>
                          </m:r>
                        </m:oMath>
                      </m:oMathPara>
                    </a14:m>
                    <a:endParaRPr kumimoji="1" lang="en-US" altLang="ko-KR" kern="0" dirty="0">
                      <a:solidFill>
                        <a:srgbClr val="595959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mc:Choice>
            <mc:Fallback xmlns="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58A9AF3B-80E9-220A-0FDD-B2032FF3886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7463" y="13895511"/>
                    <a:ext cx="149605" cy="208113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1765" r="-5882" b="-4545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7" name="Google Shape;382;p22">
              <a:extLst>
                <a:ext uri="{FF2B5EF4-FFF2-40B4-BE49-F238E27FC236}">
                  <a16:creationId xmlns:a16="http://schemas.microsoft.com/office/drawing/2014/main" id="{EB54C7AA-B96F-203D-90F9-27DA667AD75D}"/>
                </a:ext>
              </a:extLst>
            </p:cNvPr>
            <p:cNvCxnSpPr>
              <a:cxnSpLocks/>
              <a:stCxn id="60" idx="0"/>
              <a:endCxn id="44" idx="6"/>
            </p:cNvCxnSpPr>
            <p:nvPr/>
          </p:nvCxnSpPr>
          <p:spPr>
            <a:xfrm rot="16200000" flipV="1">
              <a:off x="5864417" y="2851401"/>
              <a:ext cx="631351" cy="1005605"/>
            </a:xfrm>
            <a:prstGeom prst="bentConnector2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8" name="Google Shape;380;p22">
              <a:extLst>
                <a:ext uri="{FF2B5EF4-FFF2-40B4-BE49-F238E27FC236}">
                  <a16:creationId xmlns:a16="http://schemas.microsoft.com/office/drawing/2014/main" id="{E60BD617-902E-8183-E9E3-F67D002F7BBE}"/>
                </a:ext>
              </a:extLst>
            </p:cNvPr>
            <p:cNvSpPr/>
            <p:nvPr/>
          </p:nvSpPr>
          <p:spPr>
            <a:xfrm>
              <a:off x="4727720" y="3424666"/>
              <a:ext cx="1666500" cy="738812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D1F2FB"/>
                </a:gs>
                <a:gs pos="50000">
                  <a:srgbClr val="EBF5DD"/>
                </a:gs>
                <a:gs pos="100000">
                  <a:srgbClr val="FFAB40">
                    <a:lumMod val="40000"/>
                    <a:lumOff val="60000"/>
                  </a:srgbClr>
                </a:gs>
              </a:gsLst>
              <a:lin ang="18900000" scaled="0"/>
            </a:gradFill>
            <a:ln w="1905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r>
                <a:rPr lang="en" altLang="ko-KR" kern="0" dirty="0">
                  <a:solidFill>
                    <a:srgbClr val="666666"/>
                  </a:solidFill>
                  <a:latin typeface="Arial"/>
                  <a:cs typeface="Arial"/>
                  <a:sym typeface="Arial"/>
                </a:rPr>
                <a:t>Selective SSM</a:t>
              </a:r>
            </a:p>
          </p:txBody>
        </p:sp>
        <p:cxnSp>
          <p:nvCxnSpPr>
            <p:cNvPr id="49" name="Google Shape;381;p22">
              <a:extLst>
                <a:ext uri="{FF2B5EF4-FFF2-40B4-BE49-F238E27FC236}">
                  <a16:creationId xmlns:a16="http://schemas.microsoft.com/office/drawing/2014/main" id="{B23DDEE8-DF59-1430-939A-B96AC2115EEC}"/>
                </a:ext>
              </a:extLst>
            </p:cNvPr>
            <p:cNvCxnSpPr>
              <a:cxnSpLocks/>
              <a:stCxn id="48" idx="0"/>
              <a:endCxn id="44" idx="4"/>
            </p:cNvCxnSpPr>
            <p:nvPr/>
          </p:nvCxnSpPr>
          <p:spPr>
            <a:xfrm flipV="1">
              <a:off x="5560970" y="3155938"/>
              <a:ext cx="1" cy="268728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0" name="Google Shape;381;p22">
              <a:extLst>
                <a:ext uri="{FF2B5EF4-FFF2-40B4-BE49-F238E27FC236}">
                  <a16:creationId xmlns:a16="http://schemas.microsoft.com/office/drawing/2014/main" id="{CAE0E958-5CF3-FC1D-FA9F-92F0ECBAA3BF}"/>
                </a:ext>
              </a:extLst>
            </p:cNvPr>
            <p:cNvCxnSpPr>
              <a:cxnSpLocks/>
              <a:stCxn id="43" idx="0"/>
            </p:cNvCxnSpPr>
            <p:nvPr/>
          </p:nvCxnSpPr>
          <p:spPr>
            <a:xfrm flipV="1">
              <a:off x="5559933" y="1995055"/>
              <a:ext cx="0" cy="363716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1" name="Google Shape;381;p22">
              <a:extLst>
                <a:ext uri="{FF2B5EF4-FFF2-40B4-BE49-F238E27FC236}">
                  <a16:creationId xmlns:a16="http://schemas.microsoft.com/office/drawing/2014/main" id="{0F8C8CE9-8063-9D65-11AE-6416C32B7DF7}"/>
                </a:ext>
              </a:extLst>
            </p:cNvPr>
            <p:cNvCxnSpPr>
              <a:cxnSpLocks/>
              <a:endCxn id="58" idx="0"/>
            </p:cNvCxnSpPr>
            <p:nvPr/>
          </p:nvCxnSpPr>
          <p:spPr>
            <a:xfrm flipV="1">
              <a:off x="5556356" y="4806513"/>
              <a:ext cx="1" cy="1185582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2" name="Google Shape;382;p22">
              <a:extLst>
                <a:ext uri="{FF2B5EF4-FFF2-40B4-BE49-F238E27FC236}">
                  <a16:creationId xmlns:a16="http://schemas.microsoft.com/office/drawing/2014/main" id="{572ABDFF-AD9A-85F1-8B89-0E450D8864E8}"/>
                </a:ext>
              </a:extLst>
            </p:cNvPr>
            <p:cNvCxnSpPr>
              <a:cxnSpLocks/>
              <a:endCxn id="56" idx="0"/>
            </p:cNvCxnSpPr>
            <p:nvPr/>
          </p:nvCxnSpPr>
          <p:spPr>
            <a:xfrm rot="5400000" flipH="1" flipV="1">
              <a:off x="5526829" y="4836032"/>
              <a:ext cx="1185595" cy="1126538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8D746371-250D-8C5F-9F82-40ACD813D1F2}"/>
                </a:ext>
              </a:extLst>
            </p:cNvPr>
            <p:cNvGrpSpPr/>
            <p:nvPr/>
          </p:nvGrpSpPr>
          <p:grpSpPr>
            <a:xfrm>
              <a:off x="5038976" y="4477604"/>
              <a:ext cx="1034764" cy="328897"/>
              <a:chOff x="5070910" y="15991812"/>
              <a:chExt cx="855177" cy="246054"/>
            </a:xfrm>
          </p:grpSpPr>
          <p:sp>
            <p:nvSpPr>
              <p:cNvPr id="58" name="Google Shape;380;p22">
                <a:extLst>
                  <a:ext uri="{FF2B5EF4-FFF2-40B4-BE49-F238E27FC236}">
                    <a16:creationId xmlns:a16="http://schemas.microsoft.com/office/drawing/2014/main" id="{7B245956-B075-ED89-843C-FE2B3E59B493}"/>
                  </a:ext>
                </a:extLst>
              </p:cNvPr>
              <p:cNvSpPr/>
              <p:nvPr/>
            </p:nvSpPr>
            <p:spPr>
              <a:xfrm rot="10800000">
                <a:off x="5070910" y="15991812"/>
                <a:ext cx="855177" cy="246054"/>
              </a:xfrm>
              <a:prstGeom prst="trapezoid">
                <a:avLst>
                  <a:gd name="adj" fmla="val 50748"/>
                </a:avLst>
              </a:prstGeom>
              <a:solidFill>
                <a:srgbClr val="FFEAEA"/>
              </a:solidFill>
              <a:ln w="1587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spcFirstLastPara="1" wrap="square" lIns="0" tIns="0" rIns="0" bIns="0" anchor="ctr" anchorCtr="0">
                <a:noAutofit/>
                <a:flatTx/>
              </a:bodyPr>
              <a:lstStyle/>
              <a:p>
                <a:pPr algn="ctr" latinLnBrk="0">
                  <a:buClr>
                    <a:srgbClr val="000000"/>
                  </a:buClr>
                  <a:buFont typeface="Arial"/>
                  <a:buNone/>
                </a:pPr>
                <a:endParaRPr kern="0" dirty="0">
                  <a:solidFill>
                    <a:srgbClr val="666666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EE46131-CC8C-C017-A9BF-CF95CD9EA68B}"/>
                  </a:ext>
                </a:extLst>
              </p:cNvPr>
              <p:cNvSpPr txBox="1"/>
              <p:nvPr/>
            </p:nvSpPr>
            <p:spPr>
              <a:xfrm>
                <a:off x="5182566" y="16011224"/>
                <a:ext cx="633958" cy="20722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 latinLnBrk="0">
                  <a:buClr>
                    <a:srgbClr val="000000"/>
                  </a:buClr>
                  <a:buFont typeface="Arial"/>
                  <a:buNone/>
                  <a:defRPr/>
                </a:pPr>
                <a:r>
                  <a:rPr lang="en-US" altLang="ko-KR" kern="0" dirty="0">
                    <a:solidFill>
                      <a:srgbClr val="666666"/>
                    </a:solidFill>
                    <a:latin typeface="Arial"/>
                    <a:cs typeface="Arial"/>
                    <a:sym typeface="Arial"/>
                  </a:rPr>
                  <a:t>Linear</a:t>
                </a:r>
              </a:p>
            </p:txBody>
          </p:sp>
        </p:grpSp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6D6F957D-2E41-3DDE-25AC-0F9E7EB66E95}"/>
                </a:ext>
              </a:extLst>
            </p:cNvPr>
            <p:cNvGrpSpPr/>
            <p:nvPr/>
          </p:nvGrpSpPr>
          <p:grpSpPr>
            <a:xfrm>
              <a:off x="6165513" y="4477606"/>
              <a:ext cx="1034764" cy="328897"/>
              <a:chOff x="6001932" y="15991813"/>
              <a:chExt cx="855177" cy="246054"/>
            </a:xfrm>
          </p:grpSpPr>
          <p:sp>
            <p:nvSpPr>
              <p:cNvPr id="56" name="Google Shape;380;p22">
                <a:extLst>
                  <a:ext uri="{FF2B5EF4-FFF2-40B4-BE49-F238E27FC236}">
                    <a16:creationId xmlns:a16="http://schemas.microsoft.com/office/drawing/2014/main" id="{9E8AA9AA-A4A3-C6F2-D4B7-E00049A91076}"/>
                  </a:ext>
                </a:extLst>
              </p:cNvPr>
              <p:cNvSpPr/>
              <p:nvPr/>
            </p:nvSpPr>
            <p:spPr>
              <a:xfrm rot="10800000">
                <a:off x="6001932" y="15991813"/>
                <a:ext cx="855177" cy="246054"/>
              </a:xfrm>
              <a:prstGeom prst="trapezoid">
                <a:avLst>
                  <a:gd name="adj" fmla="val 50748"/>
                </a:avLst>
              </a:prstGeom>
              <a:solidFill>
                <a:srgbClr val="FFEAEA"/>
              </a:solidFill>
              <a:ln w="1587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spcFirstLastPara="1" wrap="square" lIns="0" tIns="0" rIns="0" bIns="0" anchor="ctr" anchorCtr="0">
                <a:noAutofit/>
                <a:flatTx/>
              </a:bodyPr>
              <a:lstStyle/>
              <a:p>
                <a:pPr algn="ctr" latinLnBrk="0">
                  <a:buClr>
                    <a:srgbClr val="000000"/>
                  </a:buClr>
                  <a:buFont typeface="Arial"/>
                  <a:buNone/>
                </a:pPr>
                <a:endParaRPr kern="0" dirty="0">
                  <a:solidFill>
                    <a:srgbClr val="666666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C0BFA05-C77D-0872-0E96-EB8B86888E15}"/>
                  </a:ext>
                </a:extLst>
              </p:cNvPr>
              <p:cNvSpPr txBox="1"/>
              <p:nvPr/>
            </p:nvSpPr>
            <p:spPr>
              <a:xfrm>
                <a:off x="6111495" y="16011223"/>
                <a:ext cx="633958" cy="20722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 latinLnBrk="0">
                  <a:buClr>
                    <a:srgbClr val="000000"/>
                  </a:buClr>
                  <a:buFont typeface="Arial"/>
                  <a:buNone/>
                  <a:defRPr/>
                </a:pPr>
                <a:r>
                  <a:rPr lang="en-US" altLang="ko-KR" kern="0" dirty="0">
                    <a:solidFill>
                      <a:srgbClr val="666666"/>
                    </a:solidFill>
                    <a:latin typeface="Arial"/>
                    <a:cs typeface="Arial"/>
                    <a:sym typeface="Arial"/>
                  </a:rPr>
                  <a:t>Linear</a:t>
                </a:r>
              </a:p>
            </p:txBody>
          </p:sp>
        </p:grpSp>
        <p:pic>
          <p:nvPicPr>
            <p:cNvPr id="55" name="Google Shape;347;p22" descr="+" title="MathEquation,#585858">
              <a:extLst>
                <a:ext uri="{FF2B5EF4-FFF2-40B4-BE49-F238E27FC236}">
                  <a16:creationId xmlns:a16="http://schemas.microsoft.com/office/drawing/2014/main" id="{96285021-2F14-D42D-3B8B-9BF69717ADF1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2700000">
              <a:off x="5456077" y="2935312"/>
              <a:ext cx="203544" cy="22231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486BD482-1070-8E4D-0E23-AD2751BE9B73}"/>
              </a:ext>
            </a:extLst>
          </p:cNvPr>
          <p:cNvGrpSpPr/>
          <p:nvPr/>
        </p:nvGrpSpPr>
        <p:grpSpPr>
          <a:xfrm>
            <a:off x="1227895" y="2488533"/>
            <a:ext cx="2085800" cy="3350252"/>
            <a:chOff x="1227895" y="2488533"/>
            <a:chExt cx="2085800" cy="3350252"/>
          </a:xfrm>
        </p:grpSpPr>
        <p:sp>
          <p:nvSpPr>
            <p:cNvPr id="12" name="Google Shape;380;p22">
              <a:extLst>
                <a:ext uri="{FF2B5EF4-FFF2-40B4-BE49-F238E27FC236}">
                  <a16:creationId xmlns:a16="http://schemas.microsoft.com/office/drawing/2014/main" id="{0924030C-73D1-BFF8-95A2-56A9AA4F2BCB}"/>
                </a:ext>
              </a:extLst>
            </p:cNvPr>
            <p:cNvSpPr/>
            <p:nvPr/>
          </p:nvSpPr>
          <p:spPr>
            <a:xfrm>
              <a:off x="1633522" y="5164701"/>
              <a:ext cx="1515000" cy="370260"/>
            </a:xfrm>
            <a:prstGeom prst="roundRect">
              <a:avLst>
                <a:gd name="adj" fmla="val 16667"/>
              </a:avLst>
            </a:prstGeom>
            <a:solidFill>
              <a:srgbClr val="E7F8FB"/>
            </a:solidFill>
            <a:ln w="1587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r>
                <a:rPr lang="en-US" kern="0" dirty="0">
                  <a:solidFill>
                    <a:srgbClr val="666666"/>
                  </a:solidFill>
                  <a:latin typeface="Arial"/>
                  <a:cs typeface="Arial"/>
                  <a:sym typeface="Arial"/>
                </a:rPr>
                <a:t>Conv1D</a:t>
              </a:r>
              <a:endParaRPr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13" name="Google Shape;381;p22">
              <a:extLst>
                <a:ext uri="{FF2B5EF4-FFF2-40B4-BE49-F238E27FC236}">
                  <a16:creationId xmlns:a16="http://schemas.microsoft.com/office/drawing/2014/main" id="{0FBFA51C-7833-E07F-CBC7-F4E7FAB1D382}"/>
                </a:ext>
              </a:extLst>
            </p:cNvPr>
            <p:cNvCxnSpPr>
              <a:cxnSpLocks/>
              <a:stCxn id="12" idx="0"/>
            </p:cNvCxnSpPr>
            <p:nvPr/>
          </p:nvCxnSpPr>
          <p:spPr>
            <a:xfrm flipV="1">
              <a:off x="2391022" y="4966379"/>
              <a:ext cx="2" cy="198322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7" name="Google Shape;380;p22">
              <a:extLst>
                <a:ext uri="{FF2B5EF4-FFF2-40B4-BE49-F238E27FC236}">
                  <a16:creationId xmlns:a16="http://schemas.microsoft.com/office/drawing/2014/main" id="{7614A829-4C4A-BF09-3CE2-346AA6BE0C5A}"/>
                </a:ext>
              </a:extLst>
            </p:cNvPr>
            <p:cNvSpPr/>
            <p:nvPr/>
          </p:nvSpPr>
          <p:spPr>
            <a:xfrm>
              <a:off x="1474447" y="2488533"/>
              <a:ext cx="1833150" cy="413820"/>
            </a:xfrm>
            <a:prstGeom prst="roundRect">
              <a:avLst>
                <a:gd name="adj" fmla="val 16667"/>
              </a:avLst>
            </a:prstGeom>
            <a:solidFill>
              <a:srgbClr val="FFAB40">
                <a:lumMod val="40000"/>
                <a:lumOff val="60000"/>
              </a:srgbClr>
            </a:solidFill>
            <a:ln w="1587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r>
                <a:rPr lang="en-US" kern="0" dirty="0">
                  <a:solidFill>
                    <a:srgbClr val="666666"/>
                  </a:solidFill>
                  <a:latin typeface="Arial"/>
                  <a:cs typeface="Arial"/>
                  <a:sym typeface="Arial"/>
                </a:rPr>
                <a:t>SSM</a:t>
              </a:r>
              <a:endParaRPr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" name="Google Shape;379;p22">
              <a:extLst>
                <a:ext uri="{FF2B5EF4-FFF2-40B4-BE49-F238E27FC236}">
                  <a16:creationId xmlns:a16="http://schemas.microsoft.com/office/drawing/2014/main" id="{CC5D4E09-CA93-95B9-E859-F696369597EE}"/>
                </a:ext>
              </a:extLst>
            </p:cNvPr>
            <p:cNvSpPr/>
            <p:nvPr/>
          </p:nvSpPr>
          <p:spPr>
            <a:xfrm>
              <a:off x="1579693" y="3256115"/>
              <a:ext cx="326809" cy="339125"/>
            </a:xfrm>
            <a:prstGeom prst="roundRect">
              <a:avLst>
                <a:gd name="adj" fmla="val 0"/>
              </a:avLst>
            </a:prstGeom>
            <a:solidFill>
              <a:srgbClr val="D8EDBA">
                <a:alpha val="49914"/>
              </a:srgbClr>
            </a:solidFill>
            <a:ln w="15875" cap="flat" cmpd="sng">
              <a:solidFill>
                <a:srgbClr val="83998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r>
                <a:rPr lang="el-GR" altLang="ko-KR" kern="0" dirty="0">
                  <a:ln w="3175">
                    <a:noFill/>
                  </a:ln>
                  <a:solidFill>
                    <a:srgbClr val="595959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/>
                </a:rPr>
                <a:t>Δ</a:t>
              </a:r>
            </a:p>
          </p:txBody>
        </p:sp>
        <p:sp>
          <p:nvSpPr>
            <p:cNvPr id="15" name="Google Shape;379;p22">
              <a:extLst>
                <a:ext uri="{FF2B5EF4-FFF2-40B4-BE49-F238E27FC236}">
                  <a16:creationId xmlns:a16="http://schemas.microsoft.com/office/drawing/2014/main" id="{2851AB1D-0974-A2C8-22CB-47C5BDDAFC1C}"/>
                </a:ext>
              </a:extLst>
            </p:cNvPr>
            <p:cNvSpPr/>
            <p:nvPr/>
          </p:nvSpPr>
          <p:spPr>
            <a:xfrm>
              <a:off x="1931491" y="3256115"/>
              <a:ext cx="326809" cy="339125"/>
            </a:xfrm>
            <a:prstGeom prst="roundRect">
              <a:avLst>
                <a:gd name="adj" fmla="val 0"/>
              </a:avLst>
            </a:prstGeom>
            <a:solidFill>
              <a:srgbClr val="D8EDBA">
                <a:alpha val="49914"/>
              </a:srgbClr>
            </a:solidFill>
            <a:ln w="15875" cap="flat" cmpd="sng">
              <a:solidFill>
                <a:srgbClr val="83998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r>
                <a:rPr lang="en" kern="0" dirty="0">
                  <a:ln w="3175">
                    <a:noFill/>
                  </a:ln>
                  <a:solidFill>
                    <a:srgbClr val="595959"/>
                  </a:solidFill>
                  <a:latin typeface="Arial"/>
                  <a:cs typeface="Arial"/>
                  <a:sym typeface="Arial"/>
                </a:rPr>
                <a:t>B</a:t>
              </a:r>
              <a:endParaRPr kern="0" dirty="0">
                <a:ln w="3175">
                  <a:noFill/>
                </a:ln>
                <a:solidFill>
                  <a:srgbClr val="595959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" name="Google Shape;379;p22">
              <a:extLst>
                <a:ext uri="{FF2B5EF4-FFF2-40B4-BE49-F238E27FC236}">
                  <a16:creationId xmlns:a16="http://schemas.microsoft.com/office/drawing/2014/main" id="{0DE20D4A-FD70-82F9-E49A-D6F036B2FE82}"/>
                </a:ext>
              </a:extLst>
            </p:cNvPr>
            <p:cNvSpPr/>
            <p:nvPr/>
          </p:nvSpPr>
          <p:spPr>
            <a:xfrm>
              <a:off x="2283289" y="3256115"/>
              <a:ext cx="326809" cy="339125"/>
            </a:xfrm>
            <a:prstGeom prst="roundRect">
              <a:avLst>
                <a:gd name="adj" fmla="val 0"/>
              </a:avLst>
            </a:prstGeom>
            <a:solidFill>
              <a:srgbClr val="D8EDBA">
                <a:alpha val="49914"/>
              </a:srgbClr>
            </a:solidFill>
            <a:ln w="15875" cap="flat" cmpd="sng">
              <a:solidFill>
                <a:srgbClr val="83998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r>
                <a:rPr lang="en" kern="0" dirty="0">
                  <a:ln w="3175">
                    <a:noFill/>
                  </a:ln>
                  <a:solidFill>
                    <a:srgbClr val="595959"/>
                  </a:solidFill>
                  <a:latin typeface="Arial"/>
                  <a:cs typeface="Arial"/>
                  <a:sym typeface="Arial"/>
                </a:rPr>
                <a:t>C</a:t>
              </a:r>
              <a:endParaRPr kern="0" dirty="0">
                <a:ln w="3175">
                  <a:noFill/>
                </a:ln>
                <a:solidFill>
                  <a:srgbClr val="595959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18" name="Google Shape;382;p22">
              <a:extLst>
                <a:ext uri="{FF2B5EF4-FFF2-40B4-BE49-F238E27FC236}">
                  <a16:creationId xmlns:a16="http://schemas.microsoft.com/office/drawing/2014/main" id="{826C441D-6217-4963-6264-629EE4B325ED}"/>
                </a:ext>
              </a:extLst>
            </p:cNvPr>
            <p:cNvCxnSpPr>
              <a:cxnSpLocks/>
              <a:stCxn id="122" idx="1"/>
              <a:endCxn id="15" idx="2"/>
            </p:cNvCxnSpPr>
            <p:nvPr/>
          </p:nvCxnSpPr>
          <p:spPr>
            <a:xfrm rot="10800000">
              <a:off x="2094896" y="3595240"/>
              <a:ext cx="286038" cy="1004546"/>
            </a:xfrm>
            <a:prstGeom prst="bentConnector2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9" name="Google Shape;382;p22">
              <a:extLst>
                <a:ext uri="{FF2B5EF4-FFF2-40B4-BE49-F238E27FC236}">
                  <a16:creationId xmlns:a16="http://schemas.microsoft.com/office/drawing/2014/main" id="{612069B9-DBC3-4E4C-C0A1-C745B6EA3E6F}"/>
                </a:ext>
              </a:extLst>
            </p:cNvPr>
            <p:cNvCxnSpPr>
              <a:cxnSpLocks/>
              <a:stCxn id="122" idx="3"/>
              <a:endCxn id="17" idx="2"/>
            </p:cNvCxnSpPr>
            <p:nvPr/>
          </p:nvCxnSpPr>
          <p:spPr>
            <a:xfrm flipV="1">
              <a:off x="2401339" y="3595240"/>
              <a:ext cx="45355" cy="1004546"/>
            </a:xfrm>
            <a:prstGeom prst="bentConnector2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0" name="Google Shape;382;p22">
              <a:extLst>
                <a:ext uri="{FF2B5EF4-FFF2-40B4-BE49-F238E27FC236}">
                  <a16:creationId xmlns:a16="http://schemas.microsoft.com/office/drawing/2014/main" id="{0533F97A-2993-4F87-807C-599735222082}"/>
                </a:ext>
              </a:extLst>
            </p:cNvPr>
            <p:cNvCxnSpPr>
              <a:cxnSpLocks/>
              <a:stCxn id="122" idx="1"/>
              <a:endCxn id="14" idx="2"/>
            </p:cNvCxnSpPr>
            <p:nvPr/>
          </p:nvCxnSpPr>
          <p:spPr>
            <a:xfrm rot="10800000">
              <a:off x="1743098" y="3595240"/>
              <a:ext cx="637836" cy="1004546"/>
            </a:xfrm>
            <a:prstGeom prst="bentConnector2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1" name="Google Shape;382;p22">
              <a:extLst>
                <a:ext uri="{FF2B5EF4-FFF2-40B4-BE49-F238E27FC236}">
                  <a16:creationId xmlns:a16="http://schemas.microsoft.com/office/drawing/2014/main" id="{A2C34FEF-8089-8194-10C2-F64F8FF74EDD}"/>
                </a:ext>
              </a:extLst>
            </p:cNvPr>
            <p:cNvCxnSpPr>
              <a:cxnSpLocks/>
              <a:stCxn id="122" idx="3"/>
              <a:endCxn id="109" idx="2"/>
            </p:cNvCxnSpPr>
            <p:nvPr/>
          </p:nvCxnSpPr>
          <p:spPr>
            <a:xfrm flipV="1">
              <a:off x="2401339" y="2894324"/>
              <a:ext cx="395906" cy="1705462"/>
            </a:xfrm>
            <a:prstGeom prst="bentConnector2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2" name="Google Shape;379;p22">
              <a:extLst>
                <a:ext uri="{FF2B5EF4-FFF2-40B4-BE49-F238E27FC236}">
                  <a16:creationId xmlns:a16="http://schemas.microsoft.com/office/drawing/2014/main" id="{CE517BF2-6CD0-F864-3112-A5903FF9D8C1}"/>
                </a:ext>
              </a:extLst>
            </p:cNvPr>
            <p:cNvSpPr/>
            <p:nvPr/>
          </p:nvSpPr>
          <p:spPr>
            <a:xfrm>
              <a:off x="1227895" y="3256115"/>
              <a:ext cx="326809" cy="339125"/>
            </a:xfrm>
            <a:prstGeom prst="roundRect">
              <a:avLst>
                <a:gd name="adj" fmla="val 0"/>
              </a:avLst>
            </a:prstGeom>
            <a:solidFill>
              <a:srgbClr val="D8EDBA">
                <a:alpha val="49914"/>
              </a:srgbClr>
            </a:solidFill>
            <a:ln w="15875" cap="flat" cmpd="sng">
              <a:solidFill>
                <a:srgbClr val="83998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r>
                <a:rPr lang="en" kern="0" dirty="0">
                  <a:solidFill>
                    <a:srgbClr val="666666"/>
                  </a:solidFill>
                  <a:latin typeface="Arial"/>
                  <a:cs typeface="Arial"/>
                  <a:sym typeface="Arial"/>
                </a:rPr>
                <a:t>A</a:t>
              </a:r>
              <a:endParaRPr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23" name="Google Shape;382;p22">
              <a:extLst>
                <a:ext uri="{FF2B5EF4-FFF2-40B4-BE49-F238E27FC236}">
                  <a16:creationId xmlns:a16="http://schemas.microsoft.com/office/drawing/2014/main" id="{6A5B8BE4-2877-C26C-05C3-FFEA16BD326D}"/>
                </a:ext>
              </a:extLst>
            </p:cNvPr>
            <p:cNvCxnSpPr>
              <a:cxnSpLocks/>
              <a:stCxn id="22" idx="0"/>
              <a:endCxn id="37" idx="2"/>
            </p:cNvCxnSpPr>
            <p:nvPr/>
          </p:nvCxnSpPr>
          <p:spPr>
            <a:xfrm rot="5400000" flipH="1" flipV="1">
              <a:off x="1386304" y="2899321"/>
              <a:ext cx="361791" cy="351798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4" name="Google Shape;381;p22">
              <a:extLst>
                <a:ext uri="{FF2B5EF4-FFF2-40B4-BE49-F238E27FC236}">
                  <a16:creationId xmlns:a16="http://schemas.microsoft.com/office/drawing/2014/main" id="{DCBF8205-31A0-337D-1CAC-A635BE0432B0}"/>
                </a:ext>
              </a:extLst>
            </p:cNvPr>
            <p:cNvCxnSpPr>
              <a:cxnSpLocks/>
              <a:stCxn id="15" idx="0"/>
              <a:endCxn id="38" idx="2"/>
            </p:cNvCxnSpPr>
            <p:nvPr/>
          </p:nvCxnSpPr>
          <p:spPr>
            <a:xfrm flipV="1">
              <a:off x="2094896" y="2894324"/>
              <a:ext cx="1604" cy="361791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5" name="Google Shape;381;p22">
              <a:extLst>
                <a:ext uri="{FF2B5EF4-FFF2-40B4-BE49-F238E27FC236}">
                  <a16:creationId xmlns:a16="http://schemas.microsoft.com/office/drawing/2014/main" id="{668B40F6-FDB7-6CF7-EB49-D9A0DC20A388}"/>
                </a:ext>
              </a:extLst>
            </p:cNvPr>
            <p:cNvCxnSpPr>
              <a:cxnSpLocks/>
              <a:stCxn id="17" idx="0"/>
              <a:endCxn id="39" idx="2"/>
            </p:cNvCxnSpPr>
            <p:nvPr/>
          </p:nvCxnSpPr>
          <p:spPr>
            <a:xfrm flipV="1">
              <a:off x="2446694" y="2894324"/>
              <a:ext cx="3208" cy="361791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6" name="Google Shape;381;p22">
              <a:extLst>
                <a:ext uri="{FF2B5EF4-FFF2-40B4-BE49-F238E27FC236}">
                  <a16:creationId xmlns:a16="http://schemas.microsoft.com/office/drawing/2014/main" id="{075D3978-A4BD-B2E6-26C2-1BF33E753BC8}"/>
                </a:ext>
              </a:extLst>
            </p:cNvPr>
            <p:cNvCxnSpPr>
              <a:cxnSpLocks/>
              <a:stCxn id="14" idx="0"/>
              <a:endCxn id="37" idx="2"/>
            </p:cNvCxnSpPr>
            <p:nvPr/>
          </p:nvCxnSpPr>
          <p:spPr>
            <a:xfrm flipV="1">
              <a:off x="1743098" y="2894324"/>
              <a:ext cx="0" cy="361791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9" name="Google Shape;381;p22">
              <a:extLst>
                <a:ext uri="{FF2B5EF4-FFF2-40B4-BE49-F238E27FC236}">
                  <a16:creationId xmlns:a16="http://schemas.microsoft.com/office/drawing/2014/main" id="{335259C0-4C6F-65E6-5AC9-C40C6D6B3126}"/>
                </a:ext>
              </a:extLst>
            </p:cNvPr>
            <p:cNvCxnSpPr>
              <a:cxnSpLocks/>
              <a:endCxn id="12" idx="2"/>
            </p:cNvCxnSpPr>
            <p:nvPr/>
          </p:nvCxnSpPr>
          <p:spPr>
            <a:xfrm flipH="1" flipV="1">
              <a:off x="2391022" y="5534961"/>
              <a:ext cx="2132" cy="303824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0" name="Google Shape;380;p22">
              <a:extLst>
                <a:ext uri="{FF2B5EF4-FFF2-40B4-BE49-F238E27FC236}">
                  <a16:creationId xmlns:a16="http://schemas.microsoft.com/office/drawing/2014/main" id="{7060FDB8-8BC6-6D45-47EF-2D1A71D0503E}"/>
                </a:ext>
              </a:extLst>
            </p:cNvPr>
            <p:cNvSpPr/>
            <p:nvPr/>
          </p:nvSpPr>
          <p:spPr>
            <a:xfrm>
              <a:off x="1446388" y="3794147"/>
              <a:ext cx="584097" cy="168058"/>
            </a:xfrm>
            <a:prstGeom prst="trapezoid">
              <a:avLst>
                <a:gd name="adj" fmla="val 71578"/>
              </a:avLst>
            </a:prstGeom>
            <a:solidFill>
              <a:srgbClr val="FFEAEA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endParaRPr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1" name="Google Shape;380;p22">
              <a:extLst>
                <a:ext uri="{FF2B5EF4-FFF2-40B4-BE49-F238E27FC236}">
                  <a16:creationId xmlns:a16="http://schemas.microsoft.com/office/drawing/2014/main" id="{EDA96730-C80F-2A1B-3792-6D33F6122569}"/>
                </a:ext>
              </a:extLst>
            </p:cNvPr>
            <p:cNvSpPr/>
            <p:nvPr/>
          </p:nvSpPr>
          <p:spPr>
            <a:xfrm>
              <a:off x="2149378" y="4284338"/>
              <a:ext cx="584097" cy="168058"/>
            </a:xfrm>
            <a:prstGeom prst="trapezoid">
              <a:avLst>
                <a:gd name="adj" fmla="val 71578"/>
              </a:avLst>
            </a:prstGeom>
            <a:solidFill>
              <a:srgbClr val="FFEAEA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endParaRPr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2" name="Google Shape;380;p22">
              <a:extLst>
                <a:ext uri="{FF2B5EF4-FFF2-40B4-BE49-F238E27FC236}">
                  <a16:creationId xmlns:a16="http://schemas.microsoft.com/office/drawing/2014/main" id="{0B91B47B-B879-97C0-2BE4-F5B348843FFF}"/>
                </a:ext>
              </a:extLst>
            </p:cNvPr>
            <p:cNvSpPr/>
            <p:nvPr/>
          </p:nvSpPr>
          <p:spPr>
            <a:xfrm>
              <a:off x="1800146" y="4039243"/>
              <a:ext cx="584097" cy="168058"/>
            </a:xfrm>
            <a:prstGeom prst="trapezoid">
              <a:avLst>
                <a:gd name="adj" fmla="val 71578"/>
              </a:avLst>
            </a:prstGeom>
            <a:solidFill>
              <a:srgbClr val="FFEAEA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endParaRPr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CB2F2E26-BFE5-B216-CC84-1C6886607569}"/>
                </a:ext>
              </a:extLst>
            </p:cNvPr>
            <p:cNvGrpSpPr/>
            <p:nvPr/>
          </p:nvGrpSpPr>
          <p:grpSpPr>
            <a:xfrm>
              <a:off x="2263072" y="4712424"/>
              <a:ext cx="255900" cy="253955"/>
              <a:chOff x="4215295" y="4756876"/>
              <a:chExt cx="232636" cy="25395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E3E73C84-52E3-7FFA-AE38-6899CF624631}"/>
                      </a:ext>
                    </a:extLst>
                  </p:cNvPr>
                  <p:cNvSpPr txBox="1"/>
                  <p:nvPr/>
                </p:nvSpPr>
                <p:spPr>
                  <a:xfrm>
                    <a:off x="4241102" y="4785050"/>
                    <a:ext cx="181022" cy="17199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spAutoFit/>
                  </a:bodyPr>
                  <a:lstStyle/>
                  <a:p>
                    <a:pPr defTabSz="914400">
                      <a:buClr>
                        <a:srgbClr val="000000"/>
                      </a:buClr>
                    </a:pPr>
                    <a14:m>
                      <m:oMathPara xmlns:m="http://schemas.openxmlformats.org/officeDocument/2006/math">
                        <m:oMath>
                          <m:r>
                            <m:rPr>
                              <m:sty m:val="p"/>
                            </m:rPr>
                            <a:rPr kumimoji="1" lang="en-US" altLang="ko-KR" kern="0">
                              <a:solidFill>
                                <a:srgbClr val="595959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σ</m:t>
                          </m:r>
                        </m:oMath>
                      </m:oMathPara>
                    </a14:m>
                    <a:endParaRPr kumimoji="1" lang="en-US" altLang="ko-KR" kern="0" dirty="0">
                      <a:solidFill>
                        <a:srgbClr val="595959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mc:Choice>
            <mc:Fallback xmlns=""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E3E73C84-52E3-7FFA-AE38-6899CF62463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41102" y="4785050"/>
                    <a:ext cx="181022" cy="17199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5882" r="-5882" b="-35714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5" name="Google Shape;348;p22">
                <a:extLst>
                  <a:ext uri="{FF2B5EF4-FFF2-40B4-BE49-F238E27FC236}">
                    <a16:creationId xmlns:a16="http://schemas.microsoft.com/office/drawing/2014/main" id="{3ECD6832-CCEB-BF28-9E92-77E87191E768}"/>
                  </a:ext>
                </a:extLst>
              </p:cNvPr>
              <p:cNvSpPr/>
              <p:nvPr/>
            </p:nvSpPr>
            <p:spPr>
              <a:xfrm>
                <a:off x="4215295" y="4756876"/>
                <a:ext cx="232636" cy="253955"/>
              </a:xfrm>
              <a:prstGeom prst="ellipse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algn="ctr" defTabSz="914400">
                  <a:buClr>
                    <a:srgbClr val="000000"/>
                  </a:buClr>
                </a:pPr>
                <a:endParaRPr kern="0" dirty="0">
                  <a:solidFill>
                    <a:srgbClr val="666666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" name="Google Shape;379;p22">
              <a:extLst>
                <a:ext uri="{FF2B5EF4-FFF2-40B4-BE49-F238E27FC236}">
                  <a16:creationId xmlns:a16="http://schemas.microsoft.com/office/drawing/2014/main" id="{41B31781-56A4-F1E3-96A9-209F10EEBF45}"/>
                </a:ext>
              </a:extLst>
            </p:cNvPr>
            <p:cNvSpPr/>
            <p:nvPr/>
          </p:nvSpPr>
          <p:spPr>
            <a:xfrm>
              <a:off x="2986886" y="3256115"/>
              <a:ext cx="326809" cy="339125"/>
            </a:xfrm>
            <a:prstGeom prst="roundRect">
              <a:avLst>
                <a:gd name="adj" fmla="val 0"/>
              </a:avLst>
            </a:prstGeom>
            <a:solidFill>
              <a:srgbClr val="D8EDBA">
                <a:alpha val="49914"/>
              </a:srgbClr>
            </a:solidFill>
            <a:ln w="15875" cap="flat" cmpd="sng">
              <a:solidFill>
                <a:srgbClr val="83998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r>
                <a:rPr lang="en-US" kern="0" dirty="0">
                  <a:ln w="3175">
                    <a:noFill/>
                  </a:ln>
                  <a:solidFill>
                    <a:srgbClr val="595959"/>
                  </a:solidFill>
                  <a:latin typeface="Arial"/>
                  <a:cs typeface="Arial"/>
                  <a:sym typeface="Arial"/>
                </a:rPr>
                <a:t>D</a:t>
              </a:r>
              <a:endParaRPr kern="0" dirty="0">
                <a:ln w="3175">
                  <a:noFill/>
                </a:ln>
                <a:solidFill>
                  <a:srgbClr val="595959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8" name="Google Shape;381;p22">
              <a:extLst>
                <a:ext uri="{FF2B5EF4-FFF2-40B4-BE49-F238E27FC236}">
                  <a16:creationId xmlns:a16="http://schemas.microsoft.com/office/drawing/2014/main" id="{ED281293-544F-804B-2C61-022DA102C385}"/>
                </a:ext>
              </a:extLst>
            </p:cNvPr>
            <p:cNvCxnSpPr>
              <a:cxnSpLocks/>
              <a:stCxn id="7" idx="0"/>
              <a:endCxn id="109" idx="4"/>
            </p:cNvCxnSpPr>
            <p:nvPr/>
          </p:nvCxnSpPr>
          <p:spPr>
            <a:xfrm flipV="1">
              <a:off x="3150291" y="2894324"/>
              <a:ext cx="356" cy="361791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grpSp>
          <p:nvGrpSpPr>
            <p:cNvPr id="110" name="그룹 109">
              <a:extLst>
                <a:ext uri="{FF2B5EF4-FFF2-40B4-BE49-F238E27FC236}">
                  <a16:creationId xmlns:a16="http://schemas.microsoft.com/office/drawing/2014/main" id="{FF9979A4-0AEB-4673-2FF6-EC6E8CC8399F}"/>
                </a:ext>
              </a:extLst>
            </p:cNvPr>
            <p:cNvGrpSpPr/>
            <p:nvPr/>
          </p:nvGrpSpPr>
          <p:grpSpPr>
            <a:xfrm>
              <a:off x="1743098" y="2786646"/>
              <a:ext cx="1407549" cy="107678"/>
              <a:chOff x="1743098" y="2794562"/>
              <a:chExt cx="1397761" cy="107678"/>
            </a:xfrm>
            <a:solidFill>
              <a:srgbClr val="FFDDB3"/>
            </a:solidFill>
          </p:grpSpPr>
          <p:sp>
            <p:nvSpPr>
              <p:cNvPr id="37" name="삼각형 36">
                <a:extLst>
                  <a:ext uri="{FF2B5EF4-FFF2-40B4-BE49-F238E27FC236}">
                    <a16:creationId xmlns:a16="http://schemas.microsoft.com/office/drawing/2014/main" id="{6CDC5AAE-DC04-3ACF-89F7-4F70DD77B11E}"/>
                  </a:ext>
                </a:extLst>
              </p:cNvPr>
              <p:cNvSpPr/>
              <p:nvPr/>
            </p:nvSpPr>
            <p:spPr>
              <a:xfrm>
                <a:off x="1743098" y="2794562"/>
                <a:ext cx="350944" cy="107678"/>
              </a:xfrm>
              <a:prstGeom prst="triangl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defTabSz="914400">
                  <a:buClr>
                    <a:srgbClr val="000000"/>
                  </a:buClr>
                </a:pPr>
                <a:endParaRPr kumimoji="1" lang="ko-KR" altLang="en-US" kern="0" dirty="0">
                  <a:solidFill>
                    <a:srgbClr val="FFFFFF"/>
                  </a:solidFill>
                  <a:latin typeface="Arial"/>
                  <a:ea typeface="맑은 고딕" panose="020B0503020000020004" pitchFamily="34" charset="-127"/>
                  <a:sym typeface="Arial"/>
                </a:endParaRPr>
              </a:p>
            </p:txBody>
          </p:sp>
          <p:sp>
            <p:nvSpPr>
              <p:cNvPr id="38" name="삼각형 37">
                <a:extLst>
                  <a:ext uri="{FF2B5EF4-FFF2-40B4-BE49-F238E27FC236}">
                    <a16:creationId xmlns:a16="http://schemas.microsoft.com/office/drawing/2014/main" id="{9732AA7E-6011-9540-3B42-3CB1C0889C25}"/>
                  </a:ext>
                </a:extLst>
              </p:cNvPr>
              <p:cNvSpPr/>
              <p:nvPr/>
            </p:nvSpPr>
            <p:spPr>
              <a:xfrm>
                <a:off x="2094042" y="2794562"/>
                <a:ext cx="350944" cy="107678"/>
              </a:xfrm>
              <a:prstGeom prst="triangl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defTabSz="914400">
                  <a:buClr>
                    <a:srgbClr val="000000"/>
                  </a:buClr>
                </a:pPr>
                <a:endParaRPr kumimoji="1" lang="ko-KR" altLang="en-US" kern="0" dirty="0">
                  <a:solidFill>
                    <a:srgbClr val="FFFFFF"/>
                  </a:solidFill>
                  <a:latin typeface="Arial"/>
                  <a:ea typeface="맑은 고딕" panose="020B0503020000020004" pitchFamily="34" charset="-127"/>
                  <a:sym typeface="Arial"/>
                </a:endParaRPr>
              </a:p>
            </p:txBody>
          </p:sp>
          <p:sp>
            <p:nvSpPr>
              <p:cNvPr id="39" name="삼각형 38">
                <a:extLst>
                  <a:ext uri="{FF2B5EF4-FFF2-40B4-BE49-F238E27FC236}">
                    <a16:creationId xmlns:a16="http://schemas.microsoft.com/office/drawing/2014/main" id="{3C7D6D45-C22E-1EF8-8FB9-A5E49FF2F542}"/>
                  </a:ext>
                </a:extLst>
              </p:cNvPr>
              <p:cNvSpPr/>
              <p:nvPr/>
            </p:nvSpPr>
            <p:spPr>
              <a:xfrm>
                <a:off x="2444987" y="2794562"/>
                <a:ext cx="350944" cy="107678"/>
              </a:xfrm>
              <a:prstGeom prst="triangl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defTabSz="914400">
                  <a:buClr>
                    <a:srgbClr val="000000"/>
                  </a:buClr>
                </a:pPr>
                <a:endParaRPr kumimoji="1" lang="ko-KR" altLang="en-US" kern="0" dirty="0">
                  <a:solidFill>
                    <a:srgbClr val="FFFFFF"/>
                  </a:solidFill>
                  <a:latin typeface="Arial"/>
                  <a:ea typeface="맑은 고딕" panose="020B0503020000020004" pitchFamily="34" charset="-127"/>
                  <a:sym typeface="Arial"/>
                </a:endParaRPr>
              </a:p>
            </p:txBody>
          </p:sp>
          <p:sp>
            <p:nvSpPr>
              <p:cNvPr id="109" name="삼각형 108">
                <a:extLst>
                  <a:ext uri="{FF2B5EF4-FFF2-40B4-BE49-F238E27FC236}">
                    <a16:creationId xmlns:a16="http://schemas.microsoft.com/office/drawing/2014/main" id="{517CFB60-F40A-774E-AD22-83143614E5A0}"/>
                  </a:ext>
                </a:extLst>
              </p:cNvPr>
              <p:cNvSpPr/>
              <p:nvPr/>
            </p:nvSpPr>
            <p:spPr>
              <a:xfrm>
                <a:off x="2789915" y="2794562"/>
                <a:ext cx="350944" cy="107678"/>
              </a:xfrm>
              <a:prstGeom prst="triangl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defTabSz="914400">
                  <a:buClr>
                    <a:srgbClr val="000000"/>
                  </a:buClr>
                </a:pPr>
                <a:endParaRPr kumimoji="1" lang="ko-KR" altLang="en-US" kern="0" dirty="0">
                  <a:solidFill>
                    <a:srgbClr val="FFFFFF"/>
                  </a:solidFill>
                  <a:latin typeface="Arial"/>
                  <a:ea typeface="맑은 고딕" panose="020B0503020000020004" pitchFamily="34" charset="-127"/>
                  <a:sym typeface="Arial"/>
                </a:endParaRPr>
              </a:p>
            </p:txBody>
          </p:sp>
        </p:grpSp>
        <p:cxnSp>
          <p:nvCxnSpPr>
            <p:cNvPr id="118" name="Google Shape;382;p22">
              <a:extLst>
                <a:ext uri="{FF2B5EF4-FFF2-40B4-BE49-F238E27FC236}">
                  <a16:creationId xmlns:a16="http://schemas.microsoft.com/office/drawing/2014/main" id="{325EE633-2529-2869-87BF-78532DC40B1F}"/>
                </a:ext>
              </a:extLst>
            </p:cNvPr>
            <p:cNvCxnSpPr>
              <a:cxnSpLocks/>
              <a:stCxn id="122" idx="3"/>
              <a:endCxn id="7" idx="2"/>
            </p:cNvCxnSpPr>
            <p:nvPr/>
          </p:nvCxnSpPr>
          <p:spPr>
            <a:xfrm flipV="1">
              <a:off x="2401339" y="3595240"/>
              <a:ext cx="748952" cy="1004546"/>
            </a:xfrm>
            <a:prstGeom prst="bentConnector2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22" name="직사각형 121">
              <a:extLst>
                <a:ext uri="{FF2B5EF4-FFF2-40B4-BE49-F238E27FC236}">
                  <a16:creationId xmlns:a16="http://schemas.microsoft.com/office/drawing/2014/main" id="{5B1163B4-827F-2D3F-5359-8132FBF26F61}"/>
                </a:ext>
              </a:extLst>
            </p:cNvPr>
            <p:cNvSpPr/>
            <p:nvPr/>
          </p:nvSpPr>
          <p:spPr>
            <a:xfrm>
              <a:off x="2380934" y="4594237"/>
              <a:ext cx="20405" cy="1109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defTabSz="914400">
                <a:buClr>
                  <a:srgbClr val="000000"/>
                </a:buClr>
              </a:pPr>
              <a:endParaRPr kumimoji="1" lang="ko-KR" altLang="en-US" kern="0" dirty="0">
                <a:solidFill>
                  <a:srgbClr val="FFFFFF"/>
                </a:solidFill>
                <a:latin typeface="Arial"/>
                <a:ea typeface="맑은 고딕" panose="020B0503020000020004" pitchFamily="34" charset="-127"/>
                <a:sym typeface="Arial"/>
              </a:endParaRPr>
            </a:p>
          </p:txBody>
        </p:sp>
        <p:cxnSp>
          <p:nvCxnSpPr>
            <p:cNvPr id="135" name="Google Shape;381;p22">
              <a:extLst>
                <a:ext uri="{FF2B5EF4-FFF2-40B4-BE49-F238E27FC236}">
                  <a16:creationId xmlns:a16="http://schemas.microsoft.com/office/drawing/2014/main" id="{DCC94717-07FB-FD97-66E9-53A92579650D}"/>
                </a:ext>
              </a:extLst>
            </p:cNvPr>
            <p:cNvCxnSpPr>
              <a:cxnSpLocks/>
              <a:stCxn id="35" idx="0"/>
              <a:endCxn id="122" idx="2"/>
            </p:cNvCxnSpPr>
            <p:nvPr/>
          </p:nvCxnSpPr>
          <p:spPr>
            <a:xfrm flipV="1">
              <a:off x="2391022" y="4605335"/>
              <a:ext cx="115" cy="107089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4287787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D9E8F-D63F-DA60-93F7-9C8FEA16D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내용 개체 틀 15">
            <a:extLst>
              <a:ext uri="{FF2B5EF4-FFF2-40B4-BE49-F238E27FC236}">
                <a16:creationId xmlns:a16="http://schemas.microsoft.com/office/drawing/2014/main" id="{E8748FF6-23B3-9C79-F8D3-E6EB4C44B7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827" y="1151467"/>
            <a:ext cx="11440697" cy="5249538"/>
          </a:xfrm>
        </p:spPr>
        <p:txBody>
          <a:bodyPr/>
          <a:lstStyle/>
          <a:p>
            <a:r>
              <a:rPr lang="en-US" altLang="ko-KR" dirty="0"/>
              <a:t>SSM</a:t>
            </a:r>
            <a:r>
              <a:rPr lang="en-US" altLang="ko-KR" baseline="30000" dirty="0"/>
              <a:t> [Recap]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EF23688-9A90-B9DD-7736-A05634718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913" y="118633"/>
            <a:ext cx="11404650" cy="753795"/>
          </a:xfrm>
        </p:spPr>
        <p:txBody>
          <a:bodyPr/>
          <a:lstStyle/>
          <a:p>
            <a:r>
              <a:rPr lang="en-US" altLang="ko-KR" spc="-150" dirty="0">
                <a:ln>
                  <a:solidFill>
                    <a:schemeClr val="bg2"/>
                  </a:solidFill>
                </a:ln>
                <a:solidFill>
                  <a:schemeClr val="bg2"/>
                </a:solidFill>
              </a:rPr>
              <a:t>Selective </a:t>
            </a:r>
            <a:r>
              <a:rPr lang="en-US" altLang="ko-KR" spc="-150" dirty="0"/>
              <a:t>SSM</a:t>
            </a:r>
            <a:r>
              <a:rPr lang="en-US" altLang="ko-KR" spc="-150" dirty="0">
                <a:ln>
                  <a:solidFill>
                    <a:schemeClr val="bg2"/>
                  </a:solidFill>
                </a:ln>
                <a:solidFill>
                  <a:schemeClr val="bg2"/>
                </a:solidFill>
              </a:rPr>
              <a:t>  +  Gated Linear Unit</a:t>
            </a:r>
            <a:endParaRPr lang="ko-KR" altLang="en-US" spc="-150" dirty="0">
              <a:ln>
                <a:solidFill>
                  <a:schemeClr val="bg2"/>
                </a:solidFill>
              </a:ln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내용 개체 틀 15">
                <a:extLst>
                  <a:ext uri="{FF2B5EF4-FFF2-40B4-BE49-F238E27FC236}">
                    <a16:creationId xmlns:a16="http://schemas.microsoft.com/office/drawing/2014/main" id="{0D8BE067-A065-A7EA-7B8E-83C1C147DC7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23001" y="1150938"/>
                <a:ext cx="7797523" cy="5249862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1" hangingPunct="1">
                  <a:lnSpc>
                    <a:spcPct val="120000"/>
                  </a:lnSpc>
                  <a:spcBef>
                    <a:spcPts val="400"/>
                  </a:spcBef>
                  <a:buFont typeface="Arial" panose="020B0604020202020204" pitchFamily="34" charset="0"/>
                  <a:buChar char="•"/>
                  <a:defRPr sz="2800" b="0" i="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NanumSquareOTF Light" panose="020B0600000101010101" pitchFamily="34" charset="-127"/>
                    <a:cs typeface="Arial" panose="020B0604020202020204" pitchFamily="34" charset="0"/>
                  </a:defRPr>
                </a:lvl1pPr>
                <a:lvl2pPr marL="685800" indent="-228600" algn="l" defTabSz="914400" rtl="0" eaLnBrk="1" latinLnBrk="1" hangingPunct="1">
                  <a:lnSpc>
                    <a:spcPct val="120000"/>
                  </a:lnSpc>
                  <a:spcBef>
                    <a:spcPts val="400"/>
                  </a:spcBef>
                  <a:buFont typeface="Arial" panose="020B0604020202020204" pitchFamily="34" charset="0"/>
                  <a:buChar char="•"/>
                  <a:defRPr sz="2600" b="0" i="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NanumSquareOTF Light" panose="020B0600000101010101" pitchFamily="34" charset="-127"/>
                    <a:cs typeface="Arial" panose="020B0604020202020204" pitchFamily="34" charset="0"/>
                  </a:defRPr>
                </a:lvl2pPr>
                <a:lvl3pPr marL="1143000" indent="-228600" algn="l" defTabSz="914400" rtl="0" eaLnBrk="1" latinLnBrk="1" hangingPunct="1">
                  <a:lnSpc>
                    <a:spcPct val="120000"/>
                  </a:lnSpc>
                  <a:spcBef>
                    <a:spcPts val="400"/>
                  </a:spcBef>
                  <a:buFont typeface="Arial" panose="020B0604020202020204" pitchFamily="34" charset="0"/>
                  <a:buChar char="•"/>
                  <a:defRPr sz="2400" b="0" i="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NanumSquareOTF Light" panose="020B0600000101010101" pitchFamily="34" charset="-127"/>
                    <a:cs typeface="Arial" panose="020B0604020202020204" pitchFamily="34" charset="0"/>
                  </a:defRPr>
                </a:lvl3pPr>
                <a:lvl4pPr marL="1600200" indent="-228600" algn="l" defTabSz="914400" rtl="0" eaLnBrk="1" latinLnBrk="1" hangingPunct="1">
                  <a:lnSpc>
                    <a:spcPct val="120000"/>
                  </a:lnSpc>
                  <a:spcBef>
                    <a:spcPts val="400"/>
                  </a:spcBef>
                  <a:buFont typeface="Arial" panose="020B0604020202020204" pitchFamily="34" charset="0"/>
                  <a:buChar char="•"/>
                  <a:defRPr sz="2400" b="0" i="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NanumSquareOTF Light" panose="020B0600000101010101" pitchFamily="34" charset="-127"/>
                    <a:cs typeface="Arial" panose="020B0604020202020204" pitchFamily="34" charset="0"/>
                  </a:defRPr>
                </a:lvl4pPr>
                <a:lvl5pPr marL="2057400" indent="-228600" algn="l" defTabSz="914400" rtl="0" eaLnBrk="1" latinLnBrk="1" hangingPunct="1">
                  <a:lnSpc>
                    <a:spcPct val="120000"/>
                  </a:lnSpc>
                  <a:spcBef>
                    <a:spcPts val="400"/>
                  </a:spcBef>
                  <a:buFont typeface="Arial" panose="020B0604020202020204" pitchFamily="34" charset="0"/>
                  <a:buChar char="•"/>
                  <a:defRPr sz="1600" b="0" i="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NanumSquareOTF Light" panose="020B0600000101010101" pitchFamily="34" charset="-127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altLang="ko-KR" dirty="0">
                  <a:solidFill>
                    <a:srgbClr val="FCFCFC"/>
                  </a:solidFill>
                </a:endParaRPr>
              </a:p>
              <a:p>
                <a:pPr marL="0" indent="0">
                  <a:buNone/>
                </a:pPr>
                <a:endParaRPr lang="en-US" altLang="ko-KR" sz="800" dirty="0"/>
              </a:p>
              <a:p>
                <a:pPr>
                  <a:buFont typeface="Wingdings" pitchFamily="2" charset="2"/>
                  <a:buChar char="ü"/>
                </a:pPr>
                <a:r>
                  <a:rPr lang="en-US" altLang="ko-KR" sz="2600" dirty="0"/>
                  <a:t> </a:t>
                </a:r>
                <a14:m>
                  <m:oMath xmlns:m="http://schemas.openxmlformats.org/officeDocument/2006/math">
                    <m:r>
                      <a:rPr lang="ko-KR" altLang="en-US" sz="2600" i="1" dirty="0" smtClean="0">
                        <a:latin typeface="Cambria Math" panose="02040503050406030204" pitchFamily="18" charset="0"/>
                      </a:rPr>
                      <m:t>𝒔</m:t>
                    </m:r>
                    <m:d>
                      <m:dPr>
                        <m:ctrlPr>
                          <a:rPr lang="en-US" altLang="ko-KR" sz="2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60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altLang="ko-KR" sz="2600" dirty="0"/>
                  <a:t> : state vector,   </a:t>
                </a:r>
                <a14:m>
                  <m:oMath xmlns:m="http://schemas.openxmlformats.org/officeDocument/2006/math">
                    <m:r>
                      <a:rPr lang="en-US" altLang="ko-KR" sz="2600" i="1" dirty="0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altLang="ko-KR" sz="2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60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sz="26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2600" i="1" dirty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altLang="ko-KR" sz="2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60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altLang="ko-KR" sz="2600" dirty="0"/>
                  <a:t> : input/output scalar</a:t>
                </a:r>
              </a:p>
              <a:p>
                <a:pPr>
                  <a:buFont typeface="Wingdings" pitchFamily="2" charset="2"/>
                  <a:buChar char="ü"/>
                </a:pPr>
                <a:endParaRPr lang="en-US" altLang="ko-KR" sz="2600" dirty="0"/>
              </a:p>
              <a:p>
                <a:pPr>
                  <a:buFont typeface="Wingdings" pitchFamily="2" charset="2"/>
                  <a:buChar char="ü"/>
                </a:pPr>
                <a:endParaRPr lang="en-US" altLang="ko-KR" sz="2600" dirty="0"/>
              </a:p>
              <a:p>
                <a:pPr>
                  <a:buFont typeface="Wingdings" pitchFamily="2" charset="2"/>
                  <a:buChar char="ü"/>
                </a:pPr>
                <a:endParaRPr lang="en-US" altLang="ko-KR" sz="2600" dirty="0"/>
              </a:p>
              <a:p>
                <a:pPr marL="0" indent="0">
                  <a:buNone/>
                </a:pPr>
                <a:endParaRPr lang="en-US" altLang="ko-KR" sz="2600" dirty="0"/>
              </a:p>
              <a:p>
                <a:pPr marL="0" indent="0">
                  <a:buNone/>
                </a:pPr>
                <a:endParaRPr lang="en-US" altLang="ko-KR" sz="200" dirty="0"/>
              </a:p>
              <a:p>
                <a:r>
                  <a:rPr lang="en-US" altLang="ko-KR" sz="2600" dirty="0"/>
                  <a:t> Characteristics</a:t>
                </a:r>
              </a:p>
              <a:p>
                <a:pPr lvl="1"/>
                <a:r>
                  <a:rPr lang="en-US" altLang="ko-KR" sz="2400" dirty="0"/>
                  <a:t> LTI</a:t>
                </a:r>
                <a:r>
                  <a:rPr lang="en-US" altLang="ko-KR" sz="2400" baseline="30000" dirty="0"/>
                  <a:t> (Linear Time-Invariant)</a:t>
                </a:r>
                <a:endParaRPr lang="en-US" altLang="ko-KR" sz="2400" dirty="0"/>
              </a:p>
              <a:p>
                <a:pPr lvl="1"/>
                <a:r>
                  <a:rPr lang="en-US" altLang="ko-KR" sz="2400" dirty="0"/>
                  <a:t>Channel Independent</a:t>
                </a:r>
              </a:p>
            </p:txBody>
          </p:sp>
        </mc:Choice>
        <mc:Fallback xmlns="">
          <p:sp>
            <p:nvSpPr>
              <p:cNvPr id="45" name="내용 개체 틀 15">
                <a:extLst>
                  <a:ext uri="{FF2B5EF4-FFF2-40B4-BE49-F238E27FC236}">
                    <a16:creationId xmlns:a16="http://schemas.microsoft.com/office/drawing/2014/main" id="{0D8BE067-A065-A7EA-7B8E-83C1C147DC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3001" y="1150938"/>
                <a:ext cx="7797523" cy="5249862"/>
              </a:xfrm>
              <a:prstGeom prst="rect">
                <a:avLst/>
              </a:prstGeom>
              <a:blipFill>
                <a:blip r:embed="rId3"/>
                <a:stretch>
                  <a:fillRect l="-1138" r="-81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9413454-9AA2-52DB-7C91-3EE39E95F85C}"/>
                  </a:ext>
                </a:extLst>
              </p:cNvPr>
              <p:cNvSpPr txBox="1"/>
              <p:nvPr/>
            </p:nvSpPr>
            <p:spPr>
              <a:xfrm>
                <a:off x="9186983" y="3733284"/>
                <a:ext cx="2325380" cy="707886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r"/>
                <a:r>
                  <a:rPr kumimoji="1" lang="en-US" altLang="ko-KR" sz="2000" dirty="0">
                    <a:solidFill>
                      <a:srgbClr val="004C94"/>
                    </a:solidFill>
                    <a:latin typeface="Avenir Book" panose="02000503020000020003" pitchFamily="2" charset="0"/>
                    <a:ea typeface="Pretendard" panose="02000503000000020004" pitchFamily="2" charset="-127"/>
                    <a:cs typeface="Pretendard" panose="02000503000000020004" pitchFamily="2" charset="-127"/>
                  </a:rPr>
                  <a:t>Discretize </a:t>
                </a:r>
              </a:p>
              <a:p>
                <a:pPr algn="r"/>
                <a:r>
                  <a:rPr kumimoji="1" lang="en-US" altLang="ko-KR" sz="2000" dirty="0">
                    <a:solidFill>
                      <a:srgbClr val="004C94"/>
                    </a:solidFill>
                    <a:latin typeface="Avenir Book" panose="02000503020000020003" pitchFamily="2" charset="0"/>
                    <a:ea typeface="Pretendard" panose="02000503000000020004" pitchFamily="2" charset="-127"/>
                    <a:cs typeface="Pretendard" panose="02000503000000020004" pitchFamily="2" charset="-127"/>
                  </a:rPr>
                  <a:t>( fixed step</a:t>
                </a:r>
                <a:r>
                  <a:rPr kumimoji="1" lang="ko-KR" altLang="en-US" sz="2000" dirty="0">
                    <a:solidFill>
                      <a:srgbClr val="004C94"/>
                    </a:solidFill>
                    <a:latin typeface="Avenir Book" panose="02000503020000020003" pitchFamily="2" charset="0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ko-KR" sz="2000">
                        <a:solidFill>
                          <a:srgbClr val="004C94"/>
                        </a:solidFill>
                        <a:latin typeface="Cambria Math" panose="02040503050406030204" pitchFamily="18" charset="0"/>
                      </a:rPr>
                      <m:t>𝛥</m:t>
                    </m:r>
                    <m:r>
                      <a:rPr kumimoji="1" lang="en-US" altLang="ko-KR" sz="2000">
                        <a:solidFill>
                          <a:srgbClr val="004C94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kumimoji="1" lang="en-US" altLang="ko-KR" sz="2000" dirty="0">
                    <a:solidFill>
                      <a:srgbClr val="004C94"/>
                    </a:solidFill>
                    <a:latin typeface="Avenir Book" panose="02000503020000020003" pitchFamily="2" charset="0"/>
                    <a:ea typeface="Pretendard" panose="02000503000000020004" pitchFamily="2" charset="-127"/>
                    <a:cs typeface="Pretendard" panose="02000503000000020004" pitchFamily="2" charset="-127"/>
                  </a:rPr>
                  <a:t> )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9413454-9AA2-52DB-7C91-3EE39E95F8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6983" y="3733284"/>
                <a:ext cx="2325380" cy="707886"/>
              </a:xfrm>
              <a:prstGeom prst="rect">
                <a:avLst/>
              </a:prstGeom>
              <a:blipFill>
                <a:blip r:embed="rId4"/>
                <a:stretch>
                  <a:fillRect l="-543" t="-3509" r="-2717" b="-157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꺾인 연결선[E] 10">
            <a:extLst>
              <a:ext uri="{FF2B5EF4-FFF2-40B4-BE49-F238E27FC236}">
                <a16:creationId xmlns:a16="http://schemas.microsoft.com/office/drawing/2014/main" id="{21458B28-A466-80CF-A5B3-B0E7626A5402}"/>
              </a:ext>
            </a:extLst>
          </p:cNvPr>
          <p:cNvCxnSpPr>
            <a:cxnSpLocks/>
          </p:cNvCxnSpPr>
          <p:nvPr/>
        </p:nvCxnSpPr>
        <p:spPr>
          <a:xfrm>
            <a:off x="10951405" y="2931106"/>
            <a:ext cx="12700" cy="607172"/>
          </a:xfrm>
          <a:prstGeom prst="bentConnector3">
            <a:avLst>
              <a:gd name="adj1" fmla="val 3566031"/>
            </a:avLst>
          </a:prstGeom>
          <a:ln w="28575">
            <a:solidFill>
              <a:srgbClr val="004C94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9D3B46D-57CD-4384-E4D1-4A83C6CAF2E7}"/>
              </a:ext>
            </a:extLst>
          </p:cNvPr>
          <p:cNvSpPr txBox="1"/>
          <p:nvPr/>
        </p:nvSpPr>
        <p:spPr>
          <a:xfrm>
            <a:off x="7795967" y="226214"/>
            <a:ext cx="4145083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kumimoji="1" lang="en-US" altLang="ko-K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NanumSquareOTF ExtraBold" panose="020B0600000101010101" pitchFamily="34" charset="-127"/>
                <a:cs typeface="Pretendard ExtraBold" panose="02000503000000020004" pitchFamily="2" charset="-127"/>
              </a:rPr>
              <a:t>4. Mamba Structure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A59807A-4497-0853-FE30-AED4FEC82899}"/>
                  </a:ext>
                </a:extLst>
              </p:cNvPr>
              <p:cNvSpPr txBox="1"/>
              <p:nvPr/>
            </p:nvSpPr>
            <p:spPr>
              <a:xfrm>
                <a:off x="4592894" y="3152624"/>
                <a:ext cx="5853464" cy="5773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50000"/>
                  </a:lnSpc>
                </a:pPr>
                <a:r>
                  <a:rPr lang="en-US" altLang="ko-KR" sz="2400" b="1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US" altLang="ko-KR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 altLang="ko-KR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ar-AE" altLang="ko-KR" sz="24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altLang="ko-KR" sz="24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  <m:sSub>
                      <m:sSubPr>
                        <m:ctrlPr>
                          <a:rPr lang="en-US" altLang="ko-KR" sz="24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US" altLang="ko-KR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ar-AE" altLang="ko-KR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ar-AE" altLang="ko-KR" sz="24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altLang="ko-KR" sz="24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  <m:sSub>
                      <m:sSubPr>
                        <m:ctrlPr>
                          <a:rPr lang="en-US" altLang="ko-KR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,</m:t>
                    </m:r>
                  </m:oMath>
                </a14:m>
                <a:r>
                  <a:rPr lang="en-US" altLang="ko-KR" sz="2400" dirty="0">
                    <a:solidFill>
                      <a:srgbClr val="000000"/>
                    </a:solidFill>
                  </a:rPr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 altLang="ko-KR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4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sSub>
                      <m:sSubPr>
                        <m:ctrlPr>
                          <a:rPr lang="en-US" altLang="ko-KR" sz="24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US" altLang="ko-KR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ar-AE" altLang="ko-KR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2400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sSub>
                      <m:sSubPr>
                        <m:ctrlPr>
                          <a:rPr lang="en-US" altLang="ko-KR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ar-AE" altLang="ko-KR" sz="24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A59807A-4497-0853-FE30-AED4FEC82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2894" y="3152624"/>
                <a:ext cx="5853464" cy="577338"/>
              </a:xfrm>
              <a:prstGeom prst="rect">
                <a:avLst/>
              </a:prstGeom>
              <a:blipFill>
                <a:blip r:embed="rId5"/>
                <a:stretch>
                  <a:fillRect b="-2173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F862A7-BB09-CCCE-234B-BD07E804D1D8}"/>
                  </a:ext>
                </a:extLst>
              </p:cNvPr>
              <p:cNvSpPr txBox="1"/>
              <p:nvPr/>
            </p:nvSpPr>
            <p:spPr>
              <a:xfrm>
                <a:off x="4592893" y="2575259"/>
                <a:ext cx="6423357" cy="5773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50000"/>
                  </a:lnSpc>
                </a:pPr>
                <a:r>
                  <a:rPr lang="en-US" altLang="ko-KR" sz="2400" b="1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sz="24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4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</m:acc>
                    <m:d>
                      <m:dPr>
                        <m:ctrlPr>
                          <a:rPr lang="ar-AE" altLang="ko-KR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altLang="ko-KR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ar-AE" altLang="ko-KR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altLang="ko-KR" sz="24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ko-KR" sz="24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d>
                      <m:dPr>
                        <m:ctrlPr>
                          <a:rPr lang="ar-AE" altLang="ko-KR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altLang="ko-KR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ar-AE" altLang="ko-KR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altLang="ko-KR" sz="24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ko-KR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ar-AE" altLang="ko-KR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altLang="ko-KR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altLang="ko-KR" sz="24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ar-AE" altLang="ko-KR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altLang="ko-KR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ar-AE" altLang="ko-KR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4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ko-KR" sz="24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d>
                      <m:dPr>
                        <m:ctrlPr>
                          <a:rPr lang="ar-AE" altLang="ko-KR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altLang="ko-KR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ar-AE" altLang="ko-KR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2400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ko-KR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ar-AE" altLang="ko-KR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altLang="ko-KR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ar-AE" altLang="ko-KR" sz="24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F862A7-BB09-CCCE-234B-BD07E804D1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2893" y="2575259"/>
                <a:ext cx="6423357" cy="577338"/>
              </a:xfrm>
              <a:prstGeom prst="rect">
                <a:avLst/>
              </a:prstGeom>
              <a:blipFill>
                <a:blip r:embed="rId6"/>
                <a:stretch>
                  <a:fillRect b="-212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89C816F5-2513-FACF-B096-631906D84BAC}"/>
              </a:ext>
            </a:extLst>
          </p:cNvPr>
          <p:cNvSpPr/>
          <p:nvPr/>
        </p:nvSpPr>
        <p:spPr>
          <a:xfrm>
            <a:off x="939114" y="2054487"/>
            <a:ext cx="2685860" cy="3889081"/>
          </a:xfrm>
          <a:prstGeom prst="roundRect">
            <a:avLst>
              <a:gd name="adj" fmla="val 5756"/>
            </a:avLst>
          </a:prstGeom>
          <a:solidFill>
            <a:srgbClr val="FFFFFF"/>
          </a:solidFill>
          <a:ln w="19050" cap="flat" cmpd="sng" algn="ctr">
            <a:solidFill>
              <a:srgbClr val="FFFFFF">
                <a:lumMod val="85000"/>
              </a:srgbClr>
            </a:solidFill>
            <a:prstDash val="sysDash"/>
          </a:ln>
          <a:effectLst/>
        </p:spPr>
        <p:txBody>
          <a:bodyPr lIns="0" tIns="0" rIns="0" bIns="0" rtlCol="0" anchor="ctr"/>
          <a:lstStyle/>
          <a:p>
            <a:pPr algn="ctr" defTabSz="914400">
              <a:buClr>
                <a:srgbClr val="000000"/>
              </a:buClr>
            </a:pPr>
            <a:endParaRPr kumimoji="1" lang="ko-KR" altLang="en-US" sz="2000" kern="0" dirty="0">
              <a:solidFill>
                <a:srgbClr val="FFFFFF"/>
              </a:solidFill>
              <a:latin typeface="Arial"/>
              <a:ea typeface="맑은 고딕" panose="020B0503020000020004" pitchFamily="34" charset="-127"/>
              <a:sym typeface="Arial"/>
            </a:endParaRPr>
          </a:p>
        </p:txBody>
      </p:sp>
      <p:cxnSp>
        <p:nvCxnSpPr>
          <p:cNvPr id="9" name="Google Shape;381;p22">
            <a:extLst>
              <a:ext uri="{FF2B5EF4-FFF2-40B4-BE49-F238E27FC236}">
                <a16:creationId xmlns:a16="http://schemas.microsoft.com/office/drawing/2014/main" id="{571DFC86-C732-A2A0-9B73-79CB29E27AB4}"/>
              </a:ext>
            </a:extLst>
          </p:cNvPr>
          <p:cNvCxnSpPr>
            <a:cxnSpLocks/>
            <a:stCxn id="46" idx="0"/>
          </p:cNvCxnSpPr>
          <p:nvPr/>
        </p:nvCxnSpPr>
        <p:spPr>
          <a:xfrm flipV="1">
            <a:off x="2391022" y="2183613"/>
            <a:ext cx="0" cy="30492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" name="Google Shape;380;p22">
            <a:extLst>
              <a:ext uri="{FF2B5EF4-FFF2-40B4-BE49-F238E27FC236}">
                <a16:creationId xmlns:a16="http://schemas.microsoft.com/office/drawing/2014/main" id="{4E9A9559-882E-7571-0C0C-80EB5DA32DAB}"/>
              </a:ext>
            </a:extLst>
          </p:cNvPr>
          <p:cNvSpPr/>
          <p:nvPr/>
        </p:nvSpPr>
        <p:spPr>
          <a:xfrm>
            <a:off x="1633522" y="5164701"/>
            <a:ext cx="1515000" cy="370260"/>
          </a:xfrm>
          <a:prstGeom prst="roundRect">
            <a:avLst>
              <a:gd name="adj" fmla="val 16667"/>
            </a:avLst>
          </a:prstGeom>
          <a:solidFill>
            <a:srgbClr val="E7F8FB"/>
          </a:solidFill>
          <a:ln w="1587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914400">
              <a:buClr>
                <a:srgbClr val="000000"/>
              </a:buClr>
            </a:pPr>
            <a:r>
              <a:rPr lang="en-US" kern="0" dirty="0">
                <a:solidFill>
                  <a:srgbClr val="666666"/>
                </a:solidFill>
                <a:latin typeface="Arial"/>
                <a:cs typeface="Arial"/>
                <a:sym typeface="Arial"/>
              </a:rPr>
              <a:t>Conv1D</a:t>
            </a:r>
            <a:endParaRPr kern="0" dirty="0">
              <a:solidFill>
                <a:srgbClr val="666666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14" name="Google Shape;381;p22">
            <a:extLst>
              <a:ext uri="{FF2B5EF4-FFF2-40B4-BE49-F238E27FC236}">
                <a16:creationId xmlns:a16="http://schemas.microsoft.com/office/drawing/2014/main" id="{09466F18-C63D-8971-0EE3-B5496230BC64}"/>
              </a:ext>
            </a:extLst>
          </p:cNvPr>
          <p:cNvCxnSpPr>
            <a:cxnSpLocks/>
            <a:stCxn id="13" idx="0"/>
          </p:cNvCxnSpPr>
          <p:nvPr/>
        </p:nvCxnSpPr>
        <p:spPr>
          <a:xfrm flipV="1">
            <a:off x="2391022" y="4966379"/>
            <a:ext cx="2" cy="198322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6" name="Google Shape;380;p22">
            <a:extLst>
              <a:ext uri="{FF2B5EF4-FFF2-40B4-BE49-F238E27FC236}">
                <a16:creationId xmlns:a16="http://schemas.microsoft.com/office/drawing/2014/main" id="{B742699B-FDFE-507D-2E51-E0D49565167C}"/>
              </a:ext>
            </a:extLst>
          </p:cNvPr>
          <p:cNvSpPr/>
          <p:nvPr/>
        </p:nvSpPr>
        <p:spPr>
          <a:xfrm>
            <a:off x="1474447" y="2488533"/>
            <a:ext cx="1833150" cy="413820"/>
          </a:xfrm>
          <a:prstGeom prst="roundRect">
            <a:avLst>
              <a:gd name="adj" fmla="val 16667"/>
            </a:avLst>
          </a:prstGeom>
          <a:solidFill>
            <a:srgbClr val="FFAB40">
              <a:lumMod val="40000"/>
              <a:lumOff val="60000"/>
            </a:srgbClr>
          </a:solidFill>
          <a:ln w="1587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914400">
              <a:buClr>
                <a:srgbClr val="000000"/>
              </a:buClr>
            </a:pPr>
            <a:r>
              <a:rPr lang="en-US" kern="0" dirty="0">
                <a:solidFill>
                  <a:srgbClr val="666666"/>
                </a:solidFill>
                <a:latin typeface="Arial"/>
                <a:cs typeface="Arial"/>
                <a:sym typeface="Arial"/>
              </a:rPr>
              <a:t>SSM</a:t>
            </a:r>
            <a:endParaRPr kern="0" dirty="0">
              <a:solidFill>
                <a:srgbClr val="666666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7" name="Google Shape;379;p22">
            <a:extLst>
              <a:ext uri="{FF2B5EF4-FFF2-40B4-BE49-F238E27FC236}">
                <a16:creationId xmlns:a16="http://schemas.microsoft.com/office/drawing/2014/main" id="{6F032242-0CD8-8D6F-8048-8BB8EE0A44C5}"/>
              </a:ext>
            </a:extLst>
          </p:cNvPr>
          <p:cNvSpPr/>
          <p:nvPr/>
        </p:nvSpPr>
        <p:spPr>
          <a:xfrm>
            <a:off x="1579693" y="3256115"/>
            <a:ext cx="326809" cy="339125"/>
          </a:xfrm>
          <a:prstGeom prst="roundRect">
            <a:avLst>
              <a:gd name="adj" fmla="val 0"/>
            </a:avLst>
          </a:prstGeom>
          <a:solidFill>
            <a:srgbClr val="D8EDBA">
              <a:alpha val="49914"/>
            </a:srgbClr>
          </a:solidFill>
          <a:ln w="15875" cap="flat" cmpd="sng">
            <a:solidFill>
              <a:srgbClr val="839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914400">
              <a:buClr>
                <a:srgbClr val="000000"/>
              </a:buClr>
            </a:pPr>
            <a:r>
              <a:rPr lang="el-GR" altLang="ko-KR" kern="0" dirty="0">
                <a:ln w="3175">
                  <a:noFill/>
                </a:ln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Δ</a:t>
            </a:r>
          </a:p>
        </p:txBody>
      </p:sp>
      <p:sp>
        <p:nvSpPr>
          <p:cNvPr id="48" name="Google Shape;379;p22">
            <a:extLst>
              <a:ext uri="{FF2B5EF4-FFF2-40B4-BE49-F238E27FC236}">
                <a16:creationId xmlns:a16="http://schemas.microsoft.com/office/drawing/2014/main" id="{140FEE90-6248-BF6C-7B6E-08F5396776A0}"/>
              </a:ext>
            </a:extLst>
          </p:cNvPr>
          <p:cNvSpPr/>
          <p:nvPr/>
        </p:nvSpPr>
        <p:spPr>
          <a:xfrm>
            <a:off x="1931491" y="3256115"/>
            <a:ext cx="326809" cy="339125"/>
          </a:xfrm>
          <a:prstGeom prst="roundRect">
            <a:avLst>
              <a:gd name="adj" fmla="val 0"/>
            </a:avLst>
          </a:prstGeom>
          <a:solidFill>
            <a:srgbClr val="D8EDBA">
              <a:alpha val="49914"/>
            </a:srgbClr>
          </a:solidFill>
          <a:ln w="15875" cap="flat" cmpd="sng">
            <a:solidFill>
              <a:srgbClr val="839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914400">
              <a:buClr>
                <a:srgbClr val="000000"/>
              </a:buClr>
            </a:pPr>
            <a:r>
              <a:rPr lang="en" kern="0" dirty="0">
                <a:ln w="3175">
                  <a:noFill/>
                </a:ln>
                <a:solidFill>
                  <a:srgbClr val="595959"/>
                </a:solidFill>
                <a:latin typeface="Arial"/>
                <a:cs typeface="Arial"/>
                <a:sym typeface="Arial"/>
              </a:rPr>
              <a:t>B</a:t>
            </a:r>
            <a:endParaRPr kern="0" dirty="0">
              <a:ln w="3175">
                <a:noFill/>
              </a:ln>
              <a:solidFill>
                <a:srgbClr val="595959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9" name="Google Shape;379;p22">
            <a:extLst>
              <a:ext uri="{FF2B5EF4-FFF2-40B4-BE49-F238E27FC236}">
                <a16:creationId xmlns:a16="http://schemas.microsoft.com/office/drawing/2014/main" id="{9335DC1B-350A-3CED-75F6-E01B480A5823}"/>
              </a:ext>
            </a:extLst>
          </p:cNvPr>
          <p:cNvSpPr/>
          <p:nvPr/>
        </p:nvSpPr>
        <p:spPr>
          <a:xfrm>
            <a:off x="2283289" y="3256115"/>
            <a:ext cx="326809" cy="339125"/>
          </a:xfrm>
          <a:prstGeom prst="roundRect">
            <a:avLst>
              <a:gd name="adj" fmla="val 0"/>
            </a:avLst>
          </a:prstGeom>
          <a:solidFill>
            <a:srgbClr val="D8EDBA">
              <a:alpha val="49914"/>
            </a:srgbClr>
          </a:solidFill>
          <a:ln w="15875" cap="flat" cmpd="sng">
            <a:solidFill>
              <a:srgbClr val="839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914400">
              <a:buClr>
                <a:srgbClr val="000000"/>
              </a:buClr>
            </a:pPr>
            <a:r>
              <a:rPr lang="en" kern="0" dirty="0">
                <a:ln w="3175">
                  <a:noFill/>
                </a:ln>
                <a:solidFill>
                  <a:srgbClr val="595959"/>
                </a:solidFill>
                <a:latin typeface="Arial"/>
                <a:cs typeface="Arial"/>
                <a:sym typeface="Arial"/>
              </a:rPr>
              <a:t>C</a:t>
            </a:r>
            <a:endParaRPr kern="0" dirty="0">
              <a:ln w="3175">
                <a:noFill/>
              </a:ln>
              <a:solidFill>
                <a:srgbClr val="595959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50" name="Google Shape;382;p22">
            <a:extLst>
              <a:ext uri="{FF2B5EF4-FFF2-40B4-BE49-F238E27FC236}">
                <a16:creationId xmlns:a16="http://schemas.microsoft.com/office/drawing/2014/main" id="{13604480-7E1A-EBFA-CBD4-4E674CF82347}"/>
              </a:ext>
            </a:extLst>
          </p:cNvPr>
          <p:cNvCxnSpPr>
            <a:cxnSpLocks/>
            <a:stCxn id="72" idx="1"/>
            <a:endCxn id="48" idx="2"/>
          </p:cNvCxnSpPr>
          <p:nvPr/>
        </p:nvCxnSpPr>
        <p:spPr>
          <a:xfrm rot="10800000">
            <a:off x="2094896" y="3595240"/>
            <a:ext cx="286038" cy="1004546"/>
          </a:xfrm>
          <a:prstGeom prst="bentConnector2">
            <a:avLst/>
          </a:prstGeom>
          <a:noFill/>
          <a:ln w="9525" cap="flat" cmpd="sng">
            <a:solidFill>
              <a:srgbClr val="595959">
                <a:alpha val="10000"/>
              </a:srgbClr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" name="Google Shape;382;p22">
            <a:extLst>
              <a:ext uri="{FF2B5EF4-FFF2-40B4-BE49-F238E27FC236}">
                <a16:creationId xmlns:a16="http://schemas.microsoft.com/office/drawing/2014/main" id="{D3183E19-110D-3111-53C3-BB6FFD8A3E33}"/>
              </a:ext>
            </a:extLst>
          </p:cNvPr>
          <p:cNvCxnSpPr>
            <a:cxnSpLocks/>
            <a:stCxn id="72" idx="3"/>
            <a:endCxn id="49" idx="2"/>
          </p:cNvCxnSpPr>
          <p:nvPr/>
        </p:nvCxnSpPr>
        <p:spPr>
          <a:xfrm flipV="1">
            <a:off x="2401339" y="3595240"/>
            <a:ext cx="45355" cy="1004546"/>
          </a:xfrm>
          <a:prstGeom prst="bentConnector2">
            <a:avLst/>
          </a:prstGeom>
          <a:noFill/>
          <a:ln w="9525" cap="flat" cmpd="sng">
            <a:solidFill>
              <a:srgbClr val="595959">
                <a:alpha val="10000"/>
              </a:srgbClr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" name="Google Shape;382;p22">
            <a:extLst>
              <a:ext uri="{FF2B5EF4-FFF2-40B4-BE49-F238E27FC236}">
                <a16:creationId xmlns:a16="http://schemas.microsoft.com/office/drawing/2014/main" id="{F753D10E-CC80-01BD-AB14-FFE693DAC9E7}"/>
              </a:ext>
            </a:extLst>
          </p:cNvPr>
          <p:cNvCxnSpPr>
            <a:cxnSpLocks/>
            <a:stCxn id="72" idx="1"/>
            <a:endCxn id="47" idx="2"/>
          </p:cNvCxnSpPr>
          <p:nvPr/>
        </p:nvCxnSpPr>
        <p:spPr>
          <a:xfrm rot="10800000">
            <a:off x="1743098" y="3595240"/>
            <a:ext cx="637836" cy="1004546"/>
          </a:xfrm>
          <a:prstGeom prst="bentConnector2">
            <a:avLst/>
          </a:prstGeom>
          <a:noFill/>
          <a:ln w="9525" cap="flat" cmpd="sng">
            <a:solidFill>
              <a:srgbClr val="595959">
                <a:alpha val="10000"/>
              </a:srgbClr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" name="Google Shape;382;p22">
            <a:extLst>
              <a:ext uri="{FF2B5EF4-FFF2-40B4-BE49-F238E27FC236}">
                <a16:creationId xmlns:a16="http://schemas.microsoft.com/office/drawing/2014/main" id="{222C39FF-BE5D-2D9E-6439-E60CB7A1C159}"/>
              </a:ext>
            </a:extLst>
          </p:cNvPr>
          <p:cNvCxnSpPr>
            <a:cxnSpLocks/>
            <a:stCxn id="72" idx="3"/>
            <a:endCxn id="77" idx="2"/>
          </p:cNvCxnSpPr>
          <p:nvPr/>
        </p:nvCxnSpPr>
        <p:spPr>
          <a:xfrm flipV="1">
            <a:off x="2401339" y="2894324"/>
            <a:ext cx="395906" cy="1705462"/>
          </a:xfrm>
          <a:prstGeom prst="bentConnector2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7" name="Google Shape;379;p22">
            <a:extLst>
              <a:ext uri="{FF2B5EF4-FFF2-40B4-BE49-F238E27FC236}">
                <a16:creationId xmlns:a16="http://schemas.microsoft.com/office/drawing/2014/main" id="{B9F20B62-A133-84CB-964A-ABB663DDF271}"/>
              </a:ext>
            </a:extLst>
          </p:cNvPr>
          <p:cNvSpPr/>
          <p:nvPr/>
        </p:nvSpPr>
        <p:spPr>
          <a:xfrm>
            <a:off x="1227895" y="3256115"/>
            <a:ext cx="326809" cy="339125"/>
          </a:xfrm>
          <a:prstGeom prst="roundRect">
            <a:avLst>
              <a:gd name="adj" fmla="val 0"/>
            </a:avLst>
          </a:prstGeom>
          <a:solidFill>
            <a:srgbClr val="D8EDBA">
              <a:alpha val="49914"/>
            </a:srgbClr>
          </a:solidFill>
          <a:ln w="15875" cap="flat" cmpd="sng">
            <a:solidFill>
              <a:srgbClr val="839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914400">
              <a:buClr>
                <a:srgbClr val="000000"/>
              </a:buClr>
            </a:pPr>
            <a:r>
              <a:rPr lang="en" kern="0" dirty="0">
                <a:solidFill>
                  <a:srgbClr val="666666"/>
                </a:solidFill>
                <a:latin typeface="Arial"/>
                <a:cs typeface="Arial"/>
                <a:sym typeface="Arial"/>
              </a:rPr>
              <a:t>A</a:t>
            </a:r>
            <a:endParaRPr kern="0" dirty="0">
              <a:solidFill>
                <a:srgbClr val="666666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59" name="Google Shape;382;p22">
            <a:extLst>
              <a:ext uri="{FF2B5EF4-FFF2-40B4-BE49-F238E27FC236}">
                <a16:creationId xmlns:a16="http://schemas.microsoft.com/office/drawing/2014/main" id="{3D29F0A0-DB57-256F-D2B4-B6E4325ECC49}"/>
              </a:ext>
            </a:extLst>
          </p:cNvPr>
          <p:cNvCxnSpPr>
            <a:cxnSpLocks/>
            <a:stCxn id="57" idx="0"/>
            <a:endCxn id="74" idx="2"/>
          </p:cNvCxnSpPr>
          <p:nvPr/>
        </p:nvCxnSpPr>
        <p:spPr>
          <a:xfrm rot="5400000" flipH="1" flipV="1">
            <a:off x="1386304" y="2899321"/>
            <a:ext cx="361791" cy="351798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0" name="Google Shape;381;p22">
            <a:extLst>
              <a:ext uri="{FF2B5EF4-FFF2-40B4-BE49-F238E27FC236}">
                <a16:creationId xmlns:a16="http://schemas.microsoft.com/office/drawing/2014/main" id="{D9F42196-5988-155E-C8A7-526A6C08A4FB}"/>
              </a:ext>
            </a:extLst>
          </p:cNvPr>
          <p:cNvCxnSpPr>
            <a:cxnSpLocks/>
            <a:stCxn id="48" idx="0"/>
            <a:endCxn id="75" idx="2"/>
          </p:cNvCxnSpPr>
          <p:nvPr/>
        </p:nvCxnSpPr>
        <p:spPr>
          <a:xfrm flipV="1">
            <a:off x="2094896" y="2894324"/>
            <a:ext cx="1604" cy="361791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" name="Google Shape;381;p22">
            <a:extLst>
              <a:ext uri="{FF2B5EF4-FFF2-40B4-BE49-F238E27FC236}">
                <a16:creationId xmlns:a16="http://schemas.microsoft.com/office/drawing/2014/main" id="{E84BD9FD-3EFF-2827-4EED-3DD5318D6419}"/>
              </a:ext>
            </a:extLst>
          </p:cNvPr>
          <p:cNvCxnSpPr>
            <a:cxnSpLocks/>
            <a:stCxn id="49" idx="0"/>
            <a:endCxn id="76" idx="2"/>
          </p:cNvCxnSpPr>
          <p:nvPr/>
        </p:nvCxnSpPr>
        <p:spPr>
          <a:xfrm flipV="1">
            <a:off x="2446694" y="2894324"/>
            <a:ext cx="3208" cy="361791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" name="Google Shape;381;p22">
            <a:extLst>
              <a:ext uri="{FF2B5EF4-FFF2-40B4-BE49-F238E27FC236}">
                <a16:creationId xmlns:a16="http://schemas.microsoft.com/office/drawing/2014/main" id="{2C473663-0A0E-93D7-E8B0-DDDCF9729130}"/>
              </a:ext>
            </a:extLst>
          </p:cNvPr>
          <p:cNvCxnSpPr>
            <a:cxnSpLocks/>
            <a:stCxn id="47" idx="0"/>
            <a:endCxn id="74" idx="2"/>
          </p:cNvCxnSpPr>
          <p:nvPr/>
        </p:nvCxnSpPr>
        <p:spPr>
          <a:xfrm flipV="1">
            <a:off x="1743098" y="2894324"/>
            <a:ext cx="0" cy="361791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" name="Google Shape;381;p22">
            <a:extLst>
              <a:ext uri="{FF2B5EF4-FFF2-40B4-BE49-F238E27FC236}">
                <a16:creationId xmlns:a16="http://schemas.microsoft.com/office/drawing/2014/main" id="{20232855-AB40-26C3-A400-48A112D38437}"/>
              </a:ext>
            </a:extLst>
          </p:cNvPr>
          <p:cNvCxnSpPr>
            <a:cxnSpLocks/>
            <a:endCxn id="13" idx="2"/>
          </p:cNvCxnSpPr>
          <p:nvPr/>
        </p:nvCxnSpPr>
        <p:spPr>
          <a:xfrm flipH="1" flipV="1">
            <a:off x="2391022" y="5534961"/>
            <a:ext cx="2132" cy="303824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4" name="Google Shape;380;p22">
            <a:extLst>
              <a:ext uri="{FF2B5EF4-FFF2-40B4-BE49-F238E27FC236}">
                <a16:creationId xmlns:a16="http://schemas.microsoft.com/office/drawing/2014/main" id="{9B4FD09C-D158-A8B1-F292-888463AFBFD0}"/>
              </a:ext>
            </a:extLst>
          </p:cNvPr>
          <p:cNvSpPr/>
          <p:nvPr/>
        </p:nvSpPr>
        <p:spPr>
          <a:xfrm>
            <a:off x="1446388" y="3794147"/>
            <a:ext cx="584097" cy="168058"/>
          </a:xfrm>
          <a:prstGeom prst="trapezoid">
            <a:avLst>
              <a:gd name="adj" fmla="val 71578"/>
            </a:avLst>
          </a:prstGeom>
          <a:solidFill>
            <a:srgbClr val="FFEAEA">
              <a:alpha val="10000"/>
            </a:srgbClr>
          </a:solidFill>
          <a:ln w="9525" cap="flat" cmpd="sng">
            <a:solidFill>
              <a:srgbClr val="595959">
                <a:alpha val="10000"/>
              </a:srgb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914400">
              <a:buClr>
                <a:srgbClr val="000000"/>
              </a:buClr>
            </a:pPr>
            <a:endParaRPr kern="0" dirty="0">
              <a:solidFill>
                <a:srgbClr val="666666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5" name="Google Shape;380;p22">
            <a:extLst>
              <a:ext uri="{FF2B5EF4-FFF2-40B4-BE49-F238E27FC236}">
                <a16:creationId xmlns:a16="http://schemas.microsoft.com/office/drawing/2014/main" id="{00CB3EAC-8F4B-2A0E-32E7-FD14F9551CFB}"/>
              </a:ext>
            </a:extLst>
          </p:cNvPr>
          <p:cNvSpPr/>
          <p:nvPr/>
        </p:nvSpPr>
        <p:spPr>
          <a:xfrm>
            <a:off x="2158950" y="4284338"/>
            <a:ext cx="584097" cy="168058"/>
          </a:xfrm>
          <a:prstGeom prst="trapezoid">
            <a:avLst>
              <a:gd name="adj" fmla="val 71578"/>
            </a:avLst>
          </a:prstGeom>
          <a:solidFill>
            <a:srgbClr val="FFEAEA">
              <a:alpha val="10000"/>
            </a:srgbClr>
          </a:solidFill>
          <a:ln w="9525" cap="flat" cmpd="sng">
            <a:solidFill>
              <a:srgbClr val="595959">
                <a:alpha val="10000"/>
              </a:srgb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914400">
              <a:buClr>
                <a:srgbClr val="000000"/>
              </a:buClr>
            </a:pPr>
            <a:endParaRPr kern="0" dirty="0">
              <a:solidFill>
                <a:srgbClr val="666666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6" name="Google Shape;380;p22">
            <a:extLst>
              <a:ext uri="{FF2B5EF4-FFF2-40B4-BE49-F238E27FC236}">
                <a16:creationId xmlns:a16="http://schemas.microsoft.com/office/drawing/2014/main" id="{98014FC1-7731-D85F-79B3-5F1665CB9F0B}"/>
              </a:ext>
            </a:extLst>
          </p:cNvPr>
          <p:cNvSpPr/>
          <p:nvPr/>
        </p:nvSpPr>
        <p:spPr>
          <a:xfrm>
            <a:off x="1800146" y="4039243"/>
            <a:ext cx="584097" cy="168058"/>
          </a:xfrm>
          <a:prstGeom prst="trapezoid">
            <a:avLst>
              <a:gd name="adj" fmla="val 71578"/>
            </a:avLst>
          </a:prstGeom>
          <a:solidFill>
            <a:srgbClr val="FFEAEA">
              <a:alpha val="10000"/>
            </a:srgbClr>
          </a:solidFill>
          <a:ln w="9525" cap="flat" cmpd="sng">
            <a:solidFill>
              <a:srgbClr val="595959">
                <a:alpha val="10000"/>
              </a:srgb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914400">
              <a:buClr>
                <a:srgbClr val="000000"/>
              </a:buClr>
            </a:pPr>
            <a:endParaRPr kern="0" dirty="0">
              <a:solidFill>
                <a:srgbClr val="666666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F7EBA276-BE1A-48EC-DAA7-BC61B9DE1635}"/>
              </a:ext>
            </a:extLst>
          </p:cNvPr>
          <p:cNvGrpSpPr/>
          <p:nvPr/>
        </p:nvGrpSpPr>
        <p:grpSpPr>
          <a:xfrm>
            <a:off x="2263072" y="4712424"/>
            <a:ext cx="255900" cy="253955"/>
            <a:chOff x="4215295" y="4756876"/>
            <a:chExt cx="232636" cy="2539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44005845-1E12-EF29-D9DE-4A4D0D551242}"/>
                    </a:ext>
                  </a:extLst>
                </p:cNvPr>
                <p:cNvSpPr txBox="1"/>
                <p:nvPr/>
              </p:nvSpPr>
              <p:spPr>
                <a:xfrm>
                  <a:off x="4241102" y="4785050"/>
                  <a:ext cx="181022" cy="17199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 defTabSz="914400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>
                        <m:r>
                          <m:rPr>
                            <m:sty m:val="p"/>
                          </m:rPr>
                          <a:rPr kumimoji="1" lang="en-US" altLang="ko-KR" kern="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σ</m:t>
                        </m:r>
                      </m:oMath>
                    </m:oMathPara>
                  </a14:m>
                  <a:endParaRPr kumimoji="1" lang="en-US" altLang="ko-KR" kern="0" dirty="0">
                    <a:solidFill>
                      <a:srgbClr val="595959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44005845-1E12-EF29-D9DE-4A4D0D5512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1102" y="4785050"/>
                  <a:ext cx="181022" cy="171995"/>
                </a:xfrm>
                <a:prstGeom prst="rect">
                  <a:avLst/>
                </a:prstGeom>
                <a:blipFill>
                  <a:blip r:embed="rId7"/>
                  <a:stretch>
                    <a:fillRect l="-5882" r="-5882" b="-3571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9" name="Google Shape;348;p22">
              <a:extLst>
                <a:ext uri="{FF2B5EF4-FFF2-40B4-BE49-F238E27FC236}">
                  <a16:creationId xmlns:a16="http://schemas.microsoft.com/office/drawing/2014/main" id="{CDB3DE58-802C-3579-5786-83CBC69A0E5A}"/>
                </a:ext>
              </a:extLst>
            </p:cNvPr>
            <p:cNvSpPr/>
            <p:nvPr/>
          </p:nvSpPr>
          <p:spPr>
            <a:xfrm>
              <a:off x="4215295" y="4756876"/>
              <a:ext cx="232636" cy="253955"/>
            </a:xfrm>
            <a:prstGeom prst="ellipse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endParaRPr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68" name="Google Shape;379;p22">
            <a:extLst>
              <a:ext uri="{FF2B5EF4-FFF2-40B4-BE49-F238E27FC236}">
                <a16:creationId xmlns:a16="http://schemas.microsoft.com/office/drawing/2014/main" id="{9F8813D8-EE72-3F4E-E0B9-2C6686DDD506}"/>
              </a:ext>
            </a:extLst>
          </p:cNvPr>
          <p:cNvSpPr/>
          <p:nvPr/>
        </p:nvSpPr>
        <p:spPr>
          <a:xfrm>
            <a:off x="2986886" y="3256115"/>
            <a:ext cx="326809" cy="339125"/>
          </a:xfrm>
          <a:prstGeom prst="roundRect">
            <a:avLst>
              <a:gd name="adj" fmla="val 0"/>
            </a:avLst>
          </a:prstGeom>
          <a:solidFill>
            <a:srgbClr val="D8EDBA">
              <a:alpha val="49914"/>
            </a:srgbClr>
          </a:solidFill>
          <a:ln w="15875" cap="flat" cmpd="sng">
            <a:solidFill>
              <a:srgbClr val="839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914400">
              <a:buClr>
                <a:srgbClr val="000000"/>
              </a:buClr>
            </a:pPr>
            <a:r>
              <a:rPr lang="en-US" kern="0" dirty="0">
                <a:ln w="3175">
                  <a:noFill/>
                </a:ln>
                <a:solidFill>
                  <a:srgbClr val="595959"/>
                </a:solidFill>
                <a:latin typeface="Arial"/>
                <a:cs typeface="Arial"/>
                <a:sym typeface="Arial"/>
              </a:rPr>
              <a:t>D</a:t>
            </a:r>
            <a:endParaRPr kern="0" dirty="0">
              <a:ln w="3175">
                <a:noFill/>
              </a:ln>
              <a:solidFill>
                <a:srgbClr val="595959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69" name="Google Shape;381;p22">
            <a:extLst>
              <a:ext uri="{FF2B5EF4-FFF2-40B4-BE49-F238E27FC236}">
                <a16:creationId xmlns:a16="http://schemas.microsoft.com/office/drawing/2014/main" id="{362143FB-42E5-30F0-3FEC-CDAE621B4526}"/>
              </a:ext>
            </a:extLst>
          </p:cNvPr>
          <p:cNvCxnSpPr>
            <a:cxnSpLocks/>
            <a:stCxn id="68" idx="0"/>
            <a:endCxn id="77" idx="4"/>
          </p:cNvCxnSpPr>
          <p:nvPr/>
        </p:nvCxnSpPr>
        <p:spPr>
          <a:xfrm flipV="1">
            <a:off x="3150291" y="2894324"/>
            <a:ext cx="356" cy="361791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0923A6AC-E712-134D-E4E5-5E2B0204166C}"/>
              </a:ext>
            </a:extLst>
          </p:cNvPr>
          <p:cNvGrpSpPr/>
          <p:nvPr/>
        </p:nvGrpSpPr>
        <p:grpSpPr>
          <a:xfrm>
            <a:off x="1743098" y="2786646"/>
            <a:ext cx="1407549" cy="107678"/>
            <a:chOff x="1743098" y="2794562"/>
            <a:chExt cx="1397761" cy="107678"/>
          </a:xfrm>
          <a:solidFill>
            <a:srgbClr val="FFDDB3"/>
          </a:solidFill>
        </p:grpSpPr>
        <p:sp>
          <p:nvSpPr>
            <p:cNvPr id="74" name="삼각형 73">
              <a:extLst>
                <a:ext uri="{FF2B5EF4-FFF2-40B4-BE49-F238E27FC236}">
                  <a16:creationId xmlns:a16="http://schemas.microsoft.com/office/drawing/2014/main" id="{5A9D6204-81BA-B6A1-A0A9-B8CEE60900FC}"/>
                </a:ext>
              </a:extLst>
            </p:cNvPr>
            <p:cNvSpPr/>
            <p:nvPr/>
          </p:nvSpPr>
          <p:spPr>
            <a:xfrm>
              <a:off x="1743098" y="2794562"/>
              <a:ext cx="350944" cy="107678"/>
            </a:xfrm>
            <a:prstGeom prst="triangle">
              <a:avLst/>
            </a:prstGeom>
            <a:grp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defTabSz="914400">
                <a:buClr>
                  <a:srgbClr val="000000"/>
                </a:buClr>
              </a:pPr>
              <a:endParaRPr kumimoji="1" lang="ko-KR" altLang="en-US" kern="0" dirty="0">
                <a:solidFill>
                  <a:srgbClr val="FFFFFF"/>
                </a:solidFill>
                <a:latin typeface="Arial"/>
                <a:ea typeface="맑은 고딕" panose="020B0503020000020004" pitchFamily="34" charset="-127"/>
                <a:sym typeface="Arial"/>
              </a:endParaRPr>
            </a:p>
          </p:txBody>
        </p:sp>
        <p:sp>
          <p:nvSpPr>
            <p:cNvPr id="75" name="삼각형 74">
              <a:extLst>
                <a:ext uri="{FF2B5EF4-FFF2-40B4-BE49-F238E27FC236}">
                  <a16:creationId xmlns:a16="http://schemas.microsoft.com/office/drawing/2014/main" id="{CFBBD5B4-8067-D92D-C070-22BF36AF31BA}"/>
                </a:ext>
              </a:extLst>
            </p:cNvPr>
            <p:cNvSpPr/>
            <p:nvPr/>
          </p:nvSpPr>
          <p:spPr>
            <a:xfrm>
              <a:off x="2094042" y="2794562"/>
              <a:ext cx="350944" cy="107678"/>
            </a:xfrm>
            <a:prstGeom prst="triangle">
              <a:avLst/>
            </a:prstGeom>
            <a:grp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defTabSz="914400">
                <a:buClr>
                  <a:srgbClr val="000000"/>
                </a:buClr>
              </a:pPr>
              <a:endParaRPr kumimoji="1" lang="ko-KR" altLang="en-US" kern="0" dirty="0">
                <a:solidFill>
                  <a:srgbClr val="FFFFFF"/>
                </a:solidFill>
                <a:latin typeface="Arial"/>
                <a:ea typeface="맑은 고딕" panose="020B0503020000020004" pitchFamily="34" charset="-127"/>
                <a:sym typeface="Arial"/>
              </a:endParaRPr>
            </a:p>
          </p:txBody>
        </p:sp>
        <p:sp>
          <p:nvSpPr>
            <p:cNvPr id="76" name="삼각형 75">
              <a:extLst>
                <a:ext uri="{FF2B5EF4-FFF2-40B4-BE49-F238E27FC236}">
                  <a16:creationId xmlns:a16="http://schemas.microsoft.com/office/drawing/2014/main" id="{5B95CA34-85B5-54C7-B0EC-EB6A721E52A7}"/>
                </a:ext>
              </a:extLst>
            </p:cNvPr>
            <p:cNvSpPr/>
            <p:nvPr/>
          </p:nvSpPr>
          <p:spPr>
            <a:xfrm>
              <a:off x="2444987" y="2794562"/>
              <a:ext cx="350944" cy="107678"/>
            </a:xfrm>
            <a:prstGeom prst="triangle">
              <a:avLst/>
            </a:prstGeom>
            <a:grp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defTabSz="914400">
                <a:buClr>
                  <a:srgbClr val="000000"/>
                </a:buClr>
              </a:pPr>
              <a:endParaRPr kumimoji="1" lang="ko-KR" altLang="en-US" kern="0" dirty="0">
                <a:solidFill>
                  <a:srgbClr val="FFFFFF"/>
                </a:solidFill>
                <a:latin typeface="Arial"/>
                <a:ea typeface="맑은 고딕" panose="020B0503020000020004" pitchFamily="34" charset="-127"/>
                <a:sym typeface="Arial"/>
              </a:endParaRPr>
            </a:p>
          </p:txBody>
        </p:sp>
        <p:sp>
          <p:nvSpPr>
            <p:cNvPr id="77" name="삼각형 76">
              <a:extLst>
                <a:ext uri="{FF2B5EF4-FFF2-40B4-BE49-F238E27FC236}">
                  <a16:creationId xmlns:a16="http://schemas.microsoft.com/office/drawing/2014/main" id="{FECDA84E-C5FF-6710-7ED1-406D5D143953}"/>
                </a:ext>
              </a:extLst>
            </p:cNvPr>
            <p:cNvSpPr/>
            <p:nvPr/>
          </p:nvSpPr>
          <p:spPr>
            <a:xfrm>
              <a:off x="2789915" y="2794562"/>
              <a:ext cx="350944" cy="107678"/>
            </a:xfrm>
            <a:prstGeom prst="triangle">
              <a:avLst/>
            </a:prstGeom>
            <a:grp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defTabSz="914400">
                <a:buClr>
                  <a:srgbClr val="000000"/>
                </a:buClr>
              </a:pPr>
              <a:endParaRPr kumimoji="1" lang="ko-KR" altLang="en-US" kern="0" dirty="0">
                <a:solidFill>
                  <a:srgbClr val="FFFFFF"/>
                </a:solidFill>
                <a:latin typeface="Arial"/>
                <a:ea typeface="맑은 고딕" panose="020B0503020000020004" pitchFamily="34" charset="-127"/>
                <a:sym typeface="Arial"/>
              </a:endParaRPr>
            </a:p>
          </p:txBody>
        </p:sp>
      </p:grpSp>
      <p:cxnSp>
        <p:nvCxnSpPr>
          <p:cNvPr id="71" name="Google Shape;382;p22">
            <a:extLst>
              <a:ext uri="{FF2B5EF4-FFF2-40B4-BE49-F238E27FC236}">
                <a16:creationId xmlns:a16="http://schemas.microsoft.com/office/drawing/2014/main" id="{2FD4315E-4884-2F14-3CE3-EFC67F416EF0}"/>
              </a:ext>
            </a:extLst>
          </p:cNvPr>
          <p:cNvCxnSpPr>
            <a:cxnSpLocks/>
            <a:stCxn id="72" idx="3"/>
            <a:endCxn id="68" idx="2"/>
          </p:cNvCxnSpPr>
          <p:nvPr/>
        </p:nvCxnSpPr>
        <p:spPr>
          <a:xfrm flipV="1">
            <a:off x="2401339" y="3595240"/>
            <a:ext cx="748952" cy="1004546"/>
          </a:xfrm>
          <a:prstGeom prst="bentConnector2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7B9B4755-C4D2-F501-057A-64CA3D58471B}"/>
              </a:ext>
            </a:extLst>
          </p:cNvPr>
          <p:cNvSpPr/>
          <p:nvPr/>
        </p:nvSpPr>
        <p:spPr>
          <a:xfrm>
            <a:off x="2380934" y="4594237"/>
            <a:ext cx="20405" cy="1109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>
              <a:buClr>
                <a:srgbClr val="000000"/>
              </a:buClr>
            </a:pPr>
            <a:endParaRPr kumimoji="1" lang="ko-KR" altLang="en-US" kern="0" dirty="0">
              <a:solidFill>
                <a:srgbClr val="FFFFFF"/>
              </a:solidFill>
              <a:latin typeface="Arial"/>
              <a:ea typeface="맑은 고딕" panose="020B0503020000020004" pitchFamily="34" charset="-127"/>
              <a:sym typeface="Arial"/>
            </a:endParaRPr>
          </a:p>
        </p:txBody>
      </p:sp>
      <p:cxnSp>
        <p:nvCxnSpPr>
          <p:cNvPr id="73" name="Google Shape;381;p22">
            <a:extLst>
              <a:ext uri="{FF2B5EF4-FFF2-40B4-BE49-F238E27FC236}">
                <a16:creationId xmlns:a16="http://schemas.microsoft.com/office/drawing/2014/main" id="{AD09E662-F458-3561-5980-4A9C110C5785}"/>
              </a:ext>
            </a:extLst>
          </p:cNvPr>
          <p:cNvCxnSpPr>
            <a:cxnSpLocks/>
            <a:stCxn id="79" idx="0"/>
            <a:endCxn id="72" idx="2"/>
          </p:cNvCxnSpPr>
          <p:nvPr/>
        </p:nvCxnSpPr>
        <p:spPr>
          <a:xfrm flipV="1">
            <a:off x="2391022" y="4605335"/>
            <a:ext cx="115" cy="107089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3109410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7FF40-0246-BE7F-8A0A-4E08211BE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내용 개체 틀 15">
            <a:extLst>
              <a:ext uri="{FF2B5EF4-FFF2-40B4-BE49-F238E27FC236}">
                <a16:creationId xmlns:a16="http://schemas.microsoft.com/office/drawing/2014/main" id="{C934170A-3836-419F-2A6C-C3A7DBE430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827" y="1151467"/>
            <a:ext cx="11440697" cy="5249538"/>
          </a:xfrm>
        </p:spPr>
        <p:txBody>
          <a:bodyPr/>
          <a:lstStyle/>
          <a:p>
            <a:r>
              <a:rPr lang="en-US" altLang="ko-KR" dirty="0"/>
              <a:t>Real world is not an LTI system</a:t>
            </a:r>
          </a:p>
          <a:p>
            <a:endParaRPr lang="en-US" altLang="ko-KR" sz="1400" dirty="0"/>
          </a:p>
          <a:p>
            <a:r>
              <a:rPr lang="en-US" altLang="ko-KR" dirty="0"/>
              <a:t>Choose two tasks that original SSM might not work well</a:t>
            </a:r>
          </a:p>
          <a:p>
            <a:pPr lvl="1"/>
            <a:r>
              <a:rPr lang="en-US" altLang="ko-KR" dirty="0">
                <a:highlight>
                  <a:srgbClr val="EEF5FF"/>
                </a:highlight>
              </a:rPr>
              <a:t>selective copying</a:t>
            </a:r>
            <a:r>
              <a:rPr lang="en-US" altLang="ko-KR" baseline="30000" dirty="0"/>
              <a:t> (proposed)</a:t>
            </a:r>
            <a:r>
              <a:rPr lang="en-US" altLang="ko-KR" dirty="0"/>
              <a:t>, induction heads</a:t>
            </a:r>
            <a:r>
              <a:rPr lang="en-US" altLang="ko-KR" baseline="30000" dirty="0"/>
              <a:t> [Olsson et al.’22]</a:t>
            </a:r>
          </a:p>
          <a:p>
            <a:pPr lvl="1"/>
            <a:endParaRPr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5D7A578-DD4D-CAAA-9C34-22078F841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913" y="118633"/>
            <a:ext cx="11404650" cy="753795"/>
          </a:xfrm>
        </p:spPr>
        <p:txBody>
          <a:bodyPr/>
          <a:lstStyle/>
          <a:p>
            <a:r>
              <a:rPr lang="en-US" altLang="ko-KR" spc="-150"/>
              <a:t>Selective SSM</a:t>
            </a:r>
            <a:r>
              <a:rPr lang="en-US" altLang="ko-KR" spc="-150">
                <a:ln>
                  <a:solidFill>
                    <a:schemeClr val="bg2"/>
                  </a:solidFill>
                </a:ln>
                <a:solidFill>
                  <a:schemeClr val="bg2"/>
                </a:solidFill>
              </a:rPr>
              <a:t>  +  Gated Linear Unit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6E1125-4AB8-5D0F-65D5-2AC76E6FBAA2}"/>
              </a:ext>
            </a:extLst>
          </p:cNvPr>
          <p:cNvSpPr txBox="1"/>
          <p:nvPr/>
        </p:nvSpPr>
        <p:spPr>
          <a:xfrm>
            <a:off x="7795967" y="226214"/>
            <a:ext cx="4145083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kumimoji="1" lang="en-US" altLang="ko-K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NanumSquareOTF ExtraBold" panose="020B0600000101010101" pitchFamily="34" charset="-127"/>
                <a:cs typeface="Pretendard ExtraBold" panose="02000503000000020004" pitchFamily="2" charset="-127"/>
              </a:rPr>
              <a:t>4. Mamba Structure</a:t>
            </a:r>
          </a:p>
        </p:txBody>
      </p:sp>
      <p:pic>
        <p:nvPicPr>
          <p:cNvPr id="154" name="그림 153">
            <a:extLst>
              <a:ext uri="{FF2B5EF4-FFF2-40B4-BE49-F238E27FC236}">
                <a16:creationId xmlns:a16="http://schemas.microsoft.com/office/drawing/2014/main" id="{244F16E9-5E3E-51EF-0850-76CB5CBA67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1792"/>
          <a:stretch>
            <a:fillRect/>
          </a:stretch>
        </p:blipFill>
        <p:spPr>
          <a:xfrm>
            <a:off x="572538" y="3429001"/>
            <a:ext cx="11046924" cy="2746948"/>
          </a:xfrm>
          <a:prstGeom prst="rect">
            <a:avLst/>
          </a:prstGeom>
        </p:spPr>
      </p:pic>
      <p:sp>
        <p:nvSpPr>
          <p:cNvPr id="156" name="TextBox 155">
            <a:extLst>
              <a:ext uri="{FF2B5EF4-FFF2-40B4-BE49-F238E27FC236}">
                <a16:creationId xmlns:a16="http://schemas.microsoft.com/office/drawing/2014/main" id="{B305FD87-BF8C-3F8F-26F3-9E388D327F9C}"/>
              </a:ext>
            </a:extLst>
          </p:cNvPr>
          <p:cNvSpPr txBox="1"/>
          <p:nvPr/>
        </p:nvSpPr>
        <p:spPr>
          <a:xfrm>
            <a:off x="48251" y="6231728"/>
            <a:ext cx="1181831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chemeClr val="bg2">
                    <a:lumMod val="90000"/>
                  </a:schemeClr>
                </a:solidFill>
                <a:latin typeface="Avenir Book" panose="02000503020000020003" pitchFamily="2" charset="0"/>
                <a:cs typeface="Arial" panose="020B0604020202020204" pitchFamily="34" charset="0"/>
              </a:rPr>
              <a:t>[figure] Gu and Dao (2024). </a:t>
            </a:r>
            <a:r>
              <a:rPr lang="en-US" altLang="ko-KR" sz="1600" dirty="0">
                <a:solidFill>
                  <a:schemeClr val="bg2">
                    <a:lumMod val="90000"/>
                  </a:schemeClr>
                </a:solidFill>
                <a:latin typeface="Avenir Book" panose="02000503020000020003" pitchFamily="2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Mamba: Linear-time sequence modeling with selective state spaces</a:t>
            </a:r>
            <a:r>
              <a:rPr lang="en-US" altLang="ko-KR" sz="1600" dirty="0">
                <a:solidFill>
                  <a:schemeClr val="bg2">
                    <a:lumMod val="90000"/>
                  </a:schemeClr>
                </a:solidFill>
                <a:latin typeface="Avenir Book" panose="02000503020000020003" pitchFamily="2" charset="0"/>
                <a:cs typeface="Arial" panose="020B0604020202020204" pitchFamily="34" charset="0"/>
              </a:rPr>
              <a:t>. COLM.</a:t>
            </a:r>
            <a:endParaRPr lang="ko-KR" altLang="en-US" sz="1100" dirty="0">
              <a:solidFill>
                <a:schemeClr val="bg2">
                  <a:lumMod val="90000"/>
                </a:schemeClr>
              </a:solidFill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06787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3C9C1-DA85-CEAF-FCCB-4DC9065F3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내용 개체 틀 15">
            <a:extLst>
              <a:ext uri="{FF2B5EF4-FFF2-40B4-BE49-F238E27FC236}">
                <a16:creationId xmlns:a16="http://schemas.microsoft.com/office/drawing/2014/main" id="{DBFA58CD-D9EF-DB62-E8BF-1546048480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827" y="1151467"/>
            <a:ext cx="11440697" cy="5249538"/>
          </a:xfrm>
        </p:spPr>
        <p:txBody>
          <a:bodyPr/>
          <a:lstStyle/>
          <a:p>
            <a:r>
              <a:rPr lang="en-US" altLang="ko-KR" dirty="0"/>
              <a:t>Selective Mechanism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499B457-4845-2998-D5D4-ADAC40F85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913" y="118633"/>
            <a:ext cx="11404650" cy="753795"/>
          </a:xfrm>
        </p:spPr>
        <p:txBody>
          <a:bodyPr/>
          <a:lstStyle/>
          <a:p>
            <a:r>
              <a:rPr lang="en-US" altLang="ko-KR" spc="-150" dirty="0"/>
              <a:t>Selective SSM</a:t>
            </a:r>
            <a:r>
              <a:rPr lang="en-US" altLang="ko-KR" spc="-150" dirty="0">
                <a:ln>
                  <a:solidFill>
                    <a:schemeClr val="bg2"/>
                  </a:solidFill>
                </a:ln>
                <a:solidFill>
                  <a:schemeClr val="bg2"/>
                </a:solidFill>
              </a:rPr>
              <a:t>  +  Gated Linear Unit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내용 개체 틀 15">
                <a:extLst>
                  <a:ext uri="{FF2B5EF4-FFF2-40B4-BE49-F238E27FC236}">
                    <a16:creationId xmlns:a16="http://schemas.microsoft.com/office/drawing/2014/main" id="{CE7228B5-2F8A-4BDD-AAB0-58A159673C0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23001" y="1150938"/>
                <a:ext cx="7797523" cy="5249862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1" hangingPunct="1">
                  <a:lnSpc>
                    <a:spcPct val="120000"/>
                  </a:lnSpc>
                  <a:spcBef>
                    <a:spcPts val="400"/>
                  </a:spcBef>
                  <a:buFont typeface="Arial" panose="020B0604020202020204" pitchFamily="34" charset="0"/>
                  <a:buChar char="•"/>
                  <a:defRPr sz="2800" b="0" i="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NanumSquareOTF Light" panose="020B0600000101010101" pitchFamily="34" charset="-127"/>
                    <a:cs typeface="Arial" panose="020B0604020202020204" pitchFamily="34" charset="0"/>
                  </a:defRPr>
                </a:lvl1pPr>
                <a:lvl2pPr marL="685800" indent="-228600" algn="l" defTabSz="914400" rtl="0" eaLnBrk="1" latinLnBrk="1" hangingPunct="1">
                  <a:lnSpc>
                    <a:spcPct val="120000"/>
                  </a:lnSpc>
                  <a:spcBef>
                    <a:spcPts val="400"/>
                  </a:spcBef>
                  <a:buFont typeface="Arial" panose="020B0604020202020204" pitchFamily="34" charset="0"/>
                  <a:buChar char="•"/>
                  <a:defRPr sz="2600" b="0" i="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NanumSquareOTF Light" panose="020B0600000101010101" pitchFamily="34" charset="-127"/>
                    <a:cs typeface="Arial" panose="020B0604020202020204" pitchFamily="34" charset="0"/>
                  </a:defRPr>
                </a:lvl2pPr>
                <a:lvl3pPr marL="1143000" indent="-228600" algn="l" defTabSz="914400" rtl="0" eaLnBrk="1" latinLnBrk="1" hangingPunct="1">
                  <a:lnSpc>
                    <a:spcPct val="120000"/>
                  </a:lnSpc>
                  <a:spcBef>
                    <a:spcPts val="400"/>
                  </a:spcBef>
                  <a:buFont typeface="Arial" panose="020B0604020202020204" pitchFamily="34" charset="0"/>
                  <a:buChar char="•"/>
                  <a:defRPr sz="2400" b="0" i="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NanumSquareOTF Light" panose="020B0600000101010101" pitchFamily="34" charset="-127"/>
                    <a:cs typeface="Arial" panose="020B0604020202020204" pitchFamily="34" charset="0"/>
                  </a:defRPr>
                </a:lvl3pPr>
                <a:lvl4pPr marL="1600200" indent="-228600" algn="l" defTabSz="914400" rtl="0" eaLnBrk="1" latinLnBrk="1" hangingPunct="1">
                  <a:lnSpc>
                    <a:spcPct val="120000"/>
                  </a:lnSpc>
                  <a:spcBef>
                    <a:spcPts val="400"/>
                  </a:spcBef>
                  <a:buFont typeface="Arial" panose="020B0604020202020204" pitchFamily="34" charset="0"/>
                  <a:buChar char="•"/>
                  <a:defRPr sz="2400" b="0" i="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NanumSquareOTF Light" panose="020B0600000101010101" pitchFamily="34" charset="-127"/>
                    <a:cs typeface="Arial" panose="020B0604020202020204" pitchFamily="34" charset="0"/>
                  </a:defRPr>
                </a:lvl4pPr>
                <a:lvl5pPr marL="2057400" indent="-228600" algn="l" defTabSz="914400" rtl="0" eaLnBrk="1" latinLnBrk="1" hangingPunct="1">
                  <a:lnSpc>
                    <a:spcPct val="120000"/>
                  </a:lnSpc>
                  <a:spcBef>
                    <a:spcPts val="400"/>
                  </a:spcBef>
                  <a:buFont typeface="Arial" panose="020B0604020202020204" pitchFamily="34" charset="0"/>
                  <a:buChar char="•"/>
                  <a:defRPr sz="1600" b="0" i="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NanumSquareOTF Light" panose="020B0600000101010101" pitchFamily="34" charset="-127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altLang="ko-KR" dirty="0">
                  <a:solidFill>
                    <a:srgbClr val="FCFCFC"/>
                  </a:solidFill>
                </a:endParaRPr>
              </a:p>
              <a:p>
                <a:pPr marL="0" indent="0">
                  <a:buNone/>
                </a:pPr>
                <a:endParaRPr lang="en-US" altLang="ko-KR" sz="800" dirty="0"/>
              </a:p>
              <a:p>
                <a:pPr>
                  <a:buFont typeface="Wingdings" pitchFamily="2" charset="2"/>
                  <a:buChar char="ü"/>
                </a:pPr>
                <a:r>
                  <a:rPr lang="en-US" altLang="ko-KR" sz="2600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ko-KR" sz="2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ko-KR" sz="2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ko-KR" sz="2600" dirty="0"/>
                  <a:t> : given input at time </a:t>
                </a:r>
                <a14:m>
                  <m:oMath xmlns:m="http://schemas.openxmlformats.org/officeDocument/2006/math">
                    <m:r>
                      <a:rPr lang="en-US" altLang="ko-KR" sz="260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ko-KR" sz="2600" dirty="0"/>
                  <a:t>  </a:t>
                </a:r>
                <a:r>
                  <a:rPr lang="en-US" altLang="ko-KR" sz="2600" dirty="0">
                    <a:sym typeface="Wingdings" pitchFamily="2" charset="2"/>
                  </a:rPr>
                  <a:t>→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600" b="1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altLang="ko-KR" sz="2600" b="1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𝜟</m:t>
                        </m:r>
                      </m:e>
                      <m:sub>
                        <m:r>
                          <a:rPr lang="en-US" altLang="ko-KR" sz="26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𝑡</m:t>
                        </m:r>
                      </m:sub>
                    </m:sSub>
                    <m:r>
                      <a:rPr lang="en-US" altLang="ko-KR" sz="26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, </m:t>
                    </m:r>
                    <m:sSub>
                      <m:sSubPr>
                        <m:ctrlPr>
                          <a:rPr lang="en-US" altLang="ko-KR" sz="2600" b="1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altLang="ko-KR" sz="2600" b="1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𝑩</m:t>
                        </m:r>
                      </m:e>
                      <m:sub>
                        <m:r>
                          <a:rPr lang="en-US" altLang="ko-KR" sz="26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𝑡</m:t>
                        </m:r>
                      </m:sub>
                    </m:sSub>
                    <m:r>
                      <a:rPr lang="en-US" altLang="ko-KR" sz="26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, </m:t>
                    </m:r>
                    <m:sSub>
                      <m:sSubPr>
                        <m:ctrlPr>
                          <a:rPr lang="en-US" altLang="ko-KR" sz="2600" b="1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altLang="ko-KR" sz="2600" b="1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𝑪</m:t>
                        </m:r>
                      </m:e>
                      <m:sub>
                        <m:r>
                          <a:rPr lang="en-US" altLang="ko-KR" sz="26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𝑡</m:t>
                        </m:r>
                      </m:sub>
                    </m:sSub>
                  </m:oMath>
                </a14:m>
                <a:endParaRPr lang="en-US" altLang="ko-KR" sz="2600" i="1" dirty="0"/>
              </a:p>
              <a:p>
                <a:pPr marL="457200" lvl="1" indent="0">
                  <a:buNone/>
                </a:pPr>
                <a:endParaRPr lang="en-US" altLang="ko-KR" sz="2600" dirty="0"/>
              </a:p>
              <a:p>
                <a:pPr marL="0" indent="0">
                  <a:buNone/>
                </a:pPr>
                <a:endParaRPr lang="en-US" altLang="ko-KR" sz="2600" dirty="0"/>
              </a:p>
              <a:p>
                <a:pPr marL="0" indent="0">
                  <a:buNone/>
                </a:pPr>
                <a:endParaRPr lang="en-US" altLang="ko-KR" sz="2600" dirty="0"/>
              </a:p>
              <a:p>
                <a:pPr marL="0" indent="0">
                  <a:buNone/>
                </a:pPr>
                <a:endParaRPr lang="en-US" altLang="ko-KR" sz="2600" dirty="0"/>
              </a:p>
              <a:p>
                <a:pPr marL="0" indent="0">
                  <a:buNone/>
                </a:pPr>
                <a:endParaRPr lang="en-US" altLang="ko-KR" sz="200" dirty="0"/>
              </a:p>
              <a:p>
                <a:r>
                  <a:rPr lang="en-US" altLang="ko-KR" sz="2600" dirty="0"/>
                  <a:t> Characteristics</a:t>
                </a:r>
              </a:p>
              <a:p>
                <a:pPr lvl="1"/>
                <a:r>
                  <a:rPr lang="en-US" altLang="ko-KR" sz="2400" dirty="0"/>
                  <a:t> Time-Varying</a:t>
                </a:r>
                <a:r>
                  <a:rPr lang="en-US" altLang="ko-KR" sz="2400" baseline="30000" dirty="0"/>
                  <a:t> (TV)</a:t>
                </a:r>
                <a:r>
                  <a:rPr lang="en-US" altLang="ko-KR" sz="2400" dirty="0"/>
                  <a:t>, Channel Mixed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sz="2400" b="1" i="1" dirty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altLang="ko-KR" sz="2400" dirty="0"/>
                  <a:t> is diagonal matrix</a:t>
                </a:r>
                <a:endParaRPr lang="en-US" altLang="ko-KR" dirty="0"/>
              </a:p>
              <a:p>
                <a:pPr lvl="1"/>
                <a:endParaRPr lang="en-US" altLang="ko-KR" sz="2400" dirty="0"/>
              </a:p>
              <a:p>
                <a:pPr>
                  <a:buFont typeface="Wingdings" pitchFamily="2" charset="2"/>
                  <a:buChar char="ü"/>
                </a:pPr>
                <a:endParaRPr lang="en-US" altLang="ko-KR" sz="2600" dirty="0"/>
              </a:p>
              <a:p>
                <a:pPr>
                  <a:buFont typeface="Wingdings" pitchFamily="2" charset="2"/>
                  <a:buChar char="ü"/>
                </a:pPr>
                <a:endParaRPr lang="en-US" altLang="ko-KR" sz="2600" dirty="0"/>
              </a:p>
            </p:txBody>
          </p:sp>
        </mc:Choice>
        <mc:Fallback xmlns="">
          <p:sp>
            <p:nvSpPr>
              <p:cNvPr id="45" name="내용 개체 틀 15">
                <a:extLst>
                  <a:ext uri="{FF2B5EF4-FFF2-40B4-BE49-F238E27FC236}">
                    <a16:creationId xmlns:a16="http://schemas.microsoft.com/office/drawing/2014/main" id="{CE7228B5-2F8A-4BDD-AAB0-58A159673C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3001" y="1150938"/>
                <a:ext cx="7797523" cy="5249862"/>
              </a:xfrm>
              <a:prstGeom prst="rect">
                <a:avLst/>
              </a:prstGeom>
              <a:blipFill>
                <a:blip r:embed="rId7"/>
                <a:stretch>
                  <a:fillRect l="-11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그룹 13">
            <a:extLst>
              <a:ext uri="{FF2B5EF4-FFF2-40B4-BE49-F238E27FC236}">
                <a16:creationId xmlns:a16="http://schemas.microsoft.com/office/drawing/2014/main" id="{6E357B73-46D1-BC4B-90F2-78BC92368E1B}"/>
              </a:ext>
            </a:extLst>
          </p:cNvPr>
          <p:cNvGrpSpPr/>
          <p:nvPr/>
        </p:nvGrpSpPr>
        <p:grpSpPr>
          <a:xfrm>
            <a:off x="4357631" y="2722657"/>
            <a:ext cx="6775256" cy="1333201"/>
            <a:chOff x="4357631" y="2773456"/>
            <a:chExt cx="6775256" cy="1333201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F6EBFF18-8330-6966-583F-29C029F1192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clrChange>
                <a:clrFrom>
                  <a:srgbClr val="FFFEFF"/>
                </a:clrFrom>
                <a:clrTo>
                  <a:srgbClr val="FFFEFF">
                    <a:alpha val="0"/>
                  </a:srgbClr>
                </a:clrTo>
              </a:clrChange>
            </a:blip>
            <a:srcRect r="46621"/>
            <a:stretch>
              <a:fillRect/>
            </a:stretch>
          </p:blipFill>
          <p:spPr>
            <a:xfrm>
              <a:off x="4357631" y="2774213"/>
              <a:ext cx="5522129" cy="1332444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06BD15BD-3EB7-9CAB-20A7-308263E2110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clrChange>
                <a:clrFrom>
                  <a:srgbClr val="FFFEFF"/>
                </a:clrFrom>
                <a:clrTo>
                  <a:srgbClr val="FFFEFF">
                    <a:alpha val="0"/>
                  </a:srgbClr>
                </a:clrTo>
              </a:clrChange>
            </a:blip>
            <a:srcRect l="79221" r="8270"/>
            <a:stretch>
              <a:fillRect/>
            </a:stretch>
          </p:blipFill>
          <p:spPr>
            <a:xfrm>
              <a:off x="9838843" y="2773456"/>
              <a:ext cx="1294044" cy="1332444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1565135-C7CA-9F49-899B-FE524129B6F5}"/>
              </a:ext>
            </a:extLst>
          </p:cNvPr>
          <p:cNvSpPr txBox="1"/>
          <p:nvPr/>
        </p:nvSpPr>
        <p:spPr>
          <a:xfrm>
            <a:off x="7795967" y="226214"/>
            <a:ext cx="4145083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kumimoji="1" lang="en-US" altLang="ko-K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NanumSquareOTF ExtraBold" panose="020B0600000101010101" pitchFamily="34" charset="-127"/>
                <a:cs typeface="Pretendard ExtraBold" panose="02000503000000020004" pitchFamily="2" charset="-127"/>
              </a:rPr>
              <a:t>4. Mamba Structure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7E98A60A-DFC9-263D-253D-90E2E0570DCC}"/>
              </a:ext>
            </a:extLst>
          </p:cNvPr>
          <p:cNvSpPr/>
          <p:nvPr/>
        </p:nvSpPr>
        <p:spPr>
          <a:xfrm>
            <a:off x="939114" y="2054487"/>
            <a:ext cx="2685860" cy="3889081"/>
          </a:xfrm>
          <a:prstGeom prst="roundRect">
            <a:avLst>
              <a:gd name="adj" fmla="val 5756"/>
            </a:avLst>
          </a:prstGeom>
          <a:solidFill>
            <a:srgbClr val="FFFFFF"/>
          </a:solidFill>
          <a:ln w="19050" cap="flat" cmpd="sng" algn="ctr">
            <a:solidFill>
              <a:srgbClr val="FFFFFF">
                <a:lumMod val="85000"/>
              </a:srgbClr>
            </a:solidFill>
            <a:prstDash val="sysDash"/>
          </a:ln>
          <a:effectLst/>
        </p:spPr>
        <p:txBody>
          <a:bodyPr lIns="0" tIns="0" rIns="0" bIns="0" rtlCol="0" anchor="ctr"/>
          <a:lstStyle/>
          <a:p>
            <a:pPr algn="ctr" defTabSz="914400">
              <a:buClr>
                <a:srgbClr val="000000"/>
              </a:buClr>
            </a:pPr>
            <a:endParaRPr kumimoji="1" lang="ko-KR" altLang="en-US" sz="2000" kern="0" dirty="0">
              <a:solidFill>
                <a:srgbClr val="FFFFFF"/>
              </a:solidFill>
              <a:latin typeface="Arial"/>
              <a:ea typeface="맑은 고딕" panose="020B0503020000020004" pitchFamily="34" charset="-127"/>
              <a:sym typeface="Arial"/>
            </a:endParaRPr>
          </a:p>
        </p:txBody>
      </p: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48C6831F-337F-500B-CCF8-515FFF4C4E7E}"/>
              </a:ext>
            </a:extLst>
          </p:cNvPr>
          <p:cNvGrpSpPr/>
          <p:nvPr/>
        </p:nvGrpSpPr>
        <p:grpSpPr>
          <a:xfrm>
            <a:off x="1227895" y="2183613"/>
            <a:ext cx="2085800" cy="3655172"/>
            <a:chOff x="1227895" y="2183613"/>
            <a:chExt cx="2085800" cy="3655172"/>
          </a:xfrm>
        </p:grpSpPr>
        <p:sp>
          <p:nvSpPr>
            <p:cNvPr id="10" name="Google Shape;380;p22">
              <a:extLst>
                <a:ext uri="{FF2B5EF4-FFF2-40B4-BE49-F238E27FC236}">
                  <a16:creationId xmlns:a16="http://schemas.microsoft.com/office/drawing/2014/main" id="{11652664-0C07-9184-41AE-42F54D614A69}"/>
                </a:ext>
              </a:extLst>
            </p:cNvPr>
            <p:cNvSpPr/>
            <p:nvPr/>
          </p:nvSpPr>
          <p:spPr>
            <a:xfrm>
              <a:off x="1633522" y="5164701"/>
              <a:ext cx="1515000" cy="370260"/>
            </a:xfrm>
            <a:prstGeom prst="roundRect">
              <a:avLst>
                <a:gd name="adj" fmla="val 16667"/>
              </a:avLst>
            </a:prstGeom>
            <a:solidFill>
              <a:srgbClr val="E7F8FB"/>
            </a:solidFill>
            <a:ln w="1587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r>
                <a:rPr lang="en-US" kern="0" dirty="0">
                  <a:solidFill>
                    <a:srgbClr val="666666"/>
                  </a:solidFill>
                  <a:latin typeface="Arial"/>
                  <a:cs typeface="Arial"/>
                  <a:sym typeface="Arial"/>
                </a:rPr>
                <a:t>Conv1D</a:t>
              </a:r>
              <a:endParaRPr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11" name="Google Shape;381;p22">
              <a:extLst>
                <a:ext uri="{FF2B5EF4-FFF2-40B4-BE49-F238E27FC236}">
                  <a16:creationId xmlns:a16="http://schemas.microsoft.com/office/drawing/2014/main" id="{324BE10C-843E-BBF2-A547-0C110323D17F}"/>
                </a:ext>
              </a:extLst>
            </p:cNvPr>
            <p:cNvCxnSpPr>
              <a:cxnSpLocks/>
              <a:stCxn id="10" idx="0"/>
            </p:cNvCxnSpPr>
            <p:nvPr/>
          </p:nvCxnSpPr>
          <p:spPr>
            <a:xfrm flipV="1">
              <a:off x="2391022" y="4966379"/>
              <a:ext cx="2" cy="198322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2" name="Google Shape;380;p22">
              <a:extLst>
                <a:ext uri="{FF2B5EF4-FFF2-40B4-BE49-F238E27FC236}">
                  <a16:creationId xmlns:a16="http://schemas.microsoft.com/office/drawing/2014/main" id="{B71EF057-F54B-4F24-67F1-6453AA3F8AEA}"/>
                </a:ext>
              </a:extLst>
            </p:cNvPr>
            <p:cNvSpPr/>
            <p:nvPr/>
          </p:nvSpPr>
          <p:spPr>
            <a:xfrm>
              <a:off x="1474447" y="2488533"/>
              <a:ext cx="1833150" cy="413820"/>
            </a:xfrm>
            <a:prstGeom prst="roundRect">
              <a:avLst>
                <a:gd name="adj" fmla="val 16667"/>
              </a:avLst>
            </a:prstGeom>
            <a:solidFill>
              <a:srgbClr val="FFAB40">
                <a:lumMod val="40000"/>
                <a:lumOff val="60000"/>
              </a:srgbClr>
            </a:solidFill>
            <a:ln w="1587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r>
                <a:rPr lang="en-US" kern="0" dirty="0">
                  <a:solidFill>
                    <a:srgbClr val="666666"/>
                  </a:solidFill>
                  <a:latin typeface="Arial"/>
                  <a:cs typeface="Arial"/>
                  <a:sym typeface="Arial"/>
                </a:rPr>
                <a:t>SSM</a:t>
              </a:r>
              <a:endParaRPr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" name="Google Shape;379;p22">
              <a:extLst>
                <a:ext uri="{FF2B5EF4-FFF2-40B4-BE49-F238E27FC236}">
                  <a16:creationId xmlns:a16="http://schemas.microsoft.com/office/drawing/2014/main" id="{30F02995-9522-24E0-138C-57D32947050D}"/>
                </a:ext>
              </a:extLst>
            </p:cNvPr>
            <p:cNvSpPr/>
            <p:nvPr/>
          </p:nvSpPr>
          <p:spPr>
            <a:xfrm>
              <a:off x="1579693" y="3256115"/>
              <a:ext cx="326809" cy="339125"/>
            </a:xfrm>
            <a:prstGeom prst="roundRect">
              <a:avLst>
                <a:gd name="adj" fmla="val 0"/>
              </a:avLst>
            </a:prstGeom>
            <a:solidFill>
              <a:srgbClr val="D8EDBA">
                <a:alpha val="49914"/>
              </a:srgbClr>
            </a:solidFill>
            <a:ln w="15875" cap="flat" cmpd="sng">
              <a:solidFill>
                <a:srgbClr val="83998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r>
                <a:rPr lang="el-GR" altLang="ko-KR" kern="0" dirty="0">
                  <a:ln w="3175">
                    <a:noFill/>
                  </a:ln>
                  <a:solidFill>
                    <a:srgbClr val="595959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/>
                </a:rPr>
                <a:t>Δ</a:t>
              </a:r>
            </a:p>
          </p:txBody>
        </p:sp>
        <p:sp>
          <p:nvSpPr>
            <p:cNvPr id="46" name="Google Shape;379;p22">
              <a:extLst>
                <a:ext uri="{FF2B5EF4-FFF2-40B4-BE49-F238E27FC236}">
                  <a16:creationId xmlns:a16="http://schemas.microsoft.com/office/drawing/2014/main" id="{FA29F145-EBF7-B1A8-8F22-7F70ED1177AA}"/>
                </a:ext>
              </a:extLst>
            </p:cNvPr>
            <p:cNvSpPr/>
            <p:nvPr/>
          </p:nvSpPr>
          <p:spPr>
            <a:xfrm>
              <a:off x="1931491" y="3256115"/>
              <a:ext cx="326809" cy="339125"/>
            </a:xfrm>
            <a:prstGeom prst="roundRect">
              <a:avLst>
                <a:gd name="adj" fmla="val 0"/>
              </a:avLst>
            </a:prstGeom>
            <a:solidFill>
              <a:srgbClr val="D8EDBA">
                <a:alpha val="49914"/>
              </a:srgbClr>
            </a:solidFill>
            <a:ln w="15875" cap="flat" cmpd="sng">
              <a:solidFill>
                <a:srgbClr val="83998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r>
                <a:rPr lang="en" kern="0" dirty="0">
                  <a:ln w="3175">
                    <a:noFill/>
                  </a:ln>
                  <a:solidFill>
                    <a:srgbClr val="595959"/>
                  </a:solidFill>
                  <a:latin typeface="Arial"/>
                  <a:cs typeface="Arial"/>
                  <a:sym typeface="Arial"/>
                </a:rPr>
                <a:t>B</a:t>
              </a:r>
              <a:endParaRPr kern="0" dirty="0">
                <a:ln w="3175">
                  <a:noFill/>
                </a:ln>
                <a:solidFill>
                  <a:srgbClr val="595959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7" name="Google Shape;379;p22">
              <a:extLst>
                <a:ext uri="{FF2B5EF4-FFF2-40B4-BE49-F238E27FC236}">
                  <a16:creationId xmlns:a16="http://schemas.microsoft.com/office/drawing/2014/main" id="{429C475A-40D1-F76A-0C71-97703B179C37}"/>
                </a:ext>
              </a:extLst>
            </p:cNvPr>
            <p:cNvSpPr/>
            <p:nvPr/>
          </p:nvSpPr>
          <p:spPr>
            <a:xfrm>
              <a:off x="2283289" y="3256115"/>
              <a:ext cx="326809" cy="339125"/>
            </a:xfrm>
            <a:prstGeom prst="roundRect">
              <a:avLst>
                <a:gd name="adj" fmla="val 0"/>
              </a:avLst>
            </a:prstGeom>
            <a:solidFill>
              <a:srgbClr val="D8EDBA">
                <a:alpha val="49914"/>
              </a:srgbClr>
            </a:solidFill>
            <a:ln w="15875" cap="flat" cmpd="sng">
              <a:solidFill>
                <a:srgbClr val="83998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r>
                <a:rPr lang="en" kern="0" dirty="0">
                  <a:ln w="3175">
                    <a:noFill/>
                  </a:ln>
                  <a:solidFill>
                    <a:srgbClr val="595959"/>
                  </a:solidFill>
                  <a:latin typeface="Arial"/>
                  <a:cs typeface="Arial"/>
                  <a:sym typeface="Arial"/>
                </a:rPr>
                <a:t>C</a:t>
              </a:r>
              <a:endParaRPr kern="0" dirty="0">
                <a:ln w="3175">
                  <a:noFill/>
                </a:ln>
                <a:solidFill>
                  <a:srgbClr val="595959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48" name="Google Shape;382;p22">
              <a:extLst>
                <a:ext uri="{FF2B5EF4-FFF2-40B4-BE49-F238E27FC236}">
                  <a16:creationId xmlns:a16="http://schemas.microsoft.com/office/drawing/2014/main" id="{EF5C7BCB-E910-A904-4DF1-5CFB2521B5CE}"/>
                </a:ext>
              </a:extLst>
            </p:cNvPr>
            <p:cNvCxnSpPr>
              <a:cxnSpLocks/>
              <a:stCxn id="66" idx="1"/>
              <a:endCxn id="46" idx="2"/>
            </p:cNvCxnSpPr>
            <p:nvPr/>
          </p:nvCxnSpPr>
          <p:spPr>
            <a:xfrm rot="10800000">
              <a:off x="2094896" y="3595240"/>
              <a:ext cx="286038" cy="1004546"/>
            </a:xfrm>
            <a:prstGeom prst="bentConnector2">
              <a:avLst/>
            </a:prstGeom>
            <a:noFill/>
            <a:ln w="158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9" name="Google Shape;382;p22">
              <a:extLst>
                <a:ext uri="{FF2B5EF4-FFF2-40B4-BE49-F238E27FC236}">
                  <a16:creationId xmlns:a16="http://schemas.microsoft.com/office/drawing/2014/main" id="{5DEBA77F-29A3-64FF-D479-A7E507B5F38C}"/>
                </a:ext>
              </a:extLst>
            </p:cNvPr>
            <p:cNvCxnSpPr>
              <a:cxnSpLocks/>
              <a:stCxn id="66" idx="3"/>
              <a:endCxn id="47" idx="2"/>
            </p:cNvCxnSpPr>
            <p:nvPr/>
          </p:nvCxnSpPr>
          <p:spPr>
            <a:xfrm flipV="1">
              <a:off x="2401339" y="3595240"/>
              <a:ext cx="45355" cy="1004546"/>
            </a:xfrm>
            <a:prstGeom prst="bentConnector2">
              <a:avLst/>
            </a:prstGeom>
            <a:noFill/>
            <a:ln w="158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0" name="Google Shape;382;p22">
              <a:extLst>
                <a:ext uri="{FF2B5EF4-FFF2-40B4-BE49-F238E27FC236}">
                  <a16:creationId xmlns:a16="http://schemas.microsoft.com/office/drawing/2014/main" id="{6250E4FB-1719-51C3-0CC8-5867EFB5358D}"/>
                </a:ext>
              </a:extLst>
            </p:cNvPr>
            <p:cNvCxnSpPr>
              <a:cxnSpLocks/>
              <a:stCxn id="66" idx="1"/>
              <a:endCxn id="13" idx="2"/>
            </p:cNvCxnSpPr>
            <p:nvPr/>
          </p:nvCxnSpPr>
          <p:spPr>
            <a:xfrm rot="10800000">
              <a:off x="1743098" y="3595240"/>
              <a:ext cx="637836" cy="1004546"/>
            </a:xfrm>
            <a:prstGeom prst="bentConnector2">
              <a:avLst/>
            </a:prstGeom>
            <a:noFill/>
            <a:ln w="158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1" name="Google Shape;382;p22">
              <a:extLst>
                <a:ext uri="{FF2B5EF4-FFF2-40B4-BE49-F238E27FC236}">
                  <a16:creationId xmlns:a16="http://schemas.microsoft.com/office/drawing/2014/main" id="{054B6ECB-0DF8-259E-7147-307DE6856921}"/>
                </a:ext>
              </a:extLst>
            </p:cNvPr>
            <p:cNvCxnSpPr>
              <a:cxnSpLocks/>
              <a:stCxn id="66" idx="3"/>
              <a:endCxn id="71" idx="2"/>
            </p:cNvCxnSpPr>
            <p:nvPr/>
          </p:nvCxnSpPr>
          <p:spPr>
            <a:xfrm flipV="1">
              <a:off x="2401339" y="2894324"/>
              <a:ext cx="395906" cy="1705462"/>
            </a:xfrm>
            <a:prstGeom prst="bentConnector2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2" name="Google Shape;379;p22">
              <a:extLst>
                <a:ext uri="{FF2B5EF4-FFF2-40B4-BE49-F238E27FC236}">
                  <a16:creationId xmlns:a16="http://schemas.microsoft.com/office/drawing/2014/main" id="{217F4C6B-057F-0C55-BB29-FC7DF9F88755}"/>
                </a:ext>
              </a:extLst>
            </p:cNvPr>
            <p:cNvSpPr/>
            <p:nvPr/>
          </p:nvSpPr>
          <p:spPr>
            <a:xfrm>
              <a:off x="1227895" y="3256115"/>
              <a:ext cx="326809" cy="339125"/>
            </a:xfrm>
            <a:prstGeom prst="roundRect">
              <a:avLst>
                <a:gd name="adj" fmla="val 0"/>
              </a:avLst>
            </a:prstGeom>
            <a:solidFill>
              <a:srgbClr val="D8EDBA">
                <a:alpha val="49914"/>
              </a:srgbClr>
            </a:solidFill>
            <a:ln w="15875" cap="flat" cmpd="sng">
              <a:solidFill>
                <a:srgbClr val="83998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r>
                <a:rPr lang="en" kern="0" dirty="0">
                  <a:solidFill>
                    <a:srgbClr val="666666"/>
                  </a:solidFill>
                  <a:latin typeface="Arial"/>
                  <a:cs typeface="Arial"/>
                  <a:sym typeface="Arial"/>
                </a:rPr>
                <a:t>A</a:t>
              </a:r>
              <a:endParaRPr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53" name="Google Shape;382;p22">
              <a:extLst>
                <a:ext uri="{FF2B5EF4-FFF2-40B4-BE49-F238E27FC236}">
                  <a16:creationId xmlns:a16="http://schemas.microsoft.com/office/drawing/2014/main" id="{ED63F3A6-3F37-34F8-0C3E-C7546944AB11}"/>
                </a:ext>
              </a:extLst>
            </p:cNvPr>
            <p:cNvCxnSpPr>
              <a:cxnSpLocks/>
              <a:stCxn id="52" idx="0"/>
              <a:endCxn id="68" idx="2"/>
            </p:cNvCxnSpPr>
            <p:nvPr/>
          </p:nvCxnSpPr>
          <p:spPr>
            <a:xfrm rot="5400000" flipH="1" flipV="1">
              <a:off x="1386304" y="2899321"/>
              <a:ext cx="361791" cy="351798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4" name="Google Shape;381;p22">
              <a:extLst>
                <a:ext uri="{FF2B5EF4-FFF2-40B4-BE49-F238E27FC236}">
                  <a16:creationId xmlns:a16="http://schemas.microsoft.com/office/drawing/2014/main" id="{F68ED3FB-D152-3F23-016D-3CD05DCC8D46}"/>
                </a:ext>
              </a:extLst>
            </p:cNvPr>
            <p:cNvCxnSpPr>
              <a:cxnSpLocks/>
              <a:stCxn id="46" idx="0"/>
              <a:endCxn id="69" idx="2"/>
            </p:cNvCxnSpPr>
            <p:nvPr/>
          </p:nvCxnSpPr>
          <p:spPr>
            <a:xfrm flipV="1">
              <a:off x="2094896" y="2894324"/>
              <a:ext cx="1604" cy="361791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5" name="Google Shape;381;p22">
              <a:extLst>
                <a:ext uri="{FF2B5EF4-FFF2-40B4-BE49-F238E27FC236}">
                  <a16:creationId xmlns:a16="http://schemas.microsoft.com/office/drawing/2014/main" id="{C938FA78-B65D-9D82-9F5B-E79BAD945D1E}"/>
                </a:ext>
              </a:extLst>
            </p:cNvPr>
            <p:cNvCxnSpPr>
              <a:cxnSpLocks/>
              <a:stCxn id="47" idx="0"/>
              <a:endCxn id="70" idx="2"/>
            </p:cNvCxnSpPr>
            <p:nvPr/>
          </p:nvCxnSpPr>
          <p:spPr>
            <a:xfrm flipV="1">
              <a:off x="2446694" y="2894324"/>
              <a:ext cx="3208" cy="361791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6" name="Google Shape;381;p22">
              <a:extLst>
                <a:ext uri="{FF2B5EF4-FFF2-40B4-BE49-F238E27FC236}">
                  <a16:creationId xmlns:a16="http://schemas.microsoft.com/office/drawing/2014/main" id="{4ABECE78-437D-94F5-B313-31BA79C34AF4}"/>
                </a:ext>
              </a:extLst>
            </p:cNvPr>
            <p:cNvCxnSpPr>
              <a:cxnSpLocks/>
              <a:stCxn id="13" idx="0"/>
              <a:endCxn id="68" idx="2"/>
            </p:cNvCxnSpPr>
            <p:nvPr/>
          </p:nvCxnSpPr>
          <p:spPr>
            <a:xfrm flipV="1">
              <a:off x="1743098" y="2894324"/>
              <a:ext cx="0" cy="361791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7" name="Google Shape;381;p22">
              <a:extLst>
                <a:ext uri="{FF2B5EF4-FFF2-40B4-BE49-F238E27FC236}">
                  <a16:creationId xmlns:a16="http://schemas.microsoft.com/office/drawing/2014/main" id="{1B89DB10-2C5B-BED1-2449-7802A0E78A30}"/>
                </a:ext>
              </a:extLst>
            </p:cNvPr>
            <p:cNvCxnSpPr>
              <a:cxnSpLocks/>
              <a:endCxn id="10" idx="2"/>
            </p:cNvCxnSpPr>
            <p:nvPr/>
          </p:nvCxnSpPr>
          <p:spPr>
            <a:xfrm flipH="1" flipV="1">
              <a:off x="2391022" y="5534961"/>
              <a:ext cx="2132" cy="303824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8" name="Google Shape;380;p22">
              <a:extLst>
                <a:ext uri="{FF2B5EF4-FFF2-40B4-BE49-F238E27FC236}">
                  <a16:creationId xmlns:a16="http://schemas.microsoft.com/office/drawing/2014/main" id="{B7C22B46-0F5F-1065-7DC4-DEAE6F54774C}"/>
                </a:ext>
              </a:extLst>
            </p:cNvPr>
            <p:cNvSpPr/>
            <p:nvPr/>
          </p:nvSpPr>
          <p:spPr>
            <a:xfrm>
              <a:off x="1446388" y="3794147"/>
              <a:ext cx="584097" cy="168058"/>
            </a:xfrm>
            <a:prstGeom prst="trapezoid">
              <a:avLst>
                <a:gd name="adj" fmla="val 71578"/>
              </a:avLst>
            </a:prstGeom>
            <a:solidFill>
              <a:srgbClr val="FFEAEA"/>
            </a:solidFill>
            <a:ln w="158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endParaRPr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9" name="Google Shape;380;p22">
              <a:extLst>
                <a:ext uri="{FF2B5EF4-FFF2-40B4-BE49-F238E27FC236}">
                  <a16:creationId xmlns:a16="http://schemas.microsoft.com/office/drawing/2014/main" id="{A3F06621-4FE5-4C45-BB7F-646B349E9F8F}"/>
                </a:ext>
              </a:extLst>
            </p:cNvPr>
            <p:cNvSpPr/>
            <p:nvPr/>
          </p:nvSpPr>
          <p:spPr>
            <a:xfrm>
              <a:off x="2149378" y="4284338"/>
              <a:ext cx="584097" cy="168058"/>
            </a:xfrm>
            <a:prstGeom prst="trapezoid">
              <a:avLst>
                <a:gd name="adj" fmla="val 71578"/>
              </a:avLst>
            </a:prstGeom>
            <a:solidFill>
              <a:srgbClr val="FFEAEA"/>
            </a:solidFill>
            <a:ln w="158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endParaRPr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0" name="Google Shape;380;p22">
              <a:extLst>
                <a:ext uri="{FF2B5EF4-FFF2-40B4-BE49-F238E27FC236}">
                  <a16:creationId xmlns:a16="http://schemas.microsoft.com/office/drawing/2014/main" id="{C13C1603-A6FD-9420-6BFD-41A25180C492}"/>
                </a:ext>
              </a:extLst>
            </p:cNvPr>
            <p:cNvSpPr/>
            <p:nvPr/>
          </p:nvSpPr>
          <p:spPr>
            <a:xfrm>
              <a:off x="1800146" y="4039243"/>
              <a:ext cx="584097" cy="168058"/>
            </a:xfrm>
            <a:prstGeom prst="trapezoid">
              <a:avLst>
                <a:gd name="adj" fmla="val 71578"/>
              </a:avLst>
            </a:prstGeom>
            <a:solidFill>
              <a:srgbClr val="FFEAEA"/>
            </a:solidFill>
            <a:ln w="158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endParaRPr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id="{7497AA74-C01A-9461-64BE-EDEEE4F87D09}"/>
                </a:ext>
              </a:extLst>
            </p:cNvPr>
            <p:cNvGrpSpPr/>
            <p:nvPr/>
          </p:nvGrpSpPr>
          <p:grpSpPr>
            <a:xfrm>
              <a:off x="2263072" y="4712424"/>
              <a:ext cx="255900" cy="253955"/>
              <a:chOff x="4215295" y="4756876"/>
              <a:chExt cx="232636" cy="25395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2" name="TextBox 71">
                    <a:extLst>
                      <a:ext uri="{FF2B5EF4-FFF2-40B4-BE49-F238E27FC236}">
                        <a16:creationId xmlns:a16="http://schemas.microsoft.com/office/drawing/2014/main" id="{EB468E30-AC4E-0DA9-8991-74CCDD17214D}"/>
                      </a:ext>
                    </a:extLst>
                  </p:cNvPr>
                  <p:cNvSpPr txBox="1"/>
                  <p:nvPr/>
                </p:nvSpPr>
                <p:spPr>
                  <a:xfrm>
                    <a:off x="4241102" y="4785050"/>
                    <a:ext cx="181022" cy="17199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spAutoFit/>
                  </a:bodyPr>
                  <a:lstStyle/>
                  <a:p>
                    <a:pPr defTabSz="914400">
                      <a:buClr>
                        <a:srgbClr val="000000"/>
                      </a:buClr>
                    </a:pPr>
                    <a14:m>
                      <m:oMathPara xmlns:m="http://schemas.openxmlformats.org/officeDocument/2006/math">
                        <m:oMath>
                          <m:r>
                            <m:rPr>
                              <m:sty m:val="p"/>
                            </m:rPr>
                            <a:rPr kumimoji="1" lang="en-US" altLang="ko-KR" kern="0">
                              <a:solidFill>
                                <a:srgbClr val="595959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σ</m:t>
                          </m:r>
                        </m:oMath>
                      </m:oMathPara>
                    </a14:m>
                    <a:endParaRPr kumimoji="1" lang="en-US" altLang="ko-KR" kern="0" dirty="0">
                      <a:solidFill>
                        <a:srgbClr val="595959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mc:Choice>
            <mc:Fallback xmlns="">
              <p:sp>
                <p:nvSpPr>
                  <p:cNvPr id="72" name="TextBox 71">
                    <a:extLst>
                      <a:ext uri="{FF2B5EF4-FFF2-40B4-BE49-F238E27FC236}">
                        <a16:creationId xmlns:a16="http://schemas.microsoft.com/office/drawing/2014/main" id="{EB468E30-AC4E-0DA9-8991-74CCDD17214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41102" y="4785050"/>
                    <a:ext cx="181022" cy="17199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5882" r="-5882" b="-35714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3" name="Google Shape;348;p22">
                <a:extLst>
                  <a:ext uri="{FF2B5EF4-FFF2-40B4-BE49-F238E27FC236}">
                    <a16:creationId xmlns:a16="http://schemas.microsoft.com/office/drawing/2014/main" id="{00AD2439-66B8-047F-8364-FC078C4BA69F}"/>
                  </a:ext>
                </a:extLst>
              </p:cNvPr>
              <p:cNvSpPr/>
              <p:nvPr/>
            </p:nvSpPr>
            <p:spPr>
              <a:xfrm>
                <a:off x="4215295" y="4756876"/>
                <a:ext cx="232636" cy="253955"/>
              </a:xfrm>
              <a:prstGeom prst="ellipse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algn="ctr" defTabSz="914400">
                  <a:buClr>
                    <a:srgbClr val="000000"/>
                  </a:buClr>
                </a:pPr>
                <a:endParaRPr kern="0" dirty="0">
                  <a:solidFill>
                    <a:srgbClr val="666666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2" name="Google Shape;379;p22">
              <a:extLst>
                <a:ext uri="{FF2B5EF4-FFF2-40B4-BE49-F238E27FC236}">
                  <a16:creationId xmlns:a16="http://schemas.microsoft.com/office/drawing/2014/main" id="{FA9BFE25-EDF2-169D-1642-1BDD856DB573}"/>
                </a:ext>
              </a:extLst>
            </p:cNvPr>
            <p:cNvSpPr/>
            <p:nvPr/>
          </p:nvSpPr>
          <p:spPr>
            <a:xfrm>
              <a:off x="2986886" y="3256115"/>
              <a:ext cx="326809" cy="339125"/>
            </a:xfrm>
            <a:prstGeom prst="roundRect">
              <a:avLst>
                <a:gd name="adj" fmla="val 0"/>
              </a:avLst>
            </a:prstGeom>
            <a:solidFill>
              <a:srgbClr val="D8EDBA">
                <a:alpha val="49914"/>
              </a:srgbClr>
            </a:solidFill>
            <a:ln w="15875" cap="flat" cmpd="sng">
              <a:solidFill>
                <a:srgbClr val="83998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r>
                <a:rPr lang="en-US" kern="0" dirty="0">
                  <a:ln w="3175">
                    <a:noFill/>
                  </a:ln>
                  <a:solidFill>
                    <a:srgbClr val="595959"/>
                  </a:solidFill>
                  <a:latin typeface="Arial"/>
                  <a:cs typeface="Arial"/>
                  <a:sym typeface="Arial"/>
                </a:rPr>
                <a:t>D</a:t>
              </a:r>
              <a:endParaRPr kern="0" dirty="0">
                <a:ln w="3175">
                  <a:noFill/>
                </a:ln>
                <a:solidFill>
                  <a:srgbClr val="595959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63" name="Google Shape;381;p22">
              <a:extLst>
                <a:ext uri="{FF2B5EF4-FFF2-40B4-BE49-F238E27FC236}">
                  <a16:creationId xmlns:a16="http://schemas.microsoft.com/office/drawing/2014/main" id="{FFECCC2D-4CEF-C8DD-0217-001A856B74F7}"/>
                </a:ext>
              </a:extLst>
            </p:cNvPr>
            <p:cNvCxnSpPr>
              <a:cxnSpLocks/>
              <a:stCxn id="62" idx="0"/>
              <a:endCxn id="71" idx="4"/>
            </p:cNvCxnSpPr>
            <p:nvPr/>
          </p:nvCxnSpPr>
          <p:spPr>
            <a:xfrm flipV="1">
              <a:off x="3150291" y="2894324"/>
              <a:ext cx="356" cy="361791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9C255E7C-B7C3-0783-628B-2FADCFB55F32}"/>
                </a:ext>
              </a:extLst>
            </p:cNvPr>
            <p:cNvGrpSpPr/>
            <p:nvPr/>
          </p:nvGrpSpPr>
          <p:grpSpPr>
            <a:xfrm>
              <a:off x="1743098" y="2786646"/>
              <a:ext cx="1407549" cy="107678"/>
              <a:chOff x="1743098" y="2794562"/>
              <a:chExt cx="1397761" cy="107678"/>
            </a:xfrm>
            <a:solidFill>
              <a:srgbClr val="FFDDB3"/>
            </a:solidFill>
          </p:grpSpPr>
          <p:sp>
            <p:nvSpPr>
              <p:cNvPr id="68" name="삼각형 67">
                <a:extLst>
                  <a:ext uri="{FF2B5EF4-FFF2-40B4-BE49-F238E27FC236}">
                    <a16:creationId xmlns:a16="http://schemas.microsoft.com/office/drawing/2014/main" id="{51164BE0-4578-6654-EA01-2E9322F06BA7}"/>
                  </a:ext>
                </a:extLst>
              </p:cNvPr>
              <p:cNvSpPr/>
              <p:nvPr/>
            </p:nvSpPr>
            <p:spPr>
              <a:xfrm>
                <a:off x="1743098" y="2794562"/>
                <a:ext cx="350944" cy="107678"/>
              </a:xfrm>
              <a:prstGeom prst="triangl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defTabSz="914400">
                  <a:buClr>
                    <a:srgbClr val="000000"/>
                  </a:buClr>
                </a:pPr>
                <a:endParaRPr kumimoji="1" lang="ko-KR" altLang="en-US" kern="0" dirty="0">
                  <a:solidFill>
                    <a:srgbClr val="FFFFFF"/>
                  </a:solidFill>
                  <a:latin typeface="Arial"/>
                  <a:ea typeface="맑은 고딕" panose="020B0503020000020004" pitchFamily="34" charset="-127"/>
                  <a:sym typeface="Arial"/>
                </a:endParaRPr>
              </a:p>
            </p:txBody>
          </p:sp>
          <p:sp>
            <p:nvSpPr>
              <p:cNvPr id="69" name="삼각형 68">
                <a:extLst>
                  <a:ext uri="{FF2B5EF4-FFF2-40B4-BE49-F238E27FC236}">
                    <a16:creationId xmlns:a16="http://schemas.microsoft.com/office/drawing/2014/main" id="{06E09946-4935-DA33-BC58-1228861F4CE8}"/>
                  </a:ext>
                </a:extLst>
              </p:cNvPr>
              <p:cNvSpPr/>
              <p:nvPr/>
            </p:nvSpPr>
            <p:spPr>
              <a:xfrm>
                <a:off x="2094042" y="2794562"/>
                <a:ext cx="350944" cy="107678"/>
              </a:xfrm>
              <a:prstGeom prst="triangl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defTabSz="914400">
                  <a:buClr>
                    <a:srgbClr val="000000"/>
                  </a:buClr>
                </a:pPr>
                <a:endParaRPr kumimoji="1" lang="ko-KR" altLang="en-US" kern="0" dirty="0">
                  <a:solidFill>
                    <a:srgbClr val="FFFFFF"/>
                  </a:solidFill>
                  <a:latin typeface="Arial"/>
                  <a:ea typeface="맑은 고딕" panose="020B0503020000020004" pitchFamily="34" charset="-127"/>
                  <a:sym typeface="Arial"/>
                </a:endParaRPr>
              </a:p>
            </p:txBody>
          </p:sp>
          <p:sp>
            <p:nvSpPr>
              <p:cNvPr id="70" name="삼각형 69">
                <a:extLst>
                  <a:ext uri="{FF2B5EF4-FFF2-40B4-BE49-F238E27FC236}">
                    <a16:creationId xmlns:a16="http://schemas.microsoft.com/office/drawing/2014/main" id="{2D5DC5BB-43B2-D3B8-FE60-990195214241}"/>
                  </a:ext>
                </a:extLst>
              </p:cNvPr>
              <p:cNvSpPr/>
              <p:nvPr/>
            </p:nvSpPr>
            <p:spPr>
              <a:xfrm>
                <a:off x="2444987" y="2794562"/>
                <a:ext cx="350944" cy="107678"/>
              </a:xfrm>
              <a:prstGeom prst="triangl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defTabSz="914400">
                  <a:buClr>
                    <a:srgbClr val="000000"/>
                  </a:buClr>
                </a:pPr>
                <a:endParaRPr kumimoji="1" lang="ko-KR" altLang="en-US" kern="0" dirty="0">
                  <a:solidFill>
                    <a:srgbClr val="FFFFFF"/>
                  </a:solidFill>
                  <a:latin typeface="Arial"/>
                  <a:ea typeface="맑은 고딕" panose="020B0503020000020004" pitchFamily="34" charset="-127"/>
                  <a:sym typeface="Arial"/>
                </a:endParaRPr>
              </a:p>
            </p:txBody>
          </p:sp>
          <p:sp>
            <p:nvSpPr>
              <p:cNvPr id="71" name="삼각형 70">
                <a:extLst>
                  <a:ext uri="{FF2B5EF4-FFF2-40B4-BE49-F238E27FC236}">
                    <a16:creationId xmlns:a16="http://schemas.microsoft.com/office/drawing/2014/main" id="{E20ED8A7-012B-9157-42A6-927D6D9E3BDE}"/>
                  </a:ext>
                </a:extLst>
              </p:cNvPr>
              <p:cNvSpPr/>
              <p:nvPr/>
            </p:nvSpPr>
            <p:spPr>
              <a:xfrm>
                <a:off x="2789915" y="2794562"/>
                <a:ext cx="350944" cy="107678"/>
              </a:xfrm>
              <a:prstGeom prst="triangl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defTabSz="914400">
                  <a:buClr>
                    <a:srgbClr val="000000"/>
                  </a:buClr>
                </a:pPr>
                <a:endParaRPr kumimoji="1" lang="ko-KR" altLang="en-US" kern="0" dirty="0">
                  <a:solidFill>
                    <a:srgbClr val="FFFFFF"/>
                  </a:solidFill>
                  <a:latin typeface="Arial"/>
                  <a:ea typeface="맑은 고딕" panose="020B0503020000020004" pitchFamily="34" charset="-127"/>
                  <a:sym typeface="Arial"/>
                </a:endParaRPr>
              </a:p>
            </p:txBody>
          </p:sp>
        </p:grpSp>
        <p:cxnSp>
          <p:nvCxnSpPr>
            <p:cNvPr id="65" name="Google Shape;382;p22">
              <a:extLst>
                <a:ext uri="{FF2B5EF4-FFF2-40B4-BE49-F238E27FC236}">
                  <a16:creationId xmlns:a16="http://schemas.microsoft.com/office/drawing/2014/main" id="{E4DDDAF8-0965-9B95-1CED-7BC502F9AF26}"/>
                </a:ext>
              </a:extLst>
            </p:cNvPr>
            <p:cNvCxnSpPr>
              <a:cxnSpLocks/>
              <a:stCxn id="66" idx="3"/>
              <a:endCxn id="62" idx="2"/>
            </p:cNvCxnSpPr>
            <p:nvPr/>
          </p:nvCxnSpPr>
          <p:spPr>
            <a:xfrm flipV="1">
              <a:off x="2401339" y="3595240"/>
              <a:ext cx="748952" cy="1004546"/>
            </a:xfrm>
            <a:prstGeom prst="bentConnector2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FAAA154F-F88F-DF64-F799-DE8E18EEABF4}"/>
                </a:ext>
              </a:extLst>
            </p:cNvPr>
            <p:cNvSpPr/>
            <p:nvPr/>
          </p:nvSpPr>
          <p:spPr>
            <a:xfrm>
              <a:off x="2380934" y="4594237"/>
              <a:ext cx="20405" cy="1109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defTabSz="914400">
                <a:buClr>
                  <a:srgbClr val="000000"/>
                </a:buClr>
              </a:pPr>
              <a:endParaRPr kumimoji="1" lang="ko-KR" altLang="en-US" kern="0" dirty="0">
                <a:solidFill>
                  <a:srgbClr val="FFFFFF"/>
                </a:solidFill>
                <a:latin typeface="Arial"/>
                <a:ea typeface="맑은 고딕" panose="020B0503020000020004" pitchFamily="34" charset="-127"/>
                <a:sym typeface="Arial"/>
              </a:endParaRPr>
            </a:p>
          </p:txBody>
        </p:sp>
        <p:cxnSp>
          <p:nvCxnSpPr>
            <p:cNvPr id="67" name="Google Shape;381;p22">
              <a:extLst>
                <a:ext uri="{FF2B5EF4-FFF2-40B4-BE49-F238E27FC236}">
                  <a16:creationId xmlns:a16="http://schemas.microsoft.com/office/drawing/2014/main" id="{9B976463-2111-77F3-8D5D-A62267A7F111}"/>
                </a:ext>
              </a:extLst>
            </p:cNvPr>
            <p:cNvCxnSpPr>
              <a:cxnSpLocks/>
              <a:stCxn id="73" idx="0"/>
              <a:endCxn id="66" idx="2"/>
            </p:cNvCxnSpPr>
            <p:nvPr/>
          </p:nvCxnSpPr>
          <p:spPr>
            <a:xfrm flipV="1">
              <a:off x="2391022" y="4605335"/>
              <a:ext cx="115" cy="107089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" name="Google Shape;381;p22">
              <a:extLst>
                <a:ext uri="{FF2B5EF4-FFF2-40B4-BE49-F238E27FC236}">
                  <a16:creationId xmlns:a16="http://schemas.microsoft.com/office/drawing/2014/main" id="{3DAEFC4F-EE8C-5F2C-1CD4-14FC02F2E4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91022" y="2183613"/>
              <a:ext cx="0" cy="30492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4600569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54B0B-0E2F-4A66-31BF-52B3478BE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내용 개체 틀 15">
            <a:extLst>
              <a:ext uri="{FF2B5EF4-FFF2-40B4-BE49-F238E27FC236}">
                <a16:creationId xmlns:a16="http://schemas.microsoft.com/office/drawing/2014/main" id="{75418632-3BA6-3C88-1724-50E56D0952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827" y="1151467"/>
            <a:ext cx="11440697" cy="5249538"/>
          </a:xfrm>
        </p:spPr>
        <p:txBody>
          <a:bodyPr/>
          <a:lstStyle/>
          <a:p>
            <a:r>
              <a:rPr lang="en-US" altLang="ko-KR" dirty="0"/>
              <a:t>Gated Linear Unit (Gated MLP)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871438B-3834-81EC-3914-FC209FE54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913" y="118633"/>
            <a:ext cx="11404650" cy="753795"/>
          </a:xfrm>
        </p:spPr>
        <p:txBody>
          <a:bodyPr/>
          <a:lstStyle/>
          <a:p>
            <a:r>
              <a:rPr lang="en-US" altLang="ko-KR" spc="-150" dirty="0">
                <a:ln>
                  <a:solidFill>
                    <a:schemeClr val="bg2"/>
                  </a:solidFill>
                </a:ln>
                <a:solidFill>
                  <a:schemeClr val="bg2"/>
                </a:solidFill>
              </a:rPr>
              <a:t>Selective SSM  +  </a:t>
            </a:r>
            <a:r>
              <a:rPr lang="en-US" altLang="ko-KR" spc="-150" dirty="0"/>
              <a:t>Gated Linear Unit</a:t>
            </a:r>
            <a:endParaRPr lang="ko-KR" altLang="en-US" spc="-15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E0D781-607F-7C13-B0DD-9314EFECA43E}"/>
              </a:ext>
            </a:extLst>
          </p:cNvPr>
          <p:cNvSpPr txBox="1"/>
          <p:nvPr/>
        </p:nvSpPr>
        <p:spPr>
          <a:xfrm>
            <a:off x="7795967" y="226214"/>
            <a:ext cx="4145083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kumimoji="1" lang="en-US" altLang="ko-K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NanumSquareOTF ExtraBold" panose="020B0600000101010101" pitchFamily="34" charset="-127"/>
                <a:cs typeface="Pretendard ExtraBold" panose="02000503000000020004" pitchFamily="2" charset="-127"/>
              </a:rPr>
              <a:t>4. Mamba Structure</a:t>
            </a:r>
          </a:p>
        </p:txBody>
      </p:sp>
      <p:sp>
        <p:nvSpPr>
          <p:cNvPr id="5" name="자유형 4">
            <a:extLst>
              <a:ext uri="{FF2B5EF4-FFF2-40B4-BE49-F238E27FC236}">
                <a16:creationId xmlns:a16="http://schemas.microsoft.com/office/drawing/2014/main" id="{25EA4554-ACD1-108B-4AA0-90DF7FD6B49F}"/>
              </a:ext>
            </a:extLst>
          </p:cNvPr>
          <p:cNvSpPr/>
          <p:nvPr/>
        </p:nvSpPr>
        <p:spPr>
          <a:xfrm>
            <a:off x="3553012" y="2142876"/>
            <a:ext cx="1250877" cy="3792936"/>
          </a:xfrm>
          <a:custGeom>
            <a:avLst/>
            <a:gdLst>
              <a:gd name="connsiteX0" fmla="*/ 6137 w 810072"/>
              <a:gd name="connsiteY0" fmla="*/ 0 h 3037772"/>
              <a:gd name="connsiteX1" fmla="*/ 810072 w 810072"/>
              <a:gd name="connsiteY1" fmla="*/ 1920854 h 3037772"/>
              <a:gd name="connsiteX2" fmla="*/ 810072 w 810072"/>
              <a:gd name="connsiteY2" fmla="*/ 2534545 h 3037772"/>
              <a:gd name="connsiteX3" fmla="*/ 0 w 810072"/>
              <a:gd name="connsiteY3" fmla="*/ 3037772 h 3037772"/>
              <a:gd name="connsiteX4" fmla="*/ 6137 w 810072"/>
              <a:gd name="connsiteY4" fmla="*/ 0 h 3037772"/>
              <a:gd name="connsiteX0" fmla="*/ 6137 w 810072"/>
              <a:gd name="connsiteY0" fmla="*/ 0 h 2972593"/>
              <a:gd name="connsiteX1" fmla="*/ 810072 w 810072"/>
              <a:gd name="connsiteY1" fmla="*/ 1920854 h 2972593"/>
              <a:gd name="connsiteX2" fmla="*/ 810072 w 810072"/>
              <a:gd name="connsiteY2" fmla="*/ 2534545 h 2972593"/>
              <a:gd name="connsiteX3" fmla="*/ 0 w 810072"/>
              <a:gd name="connsiteY3" fmla="*/ 2972593 h 2972593"/>
              <a:gd name="connsiteX4" fmla="*/ 6137 w 810072"/>
              <a:gd name="connsiteY4" fmla="*/ 0 h 2972593"/>
              <a:gd name="connsiteX0" fmla="*/ 6137 w 810072"/>
              <a:gd name="connsiteY0" fmla="*/ 0 h 2979836"/>
              <a:gd name="connsiteX1" fmla="*/ 810072 w 810072"/>
              <a:gd name="connsiteY1" fmla="*/ 1920854 h 2979836"/>
              <a:gd name="connsiteX2" fmla="*/ 810072 w 810072"/>
              <a:gd name="connsiteY2" fmla="*/ 2534545 h 2979836"/>
              <a:gd name="connsiteX3" fmla="*/ 0 w 810072"/>
              <a:gd name="connsiteY3" fmla="*/ 2979836 h 2979836"/>
              <a:gd name="connsiteX4" fmla="*/ 6137 w 810072"/>
              <a:gd name="connsiteY4" fmla="*/ 0 h 2979836"/>
              <a:gd name="connsiteX0" fmla="*/ 6137 w 810072"/>
              <a:gd name="connsiteY0" fmla="*/ 0 h 2979836"/>
              <a:gd name="connsiteX1" fmla="*/ 810072 w 810072"/>
              <a:gd name="connsiteY1" fmla="*/ 1920854 h 2979836"/>
              <a:gd name="connsiteX2" fmla="*/ 810072 w 810072"/>
              <a:gd name="connsiteY2" fmla="*/ 2498334 h 2979836"/>
              <a:gd name="connsiteX3" fmla="*/ 0 w 810072"/>
              <a:gd name="connsiteY3" fmla="*/ 2979836 h 2979836"/>
              <a:gd name="connsiteX4" fmla="*/ 6137 w 810072"/>
              <a:gd name="connsiteY4" fmla="*/ 0 h 2979836"/>
              <a:gd name="connsiteX0" fmla="*/ 6137 w 810072"/>
              <a:gd name="connsiteY0" fmla="*/ 0 h 2979836"/>
              <a:gd name="connsiteX1" fmla="*/ 810072 w 810072"/>
              <a:gd name="connsiteY1" fmla="*/ 1899129 h 2979836"/>
              <a:gd name="connsiteX2" fmla="*/ 810072 w 810072"/>
              <a:gd name="connsiteY2" fmla="*/ 2498334 h 2979836"/>
              <a:gd name="connsiteX3" fmla="*/ 0 w 810072"/>
              <a:gd name="connsiteY3" fmla="*/ 2979836 h 2979836"/>
              <a:gd name="connsiteX4" fmla="*/ 6137 w 810072"/>
              <a:gd name="connsiteY4" fmla="*/ 0 h 2979836"/>
              <a:gd name="connsiteX0" fmla="*/ 6137 w 810072"/>
              <a:gd name="connsiteY0" fmla="*/ 0 h 3000552"/>
              <a:gd name="connsiteX1" fmla="*/ 810072 w 810072"/>
              <a:gd name="connsiteY1" fmla="*/ 1899129 h 3000552"/>
              <a:gd name="connsiteX2" fmla="*/ 810072 w 810072"/>
              <a:gd name="connsiteY2" fmla="*/ 2498334 h 3000552"/>
              <a:gd name="connsiteX3" fmla="*/ 0 w 810072"/>
              <a:gd name="connsiteY3" fmla="*/ 3000552 h 3000552"/>
              <a:gd name="connsiteX4" fmla="*/ 6137 w 810072"/>
              <a:gd name="connsiteY4" fmla="*/ 0 h 3000552"/>
              <a:gd name="connsiteX0" fmla="*/ 145 w 826305"/>
              <a:gd name="connsiteY0" fmla="*/ 0 h 3251082"/>
              <a:gd name="connsiteX1" fmla="*/ 826305 w 826305"/>
              <a:gd name="connsiteY1" fmla="*/ 2149659 h 3251082"/>
              <a:gd name="connsiteX2" fmla="*/ 826305 w 826305"/>
              <a:gd name="connsiteY2" fmla="*/ 2748864 h 3251082"/>
              <a:gd name="connsiteX3" fmla="*/ 16233 w 826305"/>
              <a:gd name="connsiteY3" fmla="*/ 3251082 h 3251082"/>
              <a:gd name="connsiteX4" fmla="*/ 145 w 826305"/>
              <a:gd name="connsiteY4" fmla="*/ 0 h 3251082"/>
              <a:gd name="connsiteX0" fmla="*/ 12487 w 810072"/>
              <a:gd name="connsiteY0" fmla="*/ 0 h 3176851"/>
              <a:gd name="connsiteX1" fmla="*/ 810072 w 810072"/>
              <a:gd name="connsiteY1" fmla="*/ 2075428 h 3176851"/>
              <a:gd name="connsiteX2" fmla="*/ 810072 w 810072"/>
              <a:gd name="connsiteY2" fmla="*/ 2674633 h 3176851"/>
              <a:gd name="connsiteX3" fmla="*/ 0 w 810072"/>
              <a:gd name="connsiteY3" fmla="*/ 3176851 h 3176851"/>
              <a:gd name="connsiteX4" fmla="*/ 12487 w 810072"/>
              <a:gd name="connsiteY4" fmla="*/ 0 h 3176851"/>
              <a:gd name="connsiteX0" fmla="*/ 145837 w 943422"/>
              <a:gd name="connsiteY0" fmla="*/ 0 h 3074783"/>
              <a:gd name="connsiteX1" fmla="*/ 943422 w 943422"/>
              <a:gd name="connsiteY1" fmla="*/ 2075428 h 3074783"/>
              <a:gd name="connsiteX2" fmla="*/ 943422 w 943422"/>
              <a:gd name="connsiteY2" fmla="*/ 2674633 h 3074783"/>
              <a:gd name="connsiteX3" fmla="*/ 0 w 943422"/>
              <a:gd name="connsiteY3" fmla="*/ 3074783 h 3074783"/>
              <a:gd name="connsiteX4" fmla="*/ 145837 w 943422"/>
              <a:gd name="connsiteY4" fmla="*/ 0 h 3074783"/>
              <a:gd name="connsiteX0" fmla="*/ 60112 w 857697"/>
              <a:gd name="connsiteY0" fmla="*/ 0 h 3037667"/>
              <a:gd name="connsiteX1" fmla="*/ 857697 w 857697"/>
              <a:gd name="connsiteY1" fmla="*/ 2075428 h 3037667"/>
              <a:gd name="connsiteX2" fmla="*/ 857697 w 857697"/>
              <a:gd name="connsiteY2" fmla="*/ 2674633 h 3037667"/>
              <a:gd name="connsiteX3" fmla="*/ 0 w 857697"/>
              <a:gd name="connsiteY3" fmla="*/ 3037667 h 3037667"/>
              <a:gd name="connsiteX4" fmla="*/ 60112 w 857697"/>
              <a:gd name="connsiteY4" fmla="*/ 0 h 3037667"/>
              <a:gd name="connsiteX0" fmla="*/ 12487 w 857697"/>
              <a:gd name="connsiteY0" fmla="*/ 0 h 3161385"/>
              <a:gd name="connsiteX1" fmla="*/ 857697 w 857697"/>
              <a:gd name="connsiteY1" fmla="*/ 2199146 h 3161385"/>
              <a:gd name="connsiteX2" fmla="*/ 857697 w 857697"/>
              <a:gd name="connsiteY2" fmla="*/ 2798351 h 3161385"/>
              <a:gd name="connsiteX3" fmla="*/ 0 w 857697"/>
              <a:gd name="connsiteY3" fmla="*/ 3161385 h 3161385"/>
              <a:gd name="connsiteX4" fmla="*/ 12487 w 857697"/>
              <a:gd name="connsiteY4" fmla="*/ 0 h 3161385"/>
              <a:gd name="connsiteX0" fmla="*/ 50587 w 857697"/>
              <a:gd name="connsiteY0" fmla="*/ 0 h 3065503"/>
              <a:gd name="connsiteX1" fmla="*/ 857697 w 857697"/>
              <a:gd name="connsiteY1" fmla="*/ 2103264 h 3065503"/>
              <a:gd name="connsiteX2" fmla="*/ 857697 w 857697"/>
              <a:gd name="connsiteY2" fmla="*/ 2702469 h 3065503"/>
              <a:gd name="connsiteX3" fmla="*/ 0 w 857697"/>
              <a:gd name="connsiteY3" fmla="*/ 3065503 h 3065503"/>
              <a:gd name="connsiteX4" fmla="*/ 50587 w 857697"/>
              <a:gd name="connsiteY4" fmla="*/ 0 h 3065503"/>
              <a:gd name="connsiteX0" fmla="*/ 22 w 990012"/>
              <a:gd name="connsiteY0" fmla="*/ 0 h 2879331"/>
              <a:gd name="connsiteX1" fmla="*/ 990012 w 990012"/>
              <a:gd name="connsiteY1" fmla="*/ 1917092 h 2879331"/>
              <a:gd name="connsiteX2" fmla="*/ 990012 w 990012"/>
              <a:gd name="connsiteY2" fmla="*/ 2516297 h 2879331"/>
              <a:gd name="connsiteX3" fmla="*/ 132315 w 990012"/>
              <a:gd name="connsiteY3" fmla="*/ 2879331 h 2879331"/>
              <a:gd name="connsiteX4" fmla="*/ 22 w 990012"/>
              <a:gd name="connsiteY4" fmla="*/ 0 h 2879331"/>
              <a:gd name="connsiteX0" fmla="*/ 167 w 871285"/>
              <a:gd name="connsiteY0" fmla="*/ 0 h 3227178"/>
              <a:gd name="connsiteX1" fmla="*/ 871285 w 871285"/>
              <a:gd name="connsiteY1" fmla="*/ 2264939 h 3227178"/>
              <a:gd name="connsiteX2" fmla="*/ 871285 w 871285"/>
              <a:gd name="connsiteY2" fmla="*/ 2864144 h 3227178"/>
              <a:gd name="connsiteX3" fmla="*/ 13588 w 871285"/>
              <a:gd name="connsiteY3" fmla="*/ 3227178 h 3227178"/>
              <a:gd name="connsiteX4" fmla="*/ 167 w 871285"/>
              <a:gd name="connsiteY4" fmla="*/ 0 h 3227178"/>
              <a:gd name="connsiteX0" fmla="*/ 53254 w 857697"/>
              <a:gd name="connsiteY0" fmla="*/ 0 h 3053663"/>
              <a:gd name="connsiteX1" fmla="*/ 857697 w 857697"/>
              <a:gd name="connsiteY1" fmla="*/ 2091424 h 3053663"/>
              <a:gd name="connsiteX2" fmla="*/ 857697 w 857697"/>
              <a:gd name="connsiteY2" fmla="*/ 2690629 h 3053663"/>
              <a:gd name="connsiteX3" fmla="*/ 0 w 857697"/>
              <a:gd name="connsiteY3" fmla="*/ 3053663 h 3053663"/>
              <a:gd name="connsiteX4" fmla="*/ 53254 w 857697"/>
              <a:gd name="connsiteY4" fmla="*/ 0 h 3053663"/>
              <a:gd name="connsiteX0" fmla="*/ 53254 w 857697"/>
              <a:gd name="connsiteY0" fmla="*/ 0 h 3053663"/>
              <a:gd name="connsiteX1" fmla="*/ 857697 w 857697"/>
              <a:gd name="connsiteY1" fmla="*/ 2091424 h 3053663"/>
              <a:gd name="connsiteX2" fmla="*/ 857697 w 857697"/>
              <a:gd name="connsiteY2" fmla="*/ 2690629 h 3053663"/>
              <a:gd name="connsiteX3" fmla="*/ 0 w 857697"/>
              <a:gd name="connsiteY3" fmla="*/ 3053663 h 3053663"/>
              <a:gd name="connsiteX4" fmla="*/ 53254 w 857697"/>
              <a:gd name="connsiteY4" fmla="*/ 0 h 3053663"/>
              <a:gd name="connsiteX0" fmla="*/ 53254 w 857697"/>
              <a:gd name="connsiteY0" fmla="*/ 0 h 3053663"/>
              <a:gd name="connsiteX1" fmla="*/ 857697 w 857697"/>
              <a:gd name="connsiteY1" fmla="*/ 2091424 h 3053663"/>
              <a:gd name="connsiteX2" fmla="*/ 857697 w 857697"/>
              <a:gd name="connsiteY2" fmla="*/ 2690629 h 3053663"/>
              <a:gd name="connsiteX3" fmla="*/ 0 w 857697"/>
              <a:gd name="connsiteY3" fmla="*/ 3053663 h 3053663"/>
              <a:gd name="connsiteX4" fmla="*/ 53254 w 857697"/>
              <a:gd name="connsiteY4" fmla="*/ 0 h 3053663"/>
              <a:gd name="connsiteX0" fmla="*/ 53254 w 857697"/>
              <a:gd name="connsiteY0" fmla="*/ 0 h 3053663"/>
              <a:gd name="connsiteX1" fmla="*/ 857697 w 857697"/>
              <a:gd name="connsiteY1" fmla="*/ 2091424 h 3053663"/>
              <a:gd name="connsiteX2" fmla="*/ 857697 w 857697"/>
              <a:gd name="connsiteY2" fmla="*/ 2690629 h 3053663"/>
              <a:gd name="connsiteX3" fmla="*/ 0 w 857697"/>
              <a:gd name="connsiteY3" fmla="*/ 3053663 h 3053663"/>
              <a:gd name="connsiteX4" fmla="*/ 53254 w 857697"/>
              <a:gd name="connsiteY4" fmla="*/ 0 h 3053663"/>
              <a:gd name="connsiteX0" fmla="*/ 53254 w 857697"/>
              <a:gd name="connsiteY0" fmla="*/ 0 h 3053663"/>
              <a:gd name="connsiteX1" fmla="*/ 857697 w 857697"/>
              <a:gd name="connsiteY1" fmla="*/ 2091424 h 3053663"/>
              <a:gd name="connsiteX2" fmla="*/ 857697 w 857697"/>
              <a:gd name="connsiteY2" fmla="*/ 2690629 h 3053663"/>
              <a:gd name="connsiteX3" fmla="*/ 0 w 857697"/>
              <a:gd name="connsiteY3" fmla="*/ 3053663 h 3053663"/>
              <a:gd name="connsiteX4" fmla="*/ 53254 w 857697"/>
              <a:gd name="connsiteY4" fmla="*/ 0 h 3053663"/>
              <a:gd name="csX0" fmla="*/ 53254 w 1019109"/>
              <a:gd name="csY0" fmla="*/ 0 h 3053663"/>
              <a:gd name="csX1" fmla="*/ 1019109 w 1019109"/>
              <a:gd name="csY1" fmla="*/ 1047912 h 3053663"/>
              <a:gd name="csX2" fmla="*/ 857697 w 1019109"/>
              <a:gd name="csY2" fmla="*/ 2690629 h 3053663"/>
              <a:gd name="csX3" fmla="*/ 0 w 1019109"/>
              <a:gd name="csY3" fmla="*/ 3053663 h 3053663"/>
              <a:gd name="csX4" fmla="*/ 53254 w 1019109"/>
              <a:gd name="csY4" fmla="*/ 0 h 3053663"/>
              <a:gd name="csX0" fmla="*/ 53254 w 1033783"/>
              <a:gd name="csY0" fmla="*/ 0 h 3053663"/>
              <a:gd name="csX1" fmla="*/ 1019109 w 1033783"/>
              <a:gd name="csY1" fmla="*/ 1047912 h 3053663"/>
              <a:gd name="csX2" fmla="*/ 1033783 w 1033783"/>
              <a:gd name="csY2" fmla="*/ 1632823 h 3053663"/>
              <a:gd name="csX3" fmla="*/ 0 w 1033783"/>
              <a:gd name="csY3" fmla="*/ 3053663 h 3053663"/>
              <a:gd name="csX4" fmla="*/ 53254 w 1033783"/>
              <a:gd name="csY4" fmla="*/ 0 h 30536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33783" h="3053663">
                <a:moveTo>
                  <a:pt x="53254" y="0"/>
                </a:moveTo>
                <a:lnTo>
                  <a:pt x="1019109" y="1047912"/>
                </a:lnTo>
                <a:lnTo>
                  <a:pt x="1033783" y="1632823"/>
                </a:lnTo>
                <a:lnTo>
                  <a:pt x="0" y="3053663"/>
                </a:lnTo>
                <a:cubicBezTo>
                  <a:pt x="14746" y="2275828"/>
                  <a:pt x="35333" y="1026200"/>
                  <a:pt x="53254" y="0"/>
                </a:cubicBezTo>
                <a:close/>
              </a:path>
            </a:pathLst>
          </a:custGeom>
          <a:gradFill flip="none" rotWithShape="1">
            <a:gsLst>
              <a:gs pos="0">
                <a:srgbClr val="FFFFFF">
                  <a:lumMod val="95000"/>
                  <a:alpha val="20173"/>
                </a:srgbClr>
              </a:gs>
              <a:gs pos="97000">
                <a:srgbClr val="FFFFFF">
                  <a:lumMod val="95000"/>
                </a:srgbClr>
              </a:gs>
            </a:gsLst>
            <a:lin ang="10800000" scaled="1"/>
            <a:tileRect/>
          </a:gradFill>
          <a:ln w="1905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>
              <a:buClr>
                <a:srgbClr val="000000"/>
              </a:buClr>
            </a:pPr>
            <a:endParaRPr kumimoji="1" lang="ko-KR" altLang="en-US" sz="2000" kern="0" dirty="0">
              <a:solidFill>
                <a:srgbClr val="FFFFFF"/>
              </a:solidFill>
              <a:latin typeface="Arial"/>
              <a:ea typeface="맑은 고딕" panose="020B0503020000020004" pitchFamily="34" charset="-127"/>
              <a:sym typeface="Arial"/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741931C7-547E-2A83-6EFF-2430491166DA}"/>
              </a:ext>
            </a:extLst>
          </p:cNvPr>
          <p:cNvSpPr/>
          <p:nvPr/>
        </p:nvSpPr>
        <p:spPr>
          <a:xfrm>
            <a:off x="939114" y="2054487"/>
            <a:ext cx="2685860" cy="3889081"/>
          </a:xfrm>
          <a:prstGeom prst="roundRect">
            <a:avLst>
              <a:gd name="adj" fmla="val 5756"/>
            </a:avLst>
          </a:prstGeom>
          <a:solidFill>
            <a:srgbClr val="FFFFFF"/>
          </a:solidFill>
          <a:ln w="19050" cap="flat" cmpd="sng" algn="ctr">
            <a:solidFill>
              <a:srgbClr val="FFFFFF">
                <a:lumMod val="85000"/>
              </a:srgbClr>
            </a:solidFill>
            <a:prstDash val="sysDash"/>
          </a:ln>
          <a:effectLst/>
        </p:spPr>
        <p:txBody>
          <a:bodyPr lIns="0" tIns="0" rIns="0" bIns="0" rtlCol="0" anchor="ctr"/>
          <a:lstStyle/>
          <a:p>
            <a:pPr algn="ctr" defTabSz="914400">
              <a:buClr>
                <a:srgbClr val="000000"/>
              </a:buClr>
            </a:pPr>
            <a:endParaRPr kumimoji="1" lang="ko-KR" altLang="en-US" sz="2000" kern="0" dirty="0">
              <a:solidFill>
                <a:srgbClr val="FFFFFF"/>
              </a:solidFill>
              <a:latin typeface="Arial"/>
              <a:ea typeface="맑은 고딕" panose="020B0503020000020004" pitchFamily="34" charset="-127"/>
              <a:sym typeface="Arial"/>
            </a:endParaRPr>
          </a:p>
        </p:txBody>
      </p:sp>
      <p:cxnSp>
        <p:nvCxnSpPr>
          <p:cNvPr id="7" name="Google Shape;381;p22">
            <a:extLst>
              <a:ext uri="{FF2B5EF4-FFF2-40B4-BE49-F238E27FC236}">
                <a16:creationId xmlns:a16="http://schemas.microsoft.com/office/drawing/2014/main" id="{A2E9A621-E2FD-83DE-F786-065FA7A1295C}"/>
              </a:ext>
            </a:extLst>
          </p:cNvPr>
          <p:cNvCxnSpPr>
            <a:cxnSpLocks/>
            <a:stCxn id="34" idx="0"/>
          </p:cNvCxnSpPr>
          <p:nvPr/>
        </p:nvCxnSpPr>
        <p:spPr>
          <a:xfrm flipV="1">
            <a:off x="2391022" y="2183613"/>
            <a:ext cx="0" cy="30492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8" name="그룹 7">
            <a:extLst>
              <a:ext uri="{FF2B5EF4-FFF2-40B4-BE49-F238E27FC236}">
                <a16:creationId xmlns:a16="http://schemas.microsoft.com/office/drawing/2014/main" id="{0D418167-DB3C-1047-3A33-2136C0F63862}"/>
              </a:ext>
            </a:extLst>
          </p:cNvPr>
          <p:cNvGrpSpPr/>
          <p:nvPr/>
        </p:nvGrpSpPr>
        <p:grpSpPr>
          <a:xfrm>
            <a:off x="4727720" y="1995055"/>
            <a:ext cx="2472557" cy="3997043"/>
            <a:chOff x="4727720" y="1995055"/>
            <a:chExt cx="2472557" cy="3997043"/>
          </a:xfrm>
        </p:grpSpPr>
        <p:cxnSp>
          <p:nvCxnSpPr>
            <p:cNvPr id="9" name="Google Shape;381;p22">
              <a:extLst>
                <a:ext uri="{FF2B5EF4-FFF2-40B4-BE49-F238E27FC236}">
                  <a16:creationId xmlns:a16="http://schemas.microsoft.com/office/drawing/2014/main" id="{7C5D2604-E540-750E-7A32-33765167C6B8}"/>
                </a:ext>
              </a:extLst>
            </p:cNvPr>
            <p:cNvCxnSpPr>
              <a:cxnSpLocks/>
              <a:stCxn id="27" idx="2"/>
              <a:endCxn id="17" idx="2"/>
            </p:cNvCxnSpPr>
            <p:nvPr/>
          </p:nvCxnSpPr>
          <p:spPr>
            <a:xfrm flipV="1">
              <a:off x="5556357" y="4163478"/>
              <a:ext cx="4614" cy="314139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0" name="Google Shape;382;p22">
              <a:extLst>
                <a:ext uri="{FF2B5EF4-FFF2-40B4-BE49-F238E27FC236}">
                  <a16:creationId xmlns:a16="http://schemas.microsoft.com/office/drawing/2014/main" id="{CEB54D84-6CDD-D159-FFA1-9D15EDC3A981}"/>
                </a:ext>
              </a:extLst>
            </p:cNvPr>
            <p:cNvCxnSpPr>
              <a:cxnSpLocks/>
              <a:stCxn id="25" idx="2"/>
              <a:endCxn id="29" idx="4"/>
            </p:cNvCxnSpPr>
            <p:nvPr/>
          </p:nvCxnSpPr>
          <p:spPr>
            <a:xfrm rot="16200000" flipV="1">
              <a:off x="6408182" y="4202892"/>
              <a:ext cx="549427" cy="1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1" name="Google Shape;380;p22">
              <a:extLst>
                <a:ext uri="{FF2B5EF4-FFF2-40B4-BE49-F238E27FC236}">
                  <a16:creationId xmlns:a16="http://schemas.microsoft.com/office/drawing/2014/main" id="{7B57197F-3121-C44C-EDE3-892671C91267}"/>
                </a:ext>
              </a:extLst>
            </p:cNvPr>
            <p:cNvSpPr/>
            <p:nvPr/>
          </p:nvSpPr>
          <p:spPr>
            <a:xfrm>
              <a:off x="4802433" y="2358771"/>
              <a:ext cx="1515000" cy="370260"/>
            </a:xfrm>
            <a:prstGeom prst="trapezoid">
              <a:avLst>
                <a:gd name="adj" fmla="val 57673"/>
              </a:avLst>
            </a:prstGeom>
            <a:solidFill>
              <a:srgbClr val="FFEAEA"/>
            </a:solidFill>
            <a:ln w="1587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latinLnBrk="0">
                <a:buClr>
                  <a:srgbClr val="000000"/>
                </a:buClr>
                <a:buFont typeface="Arial"/>
                <a:buNone/>
              </a:pPr>
              <a:r>
                <a:rPr lang="en" kern="0" dirty="0">
                  <a:solidFill>
                    <a:srgbClr val="666666"/>
                  </a:solidFill>
                  <a:latin typeface="Arial"/>
                  <a:cs typeface="Arial"/>
                  <a:sym typeface="Arial"/>
                </a:rPr>
                <a:t>Linear</a:t>
              </a:r>
              <a:endParaRPr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" name="Google Shape;348;p22">
              <a:extLst>
                <a:ext uri="{FF2B5EF4-FFF2-40B4-BE49-F238E27FC236}">
                  <a16:creationId xmlns:a16="http://schemas.microsoft.com/office/drawing/2014/main" id="{C62F7DDE-77BB-B62B-7D05-0785EC2FDF95}"/>
                </a:ext>
              </a:extLst>
            </p:cNvPr>
            <p:cNvSpPr/>
            <p:nvPr/>
          </p:nvSpPr>
          <p:spPr>
            <a:xfrm>
              <a:off x="5444653" y="2921118"/>
              <a:ext cx="232636" cy="23482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endParaRPr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13" name="Google Shape;381;p22">
              <a:extLst>
                <a:ext uri="{FF2B5EF4-FFF2-40B4-BE49-F238E27FC236}">
                  <a16:creationId xmlns:a16="http://schemas.microsoft.com/office/drawing/2014/main" id="{FE927460-6AD9-F788-981D-D75AAABB89DD}"/>
                </a:ext>
              </a:extLst>
            </p:cNvPr>
            <p:cNvCxnSpPr>
              <a:cxnSpLocks/>
              <a:stCxn id="12" idx="0"/>
              <a:endCxn id="11" idx="2"/>
            </p:cNvCxnSpPr>
            <p:nvPr/>
          </p:nvCxnSpPr>
          <p:spPr>
            <a:xfrm flipH="1" flipV="1">
              <a:off x="5559933" y="2729031"/>
              <a:ext cx="1038" cy="192087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CDA8C218-5621-8775-C705-2A0D57F4A018}"/>
                </a:ext>
              </a:extLst>
            </p:cNvPr>
            <p:cNvGrpSpPr/>
            <p:nvPr/>
          </p:nvGrpSpPr>
          <p:grpSpPr>
            <a:xfrm>
              <a:off x="6554944" y="3654996"/>
              <a:ext cx="255900" cy="276998"/>
              <a:chOff x="6036135" y="13895511"/>
              <a:chExt cx="192261" cy="208113"/>
            </a:xfrm>
          </p:grpSpPr>
          <p:sp>
            <p:nvSpPr>
              <p:cNvPr id="29" name="Google Shape;348;p22">
                <a:extLst>
                  <a:ext uri="{FF2B5EF4-FFF2-40B4-BE49-F238E27FC236}">
                    <a16:creationId xmlns:a16="http://schemas.microsoft.com/office/drawing/2014/main" id="{500BFD63-7ABF-51B1-9C38-3D70A14FA99F}"/>
                  </a:ext>
                </a:extLst>
              </p:cNvPr>
              <p:cNvSpPr/>
              <p:nvPr/>
            </p:nvSpPr>
            <p:spPr>
              <a:xfrm>
                <a:off x="6036135" y="13906693"/>
                <a:ext cx="192261" cy="194065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algn="ctr" defTabSz="914400">
                  <a:buClr>
                    <a:srgbClr val="000000"/>
                  </a:buClr>
                </a:pPr>
                <a:endParaRPr kern="0" dirty="0">
                  <a:solidFill>
                    <a:srgbClr val="666666"/>
                  </a:solidFill>
                  <a:latin typeface="Arial"/>
                  <a:cs typeface="Arial"/>
                  <a:sym typeface="Arial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F975333D-C982-C693-BCCF-955716F1AED4}"/>
                      </a:ext>
                    </a:extLst>
                  </p:cNvPr>
                  <p:cNvSpPr txBox="1"/>
                  <p:nvPr/>
                </p:nvSpPr>
                <p:spPr>
                  <a:xfrm>
                    <a:off x="6057463" y="13895511"/>
                    <a:ext cx="149605" cy="20811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spAutoFit/>
                  </a:bodyPr>
                  <a:lstStyle/>
                  <a:p>
                    <a:pPr defTabSz="914400">
                      <a:buClr>
                        <a:srgbClr val="000000"/>
                      </a:buClr>
                    </a:pPr>
                    <a14:m>
                      <m:oMathPara xmlns:m="http://schemas.openxmlformats.org/officeDocument/2006/math">
                        <m:oMath>
                          <m:r>
                            <m:rPr>
                              <m:sty m:val="p"/>
                            </m:rPr>
                            <a:rPr kumimoji="1" lang="en-US" altLang="ko-KR" kern="0">
                              <a:solidFill>
                                <a:srgbClr val="595959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σ</m:t>
                          </m:r>
                        </m:oMath>
                      </m:oMathPara>
                    </a14:m>
                    <a:endParaRPr kumimoji="1" lang="en-US" altLang="ko-KR" kern="0" dirty="0">
                      <a:solidFill>
                        <a:srgbClr val="595959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mc:Choice>
            <mc:Fallback xmlns="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F975333D-C982-C693-BCCF-955716F1AED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7463" y="13895511"/>
                    <a:ext cx="149605" cy="208113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1765" r="-5882" b="-4545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5" name="Google Shape;382;p22">
              <a:extLst>
                <a:ext uri="{FF2B5EF4-FFF2-40B4-BE49-F238E27FC236}">
                  <a16:creationId xmlns:a16="http://schemas.microsoft.com/office/drawing/2014/main" id="{D138317F-8330-0FE7-9B50-77E27F395850}"/>
                </a:ext>
              </a:extLst>
            </p:cNvPr>
            <p:cNvCxnSpPr>
              <a:cxnSpLocks/>
              <a:stCxn id="29" idx="0"/>
              <a:endCxn id="12" idx="6"/>
            </p:cNvCxnSpPr>
            <p:nvPr/>
          </p:nvCxnSpPr>
          <p:spPr>
            <a:xfrm rot="16200000" flipV="1">
              <a:off x="5864417" y="2851401"/>
              <a:ext cx="631351" cy="1005605"/>
            </a:xfrm>
            <a:prstGeom prst="bentConnector2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7" name="Google Shape;380;p22">
              <a:extLst>
                <a:ext uri="{FF2B5EF4-FFF2-40B4-BE49-F238E27FC236}">
                  <a16:creationId xmlns:a16="http://schemas.microsoft.com/office/drawing/2014/main" id="{5415561C-1904-C484-8F06-B988EECE66E8}"/>
                </a:ext>
              </a:extLst>
            </p:cNvPr>
            <p:cNvSpPr/>
            <p:nvPr/>
          </p:nvSpPr>
          <p:spPr>
            <a:xfrm>
              <a:off x="4727720" y="3424666"/>
              <a:ext cx="1666500" cy="738812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D1F2FB"/>
                </a:gs>
                <a:gs pos="50000">
                  <a:srgbClr val="EBF5DD"/>
                </a:gs>
                <a:gs pos="100000">
                  <a:srgbClr val="FFAB40">
                    <a:lumMod val="40000"/>
                    <a:lumOff val="60000"/>
                  </a:srgbClr>
                </a:gs>
              </a:gsLst>
              <a:lin ang="18900000" scaled="0"/>
            </a:gradFill>
            <a:ln w="1905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r>
                <a:rPr lang="en" altLang="ko-KR" kern="0" dirty="0">
                  <a:solidFill>
                    <a:srgbClr val="666666"/>
                  </a:solidFill>
                  <a:latin typeface="Arial"/>
                  <a:cs typeface="Arial"/>
                  <a:sym typeface="Arial"/>
                </a:rPr>
                <a:t>Selective SSM</a:t>
              </a:r>
            </a:p>
          </p:txBody>
        </p:sp>
        <p:cxnSp>
          <p:nvCxnSpPr>
            <p:cNvPr id="18" name="Google Shape;381;p22">
              <a:extLst>
                <a:ext uri="{FF2B5EF4-FFF2-40B4-BE49-F238E27FC236}">
                  <a16:creationId xmlns:a16="http://schemas.microsoft.com/office/drawing/2014/main" id="{EDAE7EBD-B86B-4FDF-A718-3663BAE2E2B9}"/>
                </a:ext>
              </a:extLst>
            </p:cNvPr>
            <p:cNvCxnSpPr>
              <a:cxnSpLocks/>
              <a:stCxn id="17" idx="0"/>
              <a:endCxn id="12" idx="4"/>
            </p:cNvCxnSpPr>
            <p:nvPr/>
          </p:nvCxnSpPr>
          <p:spPr>
            <a:xfrm flipV="1">
              <a:off x="5560970" y="3155938"/>
              <a:ext cx="1" cy="268728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9" name="Google Shape;381;p22">
              <a:extLst>
                <a:ext uri="{FF2B5EF4-FFF2-40B4-BE49-F238E27FC236}">
                  <a16:creationId xmlns:a16="http://schemas.microsoft.com/office/drawing/2014/main" id="{DE9BC721-29C1-B1CB-C2A0-794DB786F383}"/>
                </a:ext>
              </a:extLst>
            </p:cNvPr>
            <p:cNvCxnSpPr>
              <a:cxnSpLocks/>
              <a:stCxn id="11" idx="0"/>
            </p:cNvCxnSpPr>
            <p:nvPr/>
          </p:nvCxnSpPr>
          <p:spPr>
            <a:xfrm flipV="1">
              <a:off x="5559933" y="1995055"/>
              <a:ext cx="0" cy="363716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0" name="Google Shape;381;p22">
              <a:extLst>
                <a:ext uri="{FF2B5EF4-FFF2-40B4-BE49-F238E27FC236}">
                  <a16:creationId xmlns:a16="http://schemas.microsoft.com/office/drawing/2014/main" id="{B1FF5FCD-1DE9-DEDB-2BD7-15200C5DB805}"/>
                </a:ext>
              </a:extLst>
            </p:cNvPr>
            <p:cNvCxnSpPr>
              <a:cxnSpLocks/>
              <a:endCxn id="27" idx="0"/>
            </p:cNvCxnSpPr>
            <p:nvPr/>
          </p:nvCxnSpPr>
          <p:spPr>
            <a:xfrm flipV="1">
              <a:off x="5556356" y="4806513"/>
              <a:ext cx="1" cy="1185582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1" name="Google Shape;382;p22">
              <a:extLst>
                <a:ext uri="{FF2B5EF4-FFF2-40B4-BE49-F238E27FC236}">
                  <a16:creationId xmlns:a16="http://schemas.microsoft.com/office/drawing/2014/main" id="{F3F65EFF-9C49-DF1F-66E3-13E912A5DF6A}"/>
                </a:ext>
              </a:extLst>
            </p:cNvPr>
            <p:cNvCxnSpPr>
              <a:cxnSpLocks/>
              <a:endCxn id="25" idx="0"/>
            </p:cNvCxnSpPr>
            <p:nvPr/>
          </p:nvCxnSpPr>
          <p:spPr>
            <a:xfrm rot="5400000" flipH="1" flipV="1">
              <a:off x="5526829" y="4836032"/>
              <a:ext cx="1185595" cy="1126538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E871C7EC-BD45-E1A7-595E-535454A72E53}"/>
                </a:ext>
              </a:extLst>
            </p:cNvPr>
            <p:cNvGrpSpPr/>
            <p:nvPr/>
          </p:nvGrpSpPr>
          <p:grpSpPr>
            <a:xfrm>
              <a:off x="5038976" y="4477604"/>
              <a:ext cx="1034764" cy="328897"/>
              <a:chOff x="5070910" y="15991812"/>
              <a:chExt cx="855177" cy="246054"/>
            </a:xfrm>
          </p:grpSpPr>
          <p:sp>
            <p:nvSpPr>
              <p:cNvPr id="27" name="Google Shape;380;p22">
                <a:extLst>
                  <a:ext uri="{FF2B5EF4-FFF2-40B4-BE49-F238E27FC236}">
                    <a16:creationId xmlns:a16="http://schemas.microsoft.com/office/drawing/2014/main" id="{FD1596B9-35B7-C195-FA92-C3ACC407F62F}"/>
                  </a:ext>
                </a:extLst>
              </p:cNvPr>
              <p:cNvSpPr/>
              <p:nvPr/>
            </p:nvSpPr>
            <p:spPr>
              <a:xfrm rot="10800000">
                <a:off x="5070910" y="15991812"/>
                <a:ext cx="855177" cy="246054"/>
              </a:xfrm>
              <a:prstGeom prst="trapezoid">
                <a:avLst>
                  <a:gd name="adj" fmla="val 50748"/>
                </a:avLst>
              </a:prstGeom>
              <a:solidFill>
                <a:srgbClr val="FFEAEA"/>
              </a:solidFill>
              <a:ln w="1587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spcFirstLastPara="1" wrap="square" lIns="0" tIns="0" rIns="0" bIns="0" anchor="ctr" anchorCtr="0">
                <a:noAutofit/>
                <a:flatTx/>
              </a:bodyPr>
              <a:lstStyle/>
              <a:p>
                <a:pPr algn="ctr" latinLnBrk="0">
                  <a:buClr>
                    <a:srgbClr val="000000"/>
                  </a:buClr>
                  <a:buFont typeface="Arial"/>
                  <a:buNone/>
                </a:pPr>
                <a:endParaRPr kern="0" dirty="0">
                  <a:solidFill>
                    <a:srgbClr val="666666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4361094-1721-FC07-9C79-999CA7ED4A7F}"/>
                  </a:ext>
                </a:extLst>
              </p:cNvPr>
              <p:cNvSpPr txBox="1"/>
              <p:nvPr/>
            </p:nvSpPr>
            <p:spPr>
              <a:xfrm>
                <a:off x="5182566" y="16011224"/>
                <a:ext cx="633958" cy="20722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 latinLnBrk="0">
                  <a:buClr>
                    <a:srgbClr val="000000"/>
                  </a:buClr>
                  <a:buFont typeface="Arial"/>
                  <a:buNone/>
                  <a:defRPr/>
                </a:pPr>
                <a:r>
                  <a:rPr lang="en-US" altLang="ko-KR" kern="0" dirty="0">
                    <a:solidFill>
                      <a:srgbClr val="666666"/>
                    </a:solidFill>
                    <a:latin typeface="Arial"/>
                    <a:cs typeface="Arial"/>
                    <a:sym typeface="Arial"/>
                  </a:rPr>
                  <a:t>Linear</a:t>
                </a:r>
              </a:p>
            </p:txBody>
          </p:sp>
        </p:grp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A5EE3D59-DFEE-472D-D985-4D9090DF1CEE}"/>
                </a:ext>
              </a:extLst>
            </p:cNvPr>
            <p:cNvGrpSpPr/>
            <p:nvPr/>
          </p:nvGrpSpPr>
          <p:grpSpPr>
            <a:xfrm>
              <a:off x="6165513" y="4477606"/>
              <a:ext cx="1034764" cy="328897"/>
              <a:chOff x="6001932" y="15991813"/>
              <a:chExt cx="855177" cy="246054"/>
            </a:xfrm>
          </p:grpSpPr>
          <p:sp>
            <p:nvSpPr>
              <p:cNvPr id="25" name="Google Shape;380;p22">
                <a:extLst>
                  <a:ext uri="{FF2B5EF4-FFF2-40B4-BE49-F238E27FC236}">
                    <a16:creationId xmlns:a16="http://schemas.microsoft.com/office/drawing/2014/main" id="{3651B398-805A-28FC-CE92-0C42AAD33D9B}"/>
                  </a:ext>
                </a:extLst>
              </p:cNvPr>
              <p:cNvSpPr/>
              <p:nvPr/>
            </p:nvSpPr>
            <p:spPr>
              <a:xfrm rot="10800000">
                <a:off x="6001932" y="15991813"/>
                <a:ext cx="855177" cy="246054"/>
              </a:xfrm>
              <a:prstGeom prst="trapezoid">
                <a:avLst>
                  <a:gd name="adj" fmla="val 50748"/>
                </a:avLst>
              </a:prstGeom>
              <a:solidFill>
                <a:srgbClr val="FFEAEA"/>
              </a:solidFill>
              <a:ln w="1587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spcFirstLastPara="1" wrap="square" lIns="0" tIns="0" rIns="0" bIns="0" anchor="ctr" anchorCtr="0">
                <a:noAutofit/>
                <a:flatTx/>
              </a:bodyPr>
              <a:lstStyle/>
              <a:p>
                <a:pPr algn="ctr" latinLnBrk="0">
                  <a:buClr>
                    <a:srgbClr val="000000"/>
                  </a:buClr>
                  <a:buFont typeface="Arial"/>
                  <a:buNone/>
                </a:pPr>
                <a:endParaRPr kern="0" dirty="0">
                  <a:solidFill>
                    <a:srgbClr val="666666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F5CDD6E-20AA-E2B7-272D-9AF533BD5BD1}"/>
                  </a:ext>
                </a:extLst>
              </p:cNvPr>
              <p:cNvSpPr txBox="1"/>
              <p:nvPr/>
            </p:nvSpPr>
            <p:spPr>
              <a:xfrm>
                <a:off x="6111495" y="16011223"/>
                <a:ext cx="633958" cy="20722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 latinLnBrk="0">
                  <a:buClr>
                    <a:srgbClr val="000000"/>
                  </a:buClr>
                  <a:buFont typeface="Arial"/>
                  <a:buNone/>
                  <a:defRPr/>
                </a:pPr>
                <a:r>
                  <a:rPr lang="en-US" altLang="ko-KR" kern="0" dirty="0">
                    <a:solidFill>
                      <a:srgbClr val="666666"/>
                    </a:solidFill>
                    <a:latin typeface="Arial"/>
                    <a:cs typeface="Arial"/>
                    <a:sym typeface="Arial"/>
                  </a:rPr>
                  <a:t>Linear</a:t>
                </a:r>
              </a:p>
            </p:txBody>
          </p:sp>
        </p:grpSp>
        <p:pic>
          <p:nvPicPr>
            <p:cNvPr id="24" name="Google Shape;347;p22" descr="+" title="MathEquation,#585858">
              <a:extLst>
                <a:ext uri="{FF2B5EF4-FFF2-40B4-BE49-F238E27FC236}">
                  <a16:creationId xmlns:a16="http://schemas.microsoft.com/office/drawing/2014/main" id="{A7187BDC-38A6-3E13-CFB6-E9B59293CCFC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2700000">
              <a:off x="5456077" y="2935312"/>
              <a:ext cx="203544" cy="22231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F46FFB12-10DE-26B6-3018-CA32609EA493}"/>
              </a:ext>
            </a:extLst>
          </p:cNvPr>
          <p:cNvGrpSpPr/>
          <p:nvPr/>
        </p:nvGrpSpPr>
        <p:grpSpPr>
          <a:xfrm>
            <a:off x="1227895" y="2488533"/>
            <a:ext cx="2085800" cy="3350252"/>
            <a:chOff x="1227895" y="2488533"/>
            <a:chExt cx="2085800" cy="3350252"/>
          </a:xfrm>
        </p:grpSpPr>
        <p:sp>
          <p:nvSpPr>
            <p:cNvPr id="32" name="Google Shape;380;p22">
              <a:extLst>
                <a:ext uri="{FF2B5EF4-FFF2-40B4-BE49-F238E27FC236}">
                  <a16:creationId xmlns:a16="http://schemas.microsoft.com/office/drawing/2014/main" id="{D6E9CE87-0182-AEF8-E7BC-64AF79EFE9BC}"/>
                </a:ext>
              </a:extLst>
            </p:cNvPr>
            <p:cNvSpPr/>
            <p:nvPr/>
          </p:nvSpPr>
          <p:spPr>
            <a:xfrm>
              <a:off x="1633522" y="5164701"/>
              <a:ext cx="1515000" cy="370260"/>
            </a:xfrm>
            <a:prstGeom prst="roundRect">
              <a:avLst>
                <a:gd name="adj" fmla="val 16667"/>
              </a:avLst>
            </a:prstGeom>
            <a:solidFill>
              <a:srgbClr val="E7F8FB"/>
            </a:solidFill>
            <a:ln w="1587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r>
                <a:rPr lang="en-US" kern="0" dirty="0">
                  <a:solidFill>
                    <a:srgbClr val="666666"/>
                  </a:solidFill>
                  <a:latin typeface="Arial"/>
                  <a:cs typeface="Arial"/>
                  <a:sym typeface="Arial"/>
                </a:rPr>
                <a:t>Conv1D</a:t>
              </a:r>
              <a:endParaRPr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33" name="Google Shape;381;p22">
              <a:extLst>
                <a:ext uri="{FF2B5EF4-FFF2-40B4-BE49-F238E27FC236}">
                  <a16:creationId xmlns:a16="http://schemas.microsoft.com/office/drawing/2014/main" id="{03AD106C-4525-CD56-7FDA-34EF737C5E51}"/>
                </a:ext>
              </a:extLst>
            </p:cNvPr>
            <p:cNvCxnSpPr>
              <a:cxnSpLocks/>
              <a:stCxn id="32" idx="0"/>
            </p:cNvCxnSpPr>
            <p:nvPr/>
          </p:nvCxnSpPr>
          <p:spPr>
            <a:xfrm flipV="1">
              <a:off x="2391022" y="4966379"/>
              <a:ext cx="2" cy="198322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4" name="Google Shape;380;p22">
              <a:extLst>
                <a:ext uri="{FF2B5EF4-FFF2-40B4-BE49-F238E27FC236}">
                  <a16:creationId xmlns:a16="http://schemas.microsoft.com/office/drawing/2014/main" id="{526E92FF-D5FC-10E3-9CEE-4080CCFEF2CD}"/>
                </a:ext>
              </a:extLst>
            </p:cNvPr>
            <p:cNvSpPr/>
            <p:nvPr/>
          </p:nvSpPr>
          <p:spPr>
            <a:xfrm>
              <a:off x="1474447" y="2488533"/>
              <a:ext cx="1833150" cy="413820"/>
            </a:xfrm>
            <a:prstGeom prst="roundRect">
              <a:avLst>
                <a:gd name="adj" fmla="val 16667"/>
              </a:avLst>
            </a:prstGeom>
            <a:solidFill>
              <a:srgbClr val="FFAB40">
                <a:lumMod val="40000"/>
                <a:lumOff val="60000"/>
              </a:srgbClr>
            </a:solidFill>
            <a:ln w="1587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r>
                <a:rPr lang="en-US" kern="0" dirty="0">
                  <a:solidFill>
                    <a:srgbClr val="666666"/>
                  </a:solidFill>
                  <a:latin typeface="Arial"/>
                  <a:cs typeface="Arial"/>
                  <a:sym typeface="Arial"/>
                </a:rPr>
                <a:t>SSM</a:t>
              </a:r>
              <a:endParaRPr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" name="Google Shape;379;p22">
              <a:extLst>
                <a:ext uri="{FF2B5EF4-FFF2-40B4-BE49-F238E27FC236}">
                  <a16:creationId xmlns:a16="http://schemas.microsoft.com/office/drawing/2014/main" id="{1CF46D9B-00F8-0657-63E7-37E690A379BD}"/>
                </a:ext>
              </a:extLst>
            </p:cNvPr>
            <p:cNvSpPr/>
            <p:nvPr/>
          </p:nvSpPr>
          <p:spPr>
            <a:xfrm>
              <a:off x="1579693" y="3256115"/>
              <a:ext cx="326809" cy="339125"/>
            </a:xfrm>
            <a:prstGeom prst="roundRect">
              <a:avLst>
                <a:gd name="adj" fmla="val 0"/>
              </a:avLst>
            </a:prstGeom>
            <a:solidFill>
              <a:srgbClr val="D8EDBA">
                <a:alpha val="49914"/>
              </a:srgbClr>
            </a:solidFill>
            <a:ln w="15875" cap="flat" cmpd="sng">
              <a:solidFill>
                <a:srgbClr val="83998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r>
                <a:rPr lang="el-GR" altLang="ko-KR" kern="0" dirty="0">
                  <a:ln w="3175">
                    <a:noFill/>
                  </a:ln>
                  <a:solidFill>
                    <a:srgbClr val="595959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/>
                </a:rPr>
                <a:t>Δ</a:t>
              </a:r>
            </a:p>
          </p:txBody>
        </p:sp>
        <p:sp>
          <p:nvSpPr>
            <p:cNvPr id="36" name="Google Shape;379;p22">
              <a:extLst>
                <a:ext uri="{FF2B5EF4-FFF2-40B4-BE49-F238E27FC236}">
                  <a16:creationId xmlns:a16="http://schemas.microsoft.com/office/drawing/2014/main" id="{DC435214-D64E-15D6-5A07-EB7FDE517EF5}"/>
                </a:ext>
              </a:extLst>
            </p:cNvPr>
            <p:cNvSpPr/>
            <p:nvPr/>
          </p:nvSpPr>
          <p:spPr>
            <a:xfrm>
              <a:off x="1931491" y="3256115"/>
              <a:ext cx="326809" cy="339125"/>
            </a:xfrm>
            <a:prstGeom prst="roundRect">
              <a:avLst>
                <a:gd name="adj" fmla="val 0"/>
              </a:avLst>
            </a:prstGeom>
            <a:solidFill>
              <a:srgbClr val="D8EDBA">
                <a:alpha val="49914"/>
              </a:srgbClr>
            </a:solidFill>
            <a:ln w="15875" cap="flat" cmpd="sng">
              <a:solidFill>
                <a:srgbClr val="83998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r>
                <a:rPr lang="en" kern="0" dirty="0">
                  <a:ln w="3175">
                    <a:noFill/>
                  </a:ln>
                  <a:solidFill>
                    <a:srgbClr val="595959"/>
                  </a:solidFill>
                  <a:latin typeface="Arial"/>
                  <a:cs typeface="Arial"/>
                  <a:sym typeface="Arial"/>
                </a:rPr>
                <a:t>B</a:t>
              </a:r>
              <a:endParaRPr kern="0" dirty="0">
                <a:ln w="3175">
                  <a:noFill/>
                </a:ln>
                <a:solidFill>
                  <a:srgbClr val="595959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" name="Google Shape;379;p22">
              <a:extLst>
                <a:ext uri="{FF2B5EF4-FFF2-40B4-BE49-F238E27FC236}">
                  <a16:creationId xmlns:a16="http://schemas.microsoft.com/office/drawing/2014/main" id="{E42A7DC1-7907-DB45-0267-C5C9E772D058}"/>
                </a:ext>
              </a:extLst>
            </p:cNvPr>
            <p:cNvSpPr/>
            <p:nvPr/>
          </p:nvSpPr>
          <p:spPr>
            <a:xfrm>
              <a:off x="2283289" y="3256115"/>
              <a:ext cx="326809" cy="339125"/>
            </a:xfrm>
            <a:prstGeom prst="roundRect">
              <a:avLst>
                <a:gd name="adj" fmla="val 0"/>
              </a:avLst>
            </a:prstGeom>
            <a:solidFill>
              <a:srgbClr val="D8EDBA">
                <a:alpha val="49914"/>
              </a:srgbClr>
            </a:solidFill>
            <a:ln w="15875" cap="flat" cmpd="sng">
              <a:solidFill>
                <a:srgbClr val="83998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r>
                <a:rPr lang="en" kern="0" dirty="0">
                  <a:ln w="3175">
                    <a:noFill/>
                  </a:ln>
                  <a:solidFill>
                    <a:srgbClr val="595959"/>
                  </a:solidFill>
                  <a:latin typeface="Arial"/>
                  <a:cs typeface="Arial"/>
                  <a:sym typeface="Arial"/>
                </a:rPr>
                <a:t>C</a:t>
              </a:r>
              <a:endParaRPr kern="0" dirty="0">
                <a:ln w="3175">
                  <a:noFill/>
                </a:ln>
                <a:solidFill>
                  <a:srgbClr val="595959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38" name="Google Shape;382;p22">
              <a:extLst>
                <a:ext uri="{FF2B5EF4-FFF2-40B4-BE49-F238E27FC236}">
                  <a16:creationId xmlns:a16="http://schemas.microsoft.com/office/drawing/2014/main" id="{0F40B5CC-D400-4BA9-8A1B-D95950C58F28}"/>
                </a:ext>
              </a:extLst>
            </p:cNvPr>
            <p:cNvCxnSpPr>
              <a:cxnSpLocks/>
              <a:stCxn id="56" idx="1"/>
              <a:endCxn id="36" idx="2"/>
            </p:cNvCxnSpPr>
            <p:nvPr/>
          </p:nvCxnSpPr>
          <p:spPr>
            <a:xfrm rot="10800000">
              <a:off x="2094896" y="3595240"/>
              <a:ext cx="286038" cy="1004546"/>
            </a:xfrm>
            <a:prstGeom prst="bentConnector2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9" name="Google Shape;382;p22">
              <a:extLst>
                <a:ext uri="{FF2B5EF4-FFF2-40B4-BE49-F238E27FC236}">
                  <a16:creationId xmlns:a16="http://schemas.microsoft.com/office/drawing/2014/main" id="{3814FFA8-CEBF-0641-3AD4-02D0E68DD402}"/>
                </a:ext>
              </a:extLst>
            </p:cNvPr>
            <p:cNvCxnSpPr>
              <a:cxnSpLocks/>
              <a:stCxn id="56" idx="3"/>
              <a:endCxn id="37" idx="2"/>
            </p:cNvCxnSpPr>
            <p:nvPr/>
          </p:nvCxnSpPr>
          <p:spPr>
            <a:xfrm flipV="1">
              <a:off x="2401339" y="3595240"/>
              <a:ext cx="45355" cy="1004546"/>
            </a:xfrm>
            <a:prstGeom prst="bentConnector2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0" name="Google Shape;382;p22">
              <a:extLst>
                <a:ext uri="{FF2B5EF4-FFF2-40B4-BE49-F238E27FC236}">
                  <a16:creationId xmlns:a16="http://schemas.microsoft.com/office/drawing/2014/main" id="{CA7F3C29-60DB-3257-91B8-24FBA5161A10}"/>
                </a:ext>
              </a:extLst>
            </p:cNvPr>
            <p:cNvCxnSpPr>
              <a:cxnSpLocks/>
              <a:stCxn id="56" idx="1"/>
              <a:endCxn id="35" idx="2"/>
            </p:cNvCxnSpPr>
            <p:nvPr/>
          </p:nvCxnSpPr>
          <p:spPr>
            <a:xfrm rot="10800000">
              <a:off x="1743098" y="3595240"/>
              <a:ext cx="637836" cy="1004546"/>
            </a:xfrm>
            <a:prstGeom prst="bentConnector2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1" name="Google Shape;382;p22">
              <a:extLst>
                <a:ext uri="{FF2B5EF4-FFF2-40B4-BE49-F238E27FC236}">
                  <a16:creationId xmlns:a16="http://schemas.microsoft.com/office/drawing/2014/main" id="{753F39C6-0DAB-434D-6BF0-4A74BECB42B3}"/>
                </a:ext>
              </a:extLst>
            </p:cNvPr>
            <p:cNvCxnSpPr>
              <a:cxnSpLocks/>
              <a:stCxn id="56" idx="3"/>
              <a:endCxn id="61" idx="2"/>
            </p:cNvCxnSpPr>
            <p:nvPr/>
          </p:nvCxnSpPr>
          <p:spPr>
            <a:xfrm flipV="1">
              <a:off x="2401339" y="2894324"/>
              <a:ext cx="395906" cy="1705462"/>
            </a:xfrm>
            <a:prstGeom prst="bentConnector2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2" name="Google Shape;379;p22">
              <a:extLst>
                <a:ext uri="{FF2B5EF4-FFF2-40B4-BE49-F238E27FC236}">
                  <a16:creationId xmlns:a16="http://schemas.microsoft.com/office/drawing/2014/main" id="{EAEB5246-4173-6678-9350-4C807F26BD20}"/>
                </a:ext>
              </a:extLst>
            </p:cNvPr>
            <p:cNvSpPr/>
            <p:nvPr/>
          </p:nvSpPr>
          <p:spPr>
            <a:xfrm>
              <a:off x="1227895" y="3256115"/>
              <a:ext cx="326809" cy="339125"/>
            </a:xfrm>
            <a:prstGeom prst="roundRect">
              <a:avLst>
                <a:gd name="adj" fmla="val 0"/>
              </a:avLst>
            </a:prstGeom>
            <a:solidFill>
              <a:srgbClr val="D8EDBA">
                <a:alpha val="49914"/>
              </a:srgbClr>
            </a:solidFill>
            <a:ln w="15875" cap="flat" cmpd="sng">
              <a:solidFill>
                <a:srgbClr val="83998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r>
                <a:rPr lang="en" kern="0" dirty="0">
                  <a:solidFill>
                    <a:srgbClr val="666666"/>
                  </a:solidFill>
                  <a:latin typeface="Arial"/>
                  <a:cs typeface="Arial"/>
                  <a:sym typeface="Arial"/>
                </a:rPr>
                <a:t>A</a:t>
              </a:r>
              <a:endParaRPr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43" name="Google Shape;382;p22">
              <a:extLst>
                <a:ext uri="{FF2B5EF4-FFF2-40B4-BE49-F238E27FC236}">
                  <a16:creationId xmlns:a16="http://schemas.microsoft.com/office/drawing/2014/main" id="{65ECE476-C770-12B1-02FA-8DE7259D0721}"/>
                </a:ext>
              </a:extLst>
            </p:cNvPr>
            <p:cNvCxnSpPr>
              <a:cxnSpLocks/>
              <a:stCxn id="42" idx="0"/>
              <a:endCxn id="58" idx="2"/>
            </p:cNvCxnSpPr>
            <p:nvPr/>
          </p:nvCxnSpPr>
          <p:spPr>
            <a:xfrm rot="5400000" flipH="1" flipV="1">
              <a:off x="1386304" y="2899321"/>
              <a:ext cx="361791" cy="351798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4" name="Google Shape;381;p22">
              <a:extLst>
                <a:ext uri="{FF2B5EF4-FFF2-40B4-BE49-F238E27FC236}">
                  <a16:creationId xmlns:a16="http://schemas.microsoft.com/office/drawing/2014/main" id="{B39DBEA4-EF1E-3D06-BA06-6889AC5754F5}"/>
                </a:ext>
              </a:extLst>
            </p:cNvPr>
            <p:cNvCxnSpPr>
              <a:cxnSpLocks/>
              <a:stCxn id="36" idx="0"/>
              <a:endCxn id="59" idx="2"/>
            </p:cNvCxnSpPr>
            <p:nvPr/>
          </p:nvCxnSpPr>
          <p:spPr>
            <a:xfrm flipV="1">
              <a:off x="2094896" y="2894324"/>
              <a:ext cx="1604" cy="361791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5" name="Google Shape;381;p22">
              <a:extLst>
                <a:ext uri="{FF2B5EF4-FFF2-40B4-BE49-F238E27FC236}">
                  <a16:creationId xmlns:a16="http://schemas.microsoft.com/office/drawing/2014/main" id="{0EAF0F8A-709E-A379-0F87-90BE97737173}"/>
                </a:ext>
              </a:extLst>
            </p:cNvPr>
            <p:cNvCxnSpPr>
              <a:cxnSpLocks/>
              <a:stCxn id="37" idx="0"/>
              <a:endCxn id="60" idx="2"/>
            </p:cNvCxnSpPr>
            <p:nvPr/>
          </p:nvCxnSpPr>
          <p:spPr>
            <a:xfrm flipV="1">
              <a:off x="2446694" y="2894324"/>
              <a:ext cx="3208" cy="361791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6" name="Google Shape;381;p22">
              <a:extLst>
                <a:ext uri="{FF2B5EF4-FFF2-40B4-BE49-F238E27FC236}">
                  <a16:creationId xmlns:a16="http://schemas.microsoft.com/office/drawing/2014/main" id="{7E158833-7B6B-989C-01F9-573AD7AFD2E2}"/>
                </a:ext>
              </a:extLst>
            </p:cNvPr>
            <p:cNvCxnSpPr>
              <a:cxnSpLocks/>
              <a:stCxn id="35" idx="0"/>
              <a:endCxn id="58" idx="2"/>
            </p:cNvCxnSpPr>
            <p:nvPr/>
          </p:nvCxnSpPr>
          <p:spPr>
            <a:xfrm flipV="1">
              <a:off x="1743098" y="2894324"/>
              <a:ext cx="0" cy="361791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7" name="Google Shape;381;p22">
              <a:extLst>
                <a:ext uri="{FF2B5EF4-FFF2-40B4-BE49-F238E27FC236}">
                  <a16:creationId xmlns:a16="http://schemas.microsoft.com/office/drawing/2014/main" id="{219EFC3A-7602-210F-899F-5B2B3085527B}"/>
                </a:ext>
              </a:extLst>
            </p:cNvPr>
            <p:cNvCxnSpPr>
              <a:cxnSpLocks/>
              <a:endCxn id="32" idx="2"/>
            </p:cNvCxnSpPr>
            <p:nvPr/>
          </p:nvCxnSpPr>
          <p:spPr>
            <a:xfrm flipH="1" flipV="1">
              <a:off x="2391022" y="5534961"/>
              <a:ext cx="2132" cy="303824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8" name="Google Shape;380;p22">
              <a:extLst>
                <a:ext uri="{FF2B5EF4-FFF2-40B4-BE49-F238E27FC236}">
                  <a16:creationId xmlns:a16="http://schemas.microsoft.com/office/drawing/2014/main" id="{06693869-9F36-5842-06E8-5FC0F0B00AEA}"/>
                </a:ext>
              </a:extLst>
            </p:cNvPr>
            <p:cNvSpPr/>
            <p:nvPr/>
          </p:nvSpPr>
          <p:spPr>
            <a:xfrm>
              <a:off x="1446388" y="3794147"/>
              <a:ext cx="584097" cy="168058"/>
            </a:xfrm>
            <a:prstGeom prst="trapezoid">
              <a:avLst>
                <a:gd name="adj" fmla="val 71578"/>
              </a:avLst>
            </a:prstGeom>
            <a:solidFill>
              <a:srgbClr val="FFEAEA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endParaRPr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9" name="Google Shape;380;p22">
              <a:extLst>
                <a:ext uri="{FF2B5EF4-FFF2-40B4-BE49-F238E27FC236}">
                  <a16:creationId xmlns:a16="http://schemas.microsoft.com/office/drawing/2014/main" id="{D889D745-0536-82B4-1B98-B5DB438F0AAF}"/>
                </a:ext>
              </a:extLst>
            </p:cNvPr>
            <p:cNvSpPr/>
            <p:nvPr/>
          </p:nvSpPr>
          <p:spPr>
            <a:xfrm>
              <a:off x="2149378" y="4284338"/>
              <a:ext cx="584097" cy="168058"/>
            </a:xfrm>
            <a:prstGeom prst="trapezoid">
              <a:avLst>
                <a:gd name="adj" fmla="val 71578"/>
              </a:avLst>
            </a:prstGeom>
            <a:solidFill>
              <a:srgbClr val="FFEAEA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endParaRPr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0" name="Google Shape;380;p22">
              <a:extLst>
                <a:ext uri="{FF2B5EF4-FFF2-40B4-BE49-F238E27FC236}">
                  <a16:creationId xmlns:a16="http://schemas.microsoft.com/office/drawing/2014/main" id="{CAFF8B1A-9CCA-E18A-CE95-8CB80BD54AC3}"/>
                </a:ext>
              </a:extLst>
            </p:cNvPr>
            <p:cNvSpPr/>
            <p:nvPr/>
          </p:nvSpPr>
          <p:spPr>
            <a:xfrm>
              <a:off x="1800146" y="4039243"/>
              <a:ext cx="584097" cy="168058"/>
            </a:xfrm>
            <a:prstGeom prst="trapezoid">
              <a:avLst>
                <a:gd name="adj" fmla="val 71578"/>
              </a:avLst>
            </a:prstGeom>
            <a:solidFill>
              <a:srgbClr val="FFEAEA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endParaRPr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E054014E-E5C3-E9E9-F2B2-3E697A513743}"/>
                </a:ext>
              </a:extLst>
            </p:cNvPr>
            <p:cNvGrpSpPr/>
            <p:nvPr/>
          </p:nvGrpSpPr>
          <p:grpSpPr>
            <a:xfrm>
              <a:off x="2263072" y="4712424"/>
              <a:ext cx="255900" cy="253955"/>
              <a:chOff x="4215295" y="4756876"/>
              <a:chExt cx="232636" cy="25395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7CF55D39-6AAA-EF40-6399-AEDF81669F03}"/>
                      </a:ext>
                    </a:extLst>
                  </p:cNvPr>
                  <p:cNvSpPr txBox="1"/>
                  <p:nvPr/>
                </p:nvSpPr>
                <p:spPr>
                  <a:xfrm>
                    <a:off x="4241102" y="4785050"/>
                    <a:ext cx="181022" cy="17199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spAutoFit/>
                  </a:bodyPr>
                  <a:lstStyle/>
                  <a:p>
                    <a:pPr defTabSz="914400">
                      <a:buClr>
                        <a:srgbClr val="000000"/>
                      </a:buClr>
                    </a:pPr>
                    <a14:m>
                      <m:oMathPara xmlns:m="http://schemas.openxmlformats.org/officeDocument/2006/math">
                        <m:oMath>
                          <m:r>
                            <m:rPr>
                              <m:sty m:val="p"/>
                            </m:rPr>
                            <a:rPr kumimoji="1" lang="en-US" altLang="ko-KR" kern="0">
                              <a:solidFill>
                                <a:srgbClr val="595959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σ</m:t>
                          </m:r>
                        </m:oMath>
                      </m:oMathPara>
                    </a14:m>
                    <a:endParaRPr kumimoji="1" lang="en-US" altLang="ko-KR" kern="0" dirty="0">
                      <a:solidFill>
                        <a:srgbClr val="595959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mc:Choice>
            <mc:Fallback xmlns=""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7CF55D39-6AAA-EF40-6399-AEDF81669F0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41102" y="4785050"/>
                    <a:ext cx="181022" cy="17199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5882" r="-5882" b="-35714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3" name="Google Shape;348;p22">
                <a:extLst>
                  <a:ext uri="{FF2B5EF4-FFF2-40B4-BE49-F238E27FC236}">
                    <a16:creationId xmlns:a16="http://schemas.microsoft.com/office/drawing/2014/main" id="{723B6B6D-E9E6-23F8-DB32-F735AA188C9B}"/>
                  </a:ext>
                </a:extLst>
              </p:cNvPr>
              <p:cNvSpPr/>
              <p:nvPr/>
            </p:nvSpPr>
            <p:spPr>
              <a:xfrm>
                <a:off x="4215295" y="4756876"/>
                <a:ext cx="232636" cy="253955"/>
              </a:xfrm>
              <a:prstGeom prst="ellipse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algn="ctr" defTabSz="914400">
                  <a:buClr>
                    <a:srgbClr val="000000"/>
                  </a:buClr>
                </a:pPr>
                <a:endParaRPr kern="0" dirty="0">
                  <a:solidFill>
                    <a:srgbClr val="666666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" name="Google Shape;379;p22">
              <a:extLst>
                <a:ext uri="{FF2B5EF4-FFF2-40B4-BE49-F238E27FC236}">
                  <a16:creationId xmlns:a16="http://schemas.microsoft.com/office/drawing/2014/main" id="{ED63A6A3-3420-095B-CDB4-47D8B2D44488}"/>
                </a:ext>
              </a:extLst>
            </p:cNvPr>
            <p:cNvSpPr/>
            <p:nvPr/>
          </p:nvSpPr>
          <p:spPr>
            <a:xfrm>
              <a:off x="2986886" y="3256115"/>
              <a:ext cx="326809" cy="339125"/>
            </a:xfrm>
            <a:prstGeom prst="roundRect">
              <a:avLst>
                <a:gd name="adj" fmla="val 0"/>
              </a:avLst>
            </a:prstGeom>
            <a:solidFill>
              <a:srgbClr val="D8EDBA">
                <a:alpha val="49914"/>
              </a:srgbClr>
            </a:solidFill>
            <a:ln w="15875" cap="flat" cmpd="sng">
              <a:solidFill>
                <a:srgbClr val="83998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r>
                <a:rPr lang="en-US" kern="0" dirty="0">
                  <a:ln w="3175">
                    <a:noFill/>
                  </a:ln>
                  <a:solidFill>
                    <a:srgbClr val="595959"/>
                  </a:solidFill>
                  <a:latin typeface="Arial"/>
                  <a:cs typeface="Arial"/>
                  <a:sym typeface="Arial"/>
                </a:rPr>
                <a:t>D</a:t>
              </a:r>
              <a:endParaRPr kern="0" dirty="0">
                <a:ln w="3175">
                  <a:noFill/>
                </a:ln>
                <a:solidFill>
                  <a:srgbClr val="595959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53" name="Google Shape;381;p22">
              <a:extLst>
                <a:ext uri="{FF2B5EF4-FFF2-40B4-BE49-F238E27FC236}">
                  <a16:creationId xmlns:a16="http://schemas.microsoft.com/office/drawing/2014/main" id="{8AB276CA-3F5C-5E91-18F8-8C4C1961F8C1}"/>
                </a:ext>
              </a:extLst>
            </p:cNvPr>
            <p:cNvCxnSpPr>
              <a:cxnSpLocks/>
              <a:stCxn id="52" idx="0"/>
              <a:endCxn id="61" idx="4"/>
            </p:cNvCxnSpPr>
            <p:nvPr/>
          </p:nvCxnSpPr>
          <p:spPr>
            <a:xfrm flipV="1">
              <a:off x="3150291" y="2894324"/>
              <a:ext cx="356" cy="361791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17F4BEA3-D08F-D2AE-1131-3333E8509D0F}"/>
                </a:ext>
              </a:extLst>
            </p:cNvPr>
            <p:cNvGrpSpPr/>
            <p:nvPr/>
          </p:nvGrpSpPr>
          <p:grpSpPr>
            <a:xfrm>
              <a:off x="1743098" y="2786646"/>
              <a:ext cx="1407549" cy="107678"/>
              <a:chOff x="1743098" y="2794562"/>
              <a:chExt cx="1397761" cy="107678"/>
            </a:xfrm>
            <a:solidFill>
              <a:srgbClr val="FFDDB3"/>
            </a:solidFill>
          </p:grpSpPr>
          <p:sp>
            <p:nvSpPr>
              <p:cNvPr id="58" name="삼각형 57">
                <a:extLst>
                  <a:ext uri="{FF2B5EF4-FFF2-40B4-BE49-F238E27FC236}">
                    <a16:creationId xmlns:a16="http://schemas.microsoft.com/office/drawing/2014/main" id="{BCF4D5E4-6B3A-7F22-953F-E7127C870B3C}"/>
                  </a:ext>
                </a:extLst>
              </p:cNvPr>
              <p:cNvSpPr/>
              <p:nvPr/>
            </p:nvSpPr>
            <p:spPr>
              <a:xfrm>
                <a:off x="1743098" y="2794562"/>
                <a:ext cx="350944" cy="107678"/>
              </a:xfrm>
              <a:prstGeom prst="triangl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defTabSz="914400">
                  <a:buClr>
                    <a:srgbClr val="000000"/>
                  </a:buClr>
                </a:pPr>
                <a:endParaRPr kumimoji="1" lang="ko-KR" altLang="en-US" kern="0" dirty="0">
                  <a:solidFill>
                    <a:srgbClr val="FFFFFF"/>
                  </a:solidFill>
                  <a:latin typeface="Arial"/>
                  <a:ea typeface="맑은 고딕" panose="020B0503020000020004" pitchFamily="34" charset="-127"/>
                  <a:sym typeface="Arial"/>
                </a:endParaRPr>
              </a:p>
            </p:txBody>
          </p:sp>
          <p:sp>
            <p:nvSpPr>
              <p:cNvPr id="59" name="삼각형 58">
                <a:extLst>
                  <a:ext uri="{FF2B5EF4-FFF2-40B4-BE49-F238E27FC236}">
                    <a16:creationId xmlns:a16="http://schemas.microsoft.com/office/drawing/2014/main" id="{B27B729E-7187-755C-4DC8-C0A9DEDCBDCF}"/>
                  </a:ext>
                </a:extLst>
              </p:cNvPr>
              <p:cNvSpPr/>
              <p:nvPr/>
            </p:nvSpPr>
            <p:spPr>
              <a:xfrm>
                <a:off x="2094042" y="2794562"/>
                <a:ext cx="350944" cy="107678"/>
              </a:xfrm>
              <a:prstGeom prst="triangl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defTabSz="914400">
                  <a:buClr>
                    <a:srgbClr val="000000"/>
                  </a:buClr>
                </a:pPr>
                <a:endParaRPr kumimoji="1" lang="ko-KR" altLang="en-US" kern="0" dirty="0">
                  <a:solidFill>
                    <a:srgbClr val="FFFFFF"/>
                  </a:solidFill>
                  <a:latin typeface="Arial"/>
                  <a:ea typeface="맑은 고딕" panose="020B0503020000020004" pitchFamily="34" charset="-127"/>
                  <a:sym typeface="Arial"/>
                </a:endParaRPr>
              </a:p>
            </p:txBody>
          </p:sp>
          <p:sp>
            <p:nvSpPr>
              <p:cNvPr id="60" name="삼각형 59">
                <a:extLst>
                  <a:ext uri="{FF2B5EF4-FFF2-40B4-BE49-F238E27FC236}">
                    <a16:creationId xmlns:a16="http://schemas.microsoft.com/office/drawing/2014/main" id="{F75BBA3D-C7F6-06DB-61FD-4B1F913C7FB4}"/>
                  </a:ext>
                </a:extLst>
              </p:cNvPr>
              <p:cNvSpPr/>
              <p:nvPr/>
            </p:nvSpPr>
            <p:spPr>
              <a:xfrm>
                <a:off x="2444987" y="2794562"/>
                <a:ext cx="350944" cy="107678"/>
              </a:xfrm>
              <a:prstGeom prst="triangl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defTabSz="914400">
                  <a:buClr>
                    <a:srgbClr val="000000"/>
                  </a:buClr>
                </a:pPr>
                <a:endParaRPr kumimoji="1" lang="ko-KR" altLang="en-US" kern="0" dirty="0">
                  <a:solidFill>
                    <a:srgbClr val="FFFFFF"/>
                  </a:solidFill>
                  <a:latin typeface="Arial"/>
                  <a:ea typeface="맑은 고딕" panose="020B0503020000020004" pitchFamily="34" charset="-127"/>
                  <a:sym typeface="Arial"/>
                </a:endParaRPr>
              </a:p>
            </p:txBody>
          </p:sp>
          <p:sp>
            <p:nvSpPr>
              <p:cNvPr id="61" name="삼각형 60">
                <a:extLst>
                  <a:ext uri="{FF2B5EF4-FFF2-40B4-BE49-F238E27FC236}">
                    <a16:creationId xmlns:a16="http://schemas.microsoft.com/office/drawing/2014/main" id="{B9F374EC-86EC-C848-5A36-83D1065D3A63}"/>
                  </a:ext>
                </a:extLst>
              </p:cNvPr>
              <p:cNvSpPr/>
              <p:nvPr/>
            </p:nvSpPr>
            <p:spPr>
              <a:xfrm>
                <a:off x="2789915" y="2794562"/>
                <a:ext cx="350944" cy="107678"/>
              </a:xfrm>
              <a:prstGeom prst="triangl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defTabSz="914400">
                  <a:buClr>
                    <a:srgbClr val="000000"/>
                  </a:buClr>
                </a:pPr>
                <a:endParaRPr kumimoji="1" lang="ko-KR" altLang="en-US" kern="0" dirty="0">
                  <a:solidFill>
                    <a:srgbClr val="FFFFFF"/>
                  </a:solidFill>
                  <a:latin typeface="Arial"/>
                  <a:ea typeface="맑은 고딕" panose="020B0503020000020004" pitchFamily="34" charset="-127"/>
                  <a:sym typeface="Arial"/>
                </a:endParaRPr>
              </a:p>
            </p:txBody>
          </p:sp>
        </p:grpSp>
        <p:cxnSp>
          <p:nvCxnSpPr>
            <p:cNvPr id="55" name="Google Shape;382;p22">
              <a:extLst>
                <a:ext uri="{FF2B5EF4-FFF2-40B4-BE49-F238E27FC236}">
                  <a16:creationId xmlns:a16="http://schemas.microsoft.com/office/drawing/2014/main" id="{94AFB25A-E9C5-4E2E-0BC9-35ED664FF856}"/>
                </a:ext>
              </a:extLst>
            </p:cNvPr>
            <p:cNvCxnSpPr>
              <a:cxnSpLocks/>
              <a:stCxn id="56" idx="3"/>
              <a:endCxn id="52" idx="2"/>
            </p:cNvCxnSpPr>
            <p:nvPr/>
          </p:nvCxnSpPr>
          <p:spPr>
            <a:xfrm flipV="1">
              <a:off x="2401339" y="3595240"/>
              <a:ext cx="748952" cy="1004546"/>
            </a:xfrm>
            <a:prstGeom prst="bentConnector2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3C56206B-F364-C8C1-6130-457854A33AF1}"/>
                </a:ext>
              </a:extLst>
            </p:cNvPr>
            <p:cNvSpPr/>
            <p:nvPr/>
          </p:nvSpPr>
          <p:spPr>
            <a:xfrm>
              <a:off x="2380934" y="4594237"/>
              <a:ext cx="20405" cy="1109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defTabSz="914400">
                <a:buClr>
                  <a:srgbClr val="000000"/>
                </a:buClr>
              </a:pPr>
              <a:endParaRPr kumimoji="1" lang="ko-KR" altLang="en-US" kern="0" dirty="0">
                <a:solidFill>
                  <a:srgbClr val="FFFFFF"/>
                </a:solidFill>
                <a:latin typeface="Arial"/>
                <a:ea typeface="맑은 고딕" panose="020B0503020000020004" pitchFamily="34" charset="-127"/>
                <a:sym typeface="Arial"/>
              </a:endParaRPr>
            </a:p>
          </p:txBody>
        </p:sp>
        <p:cxnSp>
          <p:nvCxnSpPr>
            <p:cNvPr id="57" name="Google Shape;381;p22">
              <a:extLst>
                <a:ext uri="{FF2B5EF4-FFF2-40B4-BE49-F238E27FC236}">
                  <a16:creationId xmlns:a16="http://schemas.microsoft.com/office/drawing/2014/main" id="{FA78B2B2-0512-DBAF-0C9D-72D72A0A540D}"/>
                </a:ext>
              </a:extLst>
            </p:cNvPr>
            <p:cNvCxnSpPr>
              <a:cxnSpLocks/>
              <a:stCxn id="63" idx="0"/>
              <a:endCxn id="56" idx="2"/>
            </p:cNvCxnSpPr>
            <p:nvPr/>
          </p:nvCxnSpPr>
          <p:spPr>
            <a:xfrm flipV="1">
              <a:off x="2391022" y="4605335"/>
              <a:ext cx="115" cy="107089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05" name="직사각형 304">
            <a:extLst>
              <a:ext uri="{FF2B5EF4-FFF2-40B4-BE49-F238E27FC236}">
                <a16:creationId xmlns:a16="http://schemas.microsoft.com/office/drawing/2014/main" id="{2453B366-91BF-FF5B-EACB-24D1AC9C3A5E}"/>
              </a:ext>
            </a:extLst>
          </p:cNvPr>
          <p:cNvSpPr/>
          <p:nvPr/>
        </p:nvSpPr>
        <p:spPr>
          <a:xfrm>
            <a:off x="461913" y="1840993"/>
            <a:ext cx="4248748" cy="4405695"/>
          </a:xfrm>
          <a:prstGeom prst="rect">
            <a:avLst/>
          </a:prstGeom>
          <a:solidFill>
            <a:srgbClr val="FCFCF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Avenir Book" panose="02000503020000020003" pitchFamily="2" charset="0"/>
            </a:endParaRPr>
          </a:p>
        </p:txBody>
      </p:sp>
      <p:sp>
        <p:nvSpPr>
          <p:cNvPr id="307" name="직사각형 306">
            <a:extLst>
              <a:ext uri="{FF2B5EF4-FFF2-40B4-BE49-F238E27FC236}">
                <a16:creationId xmlns:a16="http://schemas.microsoft.com/office/drawing/2014/main" id="{0C97F2CD-9EDE-2832-A61E-F0AD5830B80B}"/>
              </a:ext>
            </a:extLst>
          </p:cNvPr>
          <p:cNvSpPr/>
          <p:nvPr/>
        </p:nvSpPr>
        <p:spPr>
          <a:xfrm>
            <a:off x="4699333" y="3406877"/>
            <a:ext cx="1756046" cy="781568"/>
          </a:xfrm>
          <a:prstGeom prst="rect">
            <a:avLst/>
          </a:prstGeom>
          <a:solidFill>
            <a:srgbClr val="FCFCF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68968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28AF8-90CF-1F44-EEDB-DD3404A01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내용 개체 틀 15">
            <a:extLst>
              <a:ext uri="{FF2B5EF4-FFF2-40B4-BE49-F238E27FC236}">
                <a16:creationId xmlns:a16="http://schemas.microsoft.com/office/drawing/2014/main" id="{BDFFDDBF-6467-5BD7-2A6F-0124EF435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827" y="1151467"/>
            <a:ext cx="11440697" cy="5249538"/>
          </a:xfrm>
        </p:spPr>
        <p:txBody>
          <a:bodyPr/>
          <a:lstStyle/>
          <a:p>
            <a:r>
              <a:rPr lang="en-US" altLang="ko-KR" dirty="0"/>
              <a:t>Why not this</a:t>
            </a:r>
            <a:r>
              <a:rPr lang="ko-KR" altLang="en-US" dirty="0"/>
              <a:t> </a:t>
            </a:r>
            <a:r>
              <a:rPr lang="en-US" altLang="ko-KR" dirty="0"/>
              <a:t>↴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AF8F58B-78E0-3219-BF88-31F6AF015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913" y="118633"/>
            <a:ext cx="11404650" cy="753795"/>
          </a:xfrm>
        </p:spPr>
        <p:txBody>
          <a:bodyPr/>
          <a:lstStyle/>
          <a:p>
            <a:r>
              <a:rPr lang="en-US" altLang="ko-KR" spc="-150" dirty="0">
                <a:ln>
                  <a:solidFill>
                    <a:schemeClr val="bg2"/>
                  </a:solidFill>
                </a:ln>
                <a:solidFill>
                  <a:schemeClr val="bg2"/>
                </a:solidFill>
              </a:rPr>
              <a:t>Selective SSM  +  </a:t>
            </a:r>
            <a:r>
              <a:rPr lang="en-US" altLang="ko-KR" spc="-150" dirty="0"/>
              <a:t>Gated Linear Unit</a:t>
            </a:r>
            <a:endParaRPr lang="ko-KR" altLang="en-US" spc="-15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7B8AD7-003C-7958-A1BF-98ABA36897D0}"/>
              </a:ext>
            </a:extLst>
          </p:cNvPr>
          <p:cNvSpPr txBox="1"/>
          <p:nvPr/>
        </p:nvSpPr>
        <p:spPr>
          <a:xfrm>
            <a:off x="7795967" y="226214"/>
            <a:ext cx="4145083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kumimoji="1" lang="en-US" altLang="ko-K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NanumSquareOTF ExtraBold" panose="020B0600000101010101" pitchFamily="34" charset="-127"/>
                <a:cs typeface="Pretendard ExtraBold" panose="02000503000000020004" pitchFamily="2" charset="-127"/>
              </a:rPr>
              <a:t>4. Mamba Structure</a:t>
            </a:r>
          </a:p>
        </p:txBody>
      </p:sp>
      <p:sp>
        <p:nvSpPr>
          <p:cNvPr id="4" name="자유형 3">
            <a:extLst>
              <a:ext uri="{FF2B5EF4-FFF2-40B4-BE49-F238E27FC236}">
                <a16:creationId xmlns:a16="http://schemas.microsoft.com/office/drawing/2014/main" id="{7A9DAFA5-2BDB-74C3-E46C-278845DAD0A5}"/>
              </a:ext>
            </a:extLst>
          </p:cNvPr>
          <p:cNvSpPr/>
          <p:nvPr/>
        </p:nvSpPr>
        <p:spPr>
          <a:xfrm>
            <a:off x="3597214" y="2142875"/>
            <a:ext cx="1206676" cy="2830801"/>
          </a:xfrm>
          <a:custGeom>
            <a:avLst/>
            <a:gdLst>
              <a:gd name="csX0" fmla="*/ 16725 w 997254"/>
              <a:gd name="csY0" fmla="*/ 0 h 2279056"/>
              <a:gd name="csX1" fmla="*/ 982580 w 997254"/>
              <a:gd name="csY1" fmla="*/ 1047912 h 2279056"/>
              <a:gd name="csX2" fmla="*/ 997254 w 997254"/>
              <a:gd name="csY2" fmla="*/ 1632823 h 2279056"/>
              <a:gd name="csX3" fmla="*/ 0 w 997254"/>
              <a:gd name="csY3" fmla="*/ 2279056 h 2279056"/>
              <a:gd name="csX4" fmla="*/ 16725 w 997254"/>
              <a:gd name="csY4" fmla="*/ 0 h 22790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97254" h="2279056">
                <a:moveTo>
                  <a:pt x="16725" y="0"/>
                </a:moveTo>
                <a:lnTo>
                  <a:pt x="982580" y="1047912"/>
                </a:lnTo>
                <a:lnTo>
                  <a:pt x="997254" y="1632823"/>
                </a:lnTo>
                <a:lnTo>
                  <a:pt x="0" y="2279056"/>
                </a:lnTo>
                <a:cubicBezTo>
                  <a:pt x="14746" y="1501221"/>
                  <a:pt x="-1196" y="1026200"/>
                  <a:pt x="16725" y="0"/>
                </a:cubicBezTo>
                <a:close/>
              </a:path>
            </a:pathLst>
          </a:custGeom>
          <a:gradFill flip="none" rotWithShape="1">
            <a:gsLst>
              <a:gs pos="0">
                <a:srgbClr val="FFFFFF">
                  <a:lumMod val="95000"/>
                  <a:alpha val="20173"/>
                </a:srgbClr>
              </a:gs>
              <a:gs pos="97000">
                <a:srgbClr val="FFFFFF">
                  <a:lumMod val="95000"/>
                </a:srgbClr>
              </a:gs>
            </a:gsLst>
            <a:lin ang="10800000" scaled="1"/>
            <a:tileRect/>
          </a:gradFill>
          <a:ln w="1905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>
              <a:buClr>
                <a:srgbClr val="000000"/>
              </a:buClr>
            </a:pPr>
            <a:endParaRPr kumimoji="1" lang="ko-KR" altLang="en-US" sz="2000" kern="0" dirty="0">
              <a:solidFill>
                <a:srgbClr val="FFFFFF"/>
              </a:solidFill>
              <a:latin typeface="Arial"/>
              <a:ea typeface="맑은 고딕" panose="020B0503020000020004" pitchFamily="34" charset="-127"/>
              <a:sym typeface="Arial"/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1278BB37-5A8E-64F6-5AE6-A79BDA674CE8}"/>
              </a:ext>
            </a:extLst>
          </p:cNvPr>
          <p:cNvSpPr/>
          <p:nvPr/>
        </p:nvSpPr>
        <p:spPr>
          <a:xfrm>
            <a:off x="939114" y="2054488"/>
            <a:ext cx="2685860" cy="2982462"/>
          </a:xfrm>
          <a:prstGeom prst="roundRect">
            <a:avLst>
              <a:gd name="adj" fmla="val 5756"/>
            </a:avLst>
          </a:prstGeom>
          <a:solidFill>
            <a:srgbClr val="FFFFFF"/>
          </a:solidFill>
          <a:ln w="19050" cap="flat" cmpd="sng" algn="ctr">
            <a:solidFill>
              <a:srgbClr val="FFFFFF">
                <a:lumMod val="85000"/>
              </a:srgbClr>
            </a:solidFill>
            <a:prstDash val="sysDash"/>
          </a:ln>
          <a:effectLst/>
        </p:spPr>
        <p:txBody>
          <a:bodyPr lIns="0" tIns="0" rIns="0" bIns="0" rtlCol="0" anchor="ctr"/>
          <a:lstStyle/>
          <a:p>
            <a:pPr algn="ctr" defTabSz="914400">
              <a:buClr>
                <a:srgbClr val="000000"/>
              </a:buClr>
            </a:pPr>
            <a:endParaRPr kumimoji="1" lang="ko-KR" altLang="en-US" sz="2000" kern="0" dirty="0">
              <a:solidFill>
                <a:srgbClr val="FFFFFF"/>
              </a:solidFill>
              <a:latin typeface="Arial"/>
              <a:ea typeface="맑은 고딕" panose="020B0503020000020004" pitchFamily="34" charset="-127"/>
              <a:sym typeface="Arial"/>
            </a:endParaRPr>
          </a:p>
        </p:txBody>
      </p:sp>
      <p:cxnSp>
        <p:nvCxnSpPr>
          <p:cNvPr id="33" name="Google Shape;381;p22">
            <a:extLst>
              <a:ext uri="{FF2B5EF4-FFF2-40B4-BE49-F238E27FC236}">
                <a16:creationId xmlns:a16="http://schemas.microsoft.com/office/drawing/2014/main" id="{B83EA265-6996-BCDB-1FD6-2436C8749731}"/>
              </a:ext>
            </a:extLst>
          </p:cNvPr>
          <p:cNvCxnSpPr>
            <a:cxnSpLocks/>
            <a:stCxn id="48" idx="2"/>
            <a:endCxn id="56" idx="4"/>
          </p:cNvCxnSpPr>
          <p:nvPr/>
        </p:nvCxnSpPr>
        <p:spPr>
          <a:xfrm flipH="1" flipV="1">
            <a:off x="5556356" y="4621139"/>
            <a:ext cx="2" cy="709431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" name="Google Shape;382;p22">
            <a:extLst>
              <a:ext uri="{FF2B5EF4-FFF2-40B4-BE49-F238E27FC236}">
                <a16:creationId xmlns:a16="http://schemas.microsoft.com/office/drawing/2014/main" id="{F7794CA3-7D96-4C89-F67D-BD82DD5A26AF}"/>
              </a:ext>
            </a:extLst>
          </p:cNvPr>
          <p:cNvCxnSpPr>
            <a:cxnSpLocks/>
            <a:stCxn id="51" idx="2"/>
            <a:endCxn id="39" idx="4"/>
          </p:cNvCxnSpPr>
          <p:nvPr/>
        </p:nvCxnSpPr>
        <p:spPr>
          <a:xfrm rot="16200000" flipV="1">
            <a:off x="5981699" y="4629375"/>
            <a:ext cx="1402393" cy="1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5" name="Google Shape;380;p22">
            <a:extLst>
              <a:ext uri="{FF2B5EF4-FFF2-40B4-BE49-F238E27FC236}">
                <a16:creationId xmlns:a16="http://schemas.microsoft.com/office/drawing/2014/main" id="{C6FC151E-C13D-731E-654C-FCD72304A4C5}"/>
              </a:ext>
            </a:extLst>
          </p:cNvPr>
          <p:cNvSpPr/>
          <p:nvPr/>
        </p:nvSpPr>
        <p:spPr>
          <a:xfrm>
            <a:off x="4802433" y="2358771"/>
            <a:ext cx="1515000" cy="370260"/>
          </a:xfrm>
          <a:prstGeom prst="trapezoid">
            <a:avLst>
              <a:gd name="adj" fmla="val 57673"/>
            </a:avLst>
          </a:prstGeom>
          <a:solidFill>
            <a:srgbClr val="FFEAEA"/>
          </a:solidFill>
          <a:ln w="1587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latinLnBrk="0">
              <a:buClr>
                <a:srgbClr val="000000"/>
              </a:buClr>
              <a:buFont typeface="Arial"/>
              <a:buNone/>
            </a:pPr>
            <a:r>
              <a:rPr lang="en" kern="0" dirty="0">
                <a:solidFill>
                  <a:srgbClr val="666666"/>
                </a:solidFill>
                <a:latin typeface="Arial"/>
                <a:cs typeface="Arial"/>
                <a:sym typeface="Arial"/>
              </a:rPr>
              <a:t>Linear</a:t>
            </a:r>
            <a:endParaRPr kern="0" dirty="0">
              <a:solidFill>
                <a:srgbClr val="666666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6" name="Google Shape;348;p22">
            <a:extLst>
              <a:ext uri="{FF2B5EF4-FFF2-40B4-BE49-F238E27FC236}">
                <a16:creationId xmlns:a16="http://schemas.microsoft.com/office/drawing/2014/main" id="{83391FDA-C91F-7DBD-8D06-0A48C9B61FC8}"/>
              </a:ext>
            </a:extLst>
          </p:cNvPr>
          <p:cNvSpPr/>
          <p:nvPr/>
        </p:nvSpPr>
        <p:spPr>
          <a:xfrm>
            <a:off x="5444653" y="2921118"/>
            <a:ext cx="232636" cy="23482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914400">
              <a:buClr>
                <a:srgbClr val="000000"/>
              </a:buClr>
            </a:pPr>
            <a:endParaRPr kern="0" dirty="0">
              <a:solidFill>
                <a:srgbClr val="666666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37" name="Google Shape;381;p22">
            <a:extLst>
              <a:ext uri="{FF2B5EF4-FFF2-40B4-BE49-F238E27FC236}">
                <a16:creationId xmlns:a16="http://schemas.microsoft.com/office/drawing/2014/main" id="{56B1E253-0423-2521-0107-0979F409D449}"/>
              </a:ext>
            </a:extLst>
          </p:cNvPr>
          <p:cNvCxnSpPr>
            <a:cxnSpLocks/>
            <a:stCxn id="36" idx="0"/>
            <a:endCxn id="35" idx="2"/>
          </p:cNvCxnSpPr>
          <p:nvPr/>
        </p:nvCxnSpPr>
        <p:spPr>
          <a:xfrm flipH="1" flipV="1">
            <a:off x="5559933" y="2729031"/>
            <a:ext cx="1038" cy="192087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2580F65C-753B-C982-5C60-ABB6C130644C}"/>
              </a:ext>
            </a:extLst>
          </p:cNvPr>
          <p:cNvGrpSpPr/>
          <p:nvPr/>
        </p:nvGrpSpPr>
        <p:grpSpPr>
          <a:xfrm>
            <a:off x="6554944" y="3654996"/>
            <a:ext cx="255900" cy="276998"/>
            <a:chOff x="6036135" y="13895511"/>
            <a:chExt cx="192261" cy="208113"/>
          </a:xfrm>
        </p:grpSpPr>
        <p:sp>
          <p:nvSpPr>
            <p:cNvPr id="39" name="Google Shape;348;p22">
              <a:extLst>
                <a:ext uri="{FF2B5EF4-FFF2-40B4-BE49-F238E27FC236}">
                  <a16:creationId xmlns:a16="http://schemas.microsoft.com/office/drawing/2014/main" id="{B21931AD-5025-FC68-3432-EBE72962ACBD}"/>
                </a:ext>
              </a:extLst>
            </p:cNvPr>
            <p:cNvSpPr/>
            <p:nvPr/>
          </p:nvSpPr>
          <p:spPr>
            <a:xfrm>
              <a:off x="6036135" y="13906693"/>
              <a:ext cx="192261" cy="194065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endParaRPr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8966F075-C2D7-2525-62BF-AAD13E3B0052}"/>
                    </a:ext>
                  </a:extLst>
                </p:cNvPr>
                <p:cNvSpPr txBox="1"/>
                <p:nvPr/>
              </p:nvSpPr>
              <p:spPr>
                <a:xfrm>
                  <a:off x="6057463" y="13895511"/>
                  <a:ext cx="149605" cy="20811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 defTabSz="914400">
                    <a:buClr>
                      <a:srgbClr val="000000"/>
                    </a:buClr>
                  </a:pPr>
                  <a14:m>
                    <m:oMathPara xmlns:m="http://schemas.openxmlformats.org/officeDocument/2006/math">
                      <m:oMath>
                        <m:r>
                          <m:rPr>
                            <m:sty m:val="p"/>
                          </m:rPr>
                          <a:rPr kumimoji="1" lang="en-US" altLang="ko-KR" kern="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σ</m:t>
                        </m:r>
                      </m:oMath>
                    </m:oMathPara>
                  </a14:m>
                  <a:endParaRPr kumimoji="1" lang="en-US" altLang="ko-KR" kern="0" dirty="0">
                    <a:solidFill>
                      <a:srgbClr val="595959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8966F075-C2D7-2525-62BF-AAD13E3B00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57463" y="13895511"/>
                  <a:ext cx="149605" cy="208113"/>
                </a:xfrm>
                <a:prstGeom prst="rect">
                  <a:avLst/>
                </a:prstGeom>
                <a:blipFill>
                  <a:blip r:embed="rId3"/>
                  <a:stretch>
                    <a:fillRect l="-11765" r="-5882" b="-4545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1" name="Google Shape;382;p22">
            <a:extLst>
              <a:ext uri="{FF2B5EF4-FFF2-40B4-BE49-F238E27FC236}">
                <a16:creationId xmlns:a16="http://schemas.microsoft.com/office/drawing/2014/main" id="{2124C725-E5B2-8DDE-6A6C-13E28731173A}"/>
              </a:ext>
            </a:extLst>
          </p:cNvPr>
          <p:cNvCxnSpPr>
            <a:cxnSpLocks/>
            <a:stCxn id="39" idx="0"/>
            <a:endCxn id="36" idx="6"/>
          </p:cNvCxnSpPr>
          <p:nvPr/>
        </p:nvCxnSpPr>
        <p:spPr>
          <a:xfrm rot="16200000" flipV="1">
            <a:off x="5864417" y="2851401"/>
            <a:ext cx="631351" cy="1005605"/>
          </a:xfrm>
          <a:prstGeom prst="bentConnector2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2" name="Google Shape;380;p22">
            <a:extLst>
              <a:ext uri="{FF2B5EF4-FFF2-40B4-BE49-F238E27FC236}">
                <a16:creationId xmlns:a16="http://schemas.microsoft.com/office/drawing/2014/main" id="{98ACD2F9-7EF4-2710-1FE1-95AACE05DB15}"/>
              </a:ext>
            </a:extLst>
          </p:cNvPr>
          <p:cNvSpPr/>
          <p:nvPr/>
        </p:nvSpPr>
        <p:spPr>
          <a:xfrm>
            <a:off x="4727720" y="3424666"/>
            <a:ext cx="1666500" cy="738812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D1F2FB"/>
              </a:gs>
              <a:gs pos="50000">
                <a:srgbClr val="EBF5DD"/>
              </a:gs>
              <a:gs pos="100000">
                <a:srgbClr val="FFAB40">
                  <a:lumMod val="40000"/>
                  <a:lumOff val="60000"/>
                </a:srgbClr>
              </a:gs>
            </a:gsLst>
            <a:lin ang="18900000" scaled="0"/>
          </a:gra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914400">
              <a:buClr>
                <a:srgbClr val="000000"/>
              </a:buClr>
            </a:pPr>
            <a:r>
              <a:rPr lang="en" altLang="ko-KR" kern="0" dirty="0">
                <a:solidFill>
                  <a:srgbClr val="666666"/>
                </a:solidFill>
                <a:latin typeface="Arial"/>
                <a:cs typeface="Arial"/>
                <a:sym typeface="Arial"/>
              </a:rPr>
              <a:t>Selective SSM</a:t>
            </a:r>
          </a:p>
        </p:txBody>
      </p:sp>
      <p:cxnSp>
        <p:nvCxnSpPr>
          <p:cNvPr id="43" name="Google Shape;381;p22">
            <a:extLst>
              <a:ext uri="{FF2B5EF4-FFF2-40B4-BE49-F238E27FC236}">
                <a16:creationId xmlns:a16="http://schemas.microsoft.com/office/drawing/2014/main" id="{E24D3AF9-736D-AA35-8C99-15464D890B62}"/>
              </a:ext>
            </a:extLst>
          </p:cNvPr>
          <p:cNvCxnSpPr>
            <a:cxnSpLocks/>
            <a:stCxn id="42" idx="0"/>
            <a:endCxn id="36" idx="4"/>
          </p:cNvCxnSpPr>
          <p:nvPr/>
        </p:nvCxnSpPr>
        <p:spPr>
          <a:xfrm flipV="1">
            <a:off x="5560970" y="3155938"/>
            <a:ext cx="1" cy="268728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" name="Google Shape;381;p22">
            <a:extLst>
              <a:ext uri="{FF2B5EF4-FFF2-40B4-BE49-F238E27FC236}">
                <a16:creationId xmlns:a16="http://schemas.microsoft.com/office/drawing/2014/main" id="{48EEED26-002A-0DDF-A876-5A869F2A96B6}"/>
              </a:ext>
            </a:extLst>
          </p:cNvPr>
          <p:cNvCxnSpPr>
            <a:cxnSpLocks/>
            <a:stCxn id="35" idx="0"/>
          </p:cNvCxnSpPr>
          <p:nvPr/>
        </p:nvCxnSpPr>
        <p:spPr>
          <a:xfrm flipV="1">
            <a:off x="5559933" y="1958656"/>
            <a:ext cx="0" cy="400115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" name="Google Shape;381;p22">
            <a:extLst>
              <a:ext uri="{FF2B5EF4-FFF2-40B4-BE49-F238E27FC236}">
                <a16:creationId xmlns:a16="http://schemas.microsoft.com/office/drawing/2014/main" id="{E5919839-C8FF-BE87-A6BB-0CF9C8DE5BC6}"/>
              </a:ext>
            </a:extLst>
          </p:cNvPr>
          <p:cNvCxnSpPr>
            <a:cxnSpLocks/>
            <a:endCxn id="48" idx="0"/>
          </p:cNvCxnSpPr>
          <p:nvPr/>
        </p:nvCxnSpPr>
        <p:spPr>
          <a:xfrm flipV="1">
            <a:off x="5556356" y="5659479"/>
            <a:ext cx="1" cy="5400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" name="Google Shape;382;p22">
            <a:extLst>
              <a:ext uri="{FF2B5EF4-FFF2-40B4-BE49-F238E27FC236}">
                <a16:creationId xmlns:a16="http://schemas.microsoft.com/office/drawing/2014/main" id="{AA368654-26DE-9F25-01A8-5CAE50FA36B0}"/>
              </a:ext>
            </a:extLst>
          </p:cNvPr>
          <p:cNvCxnSpPr>
            <a:cxnSpLocks/>
            <a:endCxn id="51" idx="0"/>
          </p:cNvCxnSpPr>
          <p:nvPr/>
        </p:nvCxnSpPr>
        <p:spPr>
          <a:xfrm rot="5400000" flipH="1" flipV="1">
            <a:off x="5849495" y="5366070"/>
            <a:ext cx="540000" cy="11268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20894CF8-B137-4E6A-18C1-96D5BD3352E5}"/>
              </a:ext>
            </a:extLst>
          </p:cNvPr>
          <p:cNvGrpSpPr/>
          <p:nvPr/>
        </p:nvGrpSpPr>
        <p:grpSpPr>
          <a:xfrm>
            <a:off x="5038976" y="5330570"/>
            <a:ext cx="1034764" cy="328897"/>
            <a:chOff x="5070910" y="15991812"/>
            <a:chExt cx="855177" cy="246054"/>
          </a:xfrm>
        </p:grpSpPr>
        <p:sp>
          <p:nvSpPr>
            <p:cNvPr id="48" name="Google Shape;380;p22">
              <a:extLst>
                <a:ext uri="{FF2B5EF4-FFF2-40B4-BE49-F238E27FC236}">
                  <a16:creationId xmlns:a16="http://schemas.microsoft.com/office/drawing/2014/main" id="{EC1A3093-06E4-1585-46ED-600482164B24}"/>
                </a:ext>
              </a:extLst>
            </p:cNvPr>
            <p:cNvSpPr/>
            <p:nvPr/>
          </p:nvSpPr>
          <p:spPr>
            <a:xfrm rot="10800000">
              <a:off x="5070910" y="15991812"/>
              <a:ext cx="855177" cy="246054"/>
            </a:xfrm>
            <a:prstGeom prst="trapezoid">
              <a:avLst>
                <a:gd name="adj" fmla="val 50748"/>
              </a:avLst>
            </a:prstGeom>
            <a:solidFill>
              <a:srgbClr val="FFEAEA"/>
            </a:solidFill>
            <a:ln w="1587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spcFirstLastPara="1" wrap="square" lIns="0" tIns="0" rIns="0" bIns="0" anchor="ctr" anchorCtr="0">
              <a:noAutofit/>
              <a:flatTx/>
            </a:bodyPr>
            <a:lstStyle/>
            <a:p>
              <a:pPr algn="ctr" latinLnBrk="0">
                <a:buClr>
                  <a:srgbClr val="000000"/>
                </a:buClr>
                <a:buFont typeface="Arial"/>
                <a:buNone/>
              </a:pPr>
              <a:endParaRPr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0D888BF-C05E-959C-B990-A468C2A8B584}"/>
                </a:ext>
              </a:extLst>
            </p:cNvPr>
            <p:cNvSpPr txBox="1"/>
            <p:nvPr/>
          </p:nvSpPr>
          <p:spPr>
            <a:xfrm>
              <a:off x="5182566" y="16011224"/>
              <a:ext cx="633958" cy="20722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 latinLnBrk="0">
                <a:buClr>
                  <a:srgbClr val="000000"/>
                </a:buClr>
                <a:buFont typeface="Arial"/>
                <a:buNone/>
                <a:defRPr/>
              </a:pPr>
              <a:r>
                <a:rPr lang="en-US" altLang="ko-KR" kern="0" dirty="0">
                  <a:solidFill>
                    <a:srgbClr val="666666"/>
                  </a:solidFill>
                  <a:latin typeface="Arial"/>
                  <a:cs typeface="Arial"/>
                  <a:sym typeface="Arial"/>
                </a:rPr>
                <a:t>Linear</a:t>
              </a: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471A11A9-9DC6-5D0D-4403-293DFD7C8C1B}"/>
              </a:ext>
            </a:extLst>
          </p:cNvPr>
          <p:cNvGrpSpPr/>
          <p:nvPr/>
        </p:nvGrpSpPr>
        <p:grpSpPr>
          <a:xfrm>
            <a:off x="6165513" y="5330572"/>
            <a:ext cx="1034764" cy="328897"/>
            <a:chOff x="6001932" y="15991813"/>
            <a:chExt cx="855177" cy="246054"/>
          </a:xfrm>
        </p:grpSpPr>
        <p:sp>
          <p:nvSpPr>
            <p:cNvPr id="51" name="Google Shape;380;p22">
              <a:extLst>
                <a:ext uri="{FF2B5EF4-FFF2-40B4-BE49-F238E27FC236}">
                  <a16:creationId xmlns:a16="http://schemas.microsoft.com/office/drawing/2014/main" id="{E9FF4D2A-30A0-B376-B9BC-4A1F820119DC}"/>
                </a:ext>
              </a:extLst>
            </p:cNvPr>
            <p:cNvSpPr/>
            <p:nvPr/>
          </p:nvSpPr>
          <p:spPr>
            <a:xfrm rot="10800000">
              <a:off x="6001932" y="15991813"/>
              <a:ext cx="855177" cy="246054"/>
            </a:xfrm>
            <a:prstGeom prst="trapezoid">
              <a:avLst>
                <a:gd name="adj" fmla="val 50748"/>
              </a:avLst>
            </a:prstGeom>
            <a:solidFill>
              <a:srgbClr val="FFEAEA"/>
            </a:solidFill>
            <a:ln w="1587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spcFirstLastPara="1" wrap="square" lIns="0" tIns="0" rIns="0" bIns="0" anchor="ctr" anchorCtr="0">
              <a:noAutofit/>
              <a:flatTx/>
            </a:bodyPr>
            <a:lstStyle/>
            <a:p>
              <a:pPr algn="ctr" latinLnBrk="0">
                <a:buClr>
                  <a:srgbClr val="000000"/>
                </a:buClr>
                <a:buFont typeface="Arial"/>
                <a:buNone/>
              </a:pPr>
              <a:endParaRPr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A2612CD-93DE-B026-6F46-1A1FBF73E54E}"/>
                </a:ext>
              </a:extLst>
            </p:cNvPr>
            <p:cNvSpPr txBox="1"/>
            <p:nvPr/>
          </p:nvSpPr>
          <p:spPr>
            <a:xfrm>
              <a:off x="6111495" y="16011223"/>
              <a:ext cx="633958" cy="20722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 latinLnBrk="0">
                <a:buClr>
                  <a:srgbClr val="000000"/>
                </a:buClr>
                <a:buFont typeface="Arial"/>
                <a:buNone/>
                <a:defRPr/>
              </a:pPr>
              <a:r>
                <a:rPr lang="en-US" altLang="ko-KR" kern="0" dirty="0">
                  <a:solidFill>
                    <a:srgbClr val="666666"/>
                  </a:solidFill>
                  <a:latin typeface="Arial"/>
                  <a:cs typeface="Arial"/>
                  <a:sym typeface="Arial"/>
                </a:rPr>
                <a:t>Linear</a:t>
              </a:r>
            </a:p>
          </p:txBody>
        </p:sp>
      </p:grpSp>
      <p:pic>
        <p:nvPicPr>
          <p:cNvPr id="53" name="Google Shape;347;p22" descr="+" title="MathEquation,#585858">
            <a:extLst>
              <a:ext uri="{FF2B5EF4-FFF2-40B4-BE49-F238E27FC236}">
                <a16:creationId xmlns:a16="http://schemas.microsoft.com/office/drawing/2014/main" id="{00326913-2303-41FB-D972-4C01E3A2896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700000">
            <a:off x="5456077" y="2935312"/>
            <a:ext cx="203544" cy="22231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380;p22">
            <a:extLst>
              <a:ext uri="{FF2B5EF4-FFF2-40B4-BE49-F238E27FC236}">
                <a16:creationId xmlns:a16="http://schemas.microsoft.com/office/drawing/2014/main" id="{2FE3650B-D792-F07C-7DFB-BCD19DF8593B}"/>
              </a:ext>
            </a:extLst>
          </p:cNvPr>
          <p:cNvSpPr/>
          <p:nvPr/>
        </p:nvSpPr>
        <p:spPr>
          <a:xfrm>
            <a:off x="4832321" y="4800568"/>
            <a:ext cx="1515000" cy="370260"/>
          </a:xfrm>
          <a:prstGeom prst="roundRect">
            <a:avLst>
              <a:gd name="adj" fmla="val 16667"/>
            </a:avLst>
          </a:prstGeom>
          <a:solidFill>
            <a:srgbClr val="E7F8FB"/>
          </a:solidFill>
          <a:ln w="1587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914400">
              <a:buClr>
                <a:srgbClr val="000000"/>
              </a:buClr>
            </a:pPr>
            <a:r>
              <a:rPr lang="en-US" kern="0" dirty="0">
                <a:solidFill>
                  <a:srgbClr val="666666"/>
                </a:solidFill>
                <a:latin typeface="Arial"/>
                <a:cs typeface="Arial"/>
                <a:sym typeface="Arial"/>
              </a:rPr>
              <a:t>Conv1D</a:t>
            </a:r>
            <a:endParaRPr kern="0" dirty="0">
              <a:solidFill>
                <a:srgbClr val="666666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55" name="Google Shape;381;p22">
            <a:extLst>
              <a:ext uri="{FF2B5EF4-FFF2-40B4-BE49-F238E27FC236}">
                <a16:creationId xmlns:a16="http://schemas.microsoft.com/office/drawing/2014/main" id="{5DD0AADA-AAE5-491A-E5F0-B7230B84CBD6}"/>
              </a:ext>
            </a:extLst>
          </p:cNvPr>
          <p:cNvCxnSpPr>
            <a:cxnSpLocks/>
            <a:endCxn id="42" idx="2"/>
          </p:cNvCxnSpPr>
          <p:nvPr/>
        </p:nvCxnSpPr>
        <p:spPr>
          <a:xfrm flipV="1">
            <a:off x="5556357" y="4163478"/>
            <a:ext cx="4613" cy="202628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6" name="Google Shape;348;p22">
            <a:extLst>
              <a:ext uri="{FF2B5EF4-FFF2-40B4-BE49-F238E27FC236}">
                <a16:creationId xmlns:a16="http://schemas.microsoft.com/office/drawing/2014/main" id="{827099E7-763F-2D97-91C3-AB1D08F6538C}"/>
              </a:ext>
            </a:extLst>
          </p:cNvPr>
          <p:cNvSpPr/>
          <p:nvPr/>
        </p:nvSpPr>
        <p:spPr>
          <a:xfrm>
            <a:off x="5428406" y="4367184"/>
            <a:ext cx="255900" cy="253955"/>
          </a:xfrm>
          <a:prstGeom prst="ellipse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914400">
              <a:buClr>
                <a:srgbClr val="000000"/>
              </a:buClr>
            </a:pPr>
            <a:endParaRPr kern="0" dirty="0">
              <a:solidFill>
                <a:srgbClr val="666666"/>
              </a:solidFill>
              <a:latin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B2FE59C4-1049-9D8E-9B73-2F359F91D2D0}"/>
                  </a:ext>
                </a:extLst>
              </p:cNvPr>
              <p:cNvSpPr txBox="1"/>
              <p:nvPr/>
            </p:nvSpPr>
            <p:spPr>
              <a:xfrm>
                <a:off x="5456794" y="4342856"/>
                <a:ext cx="199125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914400"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kumimoji="1" lang="en-US" altLang="ko-KR" kern="0">
                          <a:solidFill>
                            <a:srgbClr val="595959"/>
                          </a:solidFill>
                          <a:latin typeface="Cambria Math" panose="02040503050406030204" pitchFamily="18" charset="0"/>
                          <a:sym typeface="Arial"/>
                        </a:rPr>
                        <m:t>σ</m:t>
                      </m:r>
                    </m:oMath>
                  </m:oMathPara>
                </a14:m>
                <a:endParaRPr kumimoji="1" lang="en-US" altLang="ko-KR" kern="0" dirty="0">
                  <a:solidFill>
                    <a:srgbClr val="595959"/>
                  </a:solidFill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B2FE59C4-1049-9D8E-9B73-2F359F91D2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6794" y="4342856"/>
                <a:ext cx="199125" cy="276999"/>
              </a:xfrm>
              <a:prstGeom prst="rect">
                <a:avLst/>
              </a:prstGeom>
              <a:blipFill>
                <a:blip r:embed="rId5"/>
                <a:stretch>
                  <a:fillRect l="-5882" r="-5882" b="-43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5A2F4108-1B3A-D3B8-E39F-377C0AB1C8FB}"/>
              </a:ext>
            </a:extLst>
          </p:cNvPr>
          <p:cNvGrpSpPr/>
          <p:nvPr/>
        </p:nvGrpSpPr>
        <p:grpSpPr>
          <a:xfrm>
            <a:off x="1227895" y="2183613"/>
            <a:ext cx="2085800" cy="2649285"/>
            <a:chOff x="1227895" y="2183613"/>
            <a:chExt cx="2085800" cy="2649285"/>
          </a:xfrm>
        </p:grpSpPr>
        <p:sp>
          <p:nvSpPr>
            <p:cNvPr id="91" name="Google Shape;380;p22">
              <a:extLst>
                <a:ext uri="{FF2B5EF4-FFF2-40B4-BE49-F238E27FC236}">
                  <a16:creationId xmlns:a16="http://schemas.microsoft.com/office/drawing/2014/main" id="{E4B5E5CE-ED21-8ACA-61DE-91E9FA1D0994}"/>
                </a:ext>
              </a:extLst>
            </p:cNvPr>
            <p:cNvSpPr/>
            <p:nvPr/>
          </p:nvSpPr>
          <p:spPr>
            <a:xfrm>
              <a:off x="1474447" y="2488533"/>
              <a:ext cx="1833150" cy="413820"/>
            </a:xfrm>
            <a:prstGeom prst="roundRect">
              <a:avLst>
                <a:gd name="adj" fmla="val 16667"/>
              </a:avLst>
            </a:prstGeom>
            <a:solidFill>
              <a:srgbClr val="FFAB40">
                <a:lumMod val="40000"/>
                <a:lumOff val="60000"/>
              </a:srgbClr>
            </a:solidFill>
            <a:ln w="1587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r>
                <a:rPr lang="en-US" kern="0" dirty="0">
                  <a:solidFill>
                    <a:srgbClr val="666666"/>
                  </a:solidFill>
                  <a:latin typeface="Arial"/>
                  <a:cs typeface="Arial"/>
                  <a:sym typeface="Arial"/>
                </a:rPr>
                <a:t>SSM</a:t>
              </a:r>
              <a:endParaRPr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2" name="Google Shape;379;p22">
              <a:extLst>
                <a:ext uri="{FF2B5EF4-FFF2-40B4-BE49-F238E27FC236}">
                  <a16:creationId xmlns:a16="http://schemas.microsoft.com/office/drawing/2014/main" id="{76828DD0-41BF-4CA8-7CFE-2A7978EBF61C}"/>
                </a:ext>
              </a:extLst>
            </p:cNvPr>
            <p:cNvSpPr/>
            <p:nvPr/>
          </p:nvSpPr>
          <p:spPr>
            <a:xfrm>
              <a:off x="1579693" y="3256115"/>
              <a:ext cx="326809" cy="339125"/>
            </a:xfrm>
            <a:prstGeom prst="roundRect">
              <a:avLst>
                <a:gd name="adj" fmla="val 0"/>
              </a:avLst>
            </a:prstGeom>
            <a:solidFill>
              <a:srgbClr val="D8EDBA">
                <a:alpha val="49914"/>
              </a:srgbClr>
            </a:solidFill>
            <a:ln w="15875" cap="flat" cmpd="sng">
              <a:solidFill>
                <a:srgbClr val="83998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r>
                <a:rPr lang="el-GR" altLang="ko-KR" kern="0" dirty="0">
                  <a:ln w="3175">
                    <a:noFill/>
                  </a:ln>
                  <a:solidFill>
                    <a:srgbClr val="595959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/>
                </a:rPr>
                <a:t>Δ</a:t>
              </a:r>
            </a:p>
          </p:txBody>
        </p:sp>
        <p:sp>
          <p:nvSpPr>
            <p:cNvPr id="93" name="Google Shape;379;p22">
              <a:extLst>
                <a:ext uri="{FF2B5EF4-FFF2-40B4-BE49-F238E27FC236}">
                  <a16:creationId xmlns:a16="http://schemas.microsoft.com/office/drawing/2014/main" id="{58A5226D-8BFD-74D7-241A-16D9A11004AE}"/>
                </a:ext>
              </a:extLst>
            </p:cNvPr>
            <p:cNvSpPr/>
            <p:nvPr/>
          </p:nvSpPr>
          <p:spPr>
            <a:xfrm>
              <a:off x="1931491" y="3256115"/>
              <a:ext cx="326809" cy="339125"/>
            </a:xfrm>
            <a:prstGeom prst="roundRect">
              <a:avLst>
                <a:gd name="adj" fmla="val 0"/>
              </a:avLst>
            </a:prstGeom>
            <a:solidFill>
              <a:srgbClr val="D8EDBA">
                <a:alpha val="49914"/>
              </a:srgbClr>
            </a:solidFill>
            <a:ln w="15875" cap="flat" cmpd="sng">
              <a:solidFill>
                <a:srgbClr val="83998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r>
                <a:rPr lang="en" kern="0" dirty="0">
                  <a:ln w="3175">
                    <a:noFill/>
                  </a:ln>
                  <a:solidFill>
                    <a:srgbClr val="595959"/>
                  </a:solidFill>
                  <a:latin typeface="Arial"/>
                  <a:cs typeface="Arial"/>
                  <a:sym typeface="Arial"/>
                </a:rPr>
                <a:t>B</a:t>
              </a:r>
              <a:endParaRPr kern="0" dirty="0">
                <a:ln w="3175">
                  <a:noFill/>
                </a:ln>
                <a:solidFill>
                  <a:srgbClr val="595959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4" name="Google Shape;379;p22">
              <a:extLst>
                <a:ext uri="{FF2B5EF4-FFF2-40B4-BE49-F238E27FC236}">
                  <a16:creationId xmlns:a16="http://schemas.microsoft.com/office/drawing/2014/main" id="{CA9613DE-CC24-284C-A701-6306B68F32E4}"/>
                </a:ext>
              </a:extLst>
            </p:cNvPr>
            <p:cNvSpPr/>
            <p:nvPr/>
          </p:nvSpPr>
          <p:spPr>
            <a:xfrm>
              <a:off x="2283289" y="3256115"/>
              <a:ext cx="326809" cy="339125"/>
            </a:xfrm>
            <a:prstGeom prst="roundRect">
              <a:avLst>
                <a:gd name="adj" fmla="val 0"/>
              </a:avLst>
            </a:prstGeom>
            <a:solidFill>
              <a:srgbClr val="D8EDBA">
                <a:alpha val="49914"/>
              </a:srgbClr>
            </a:solidFill>
            <a:ln w="15875" cap="flat" cmpd="sng">
              <a:solidFill>
                <a:srgbClr val="83998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r>
                <a:rPr lang="en" kern="0" dirty="0">
                  <a:ln w="3175">
                    <a:noFill/>
                  </a:ln>
                  <a:solidFill>
                    <a:srgbClr val="595959"/>
                  </a:solidFill>
                  <a:latin typeface="Arial"/>
                  <a:cs typeface="Arial"/>
                  <a:sym typeface="Arial"/>
                </a:rPr>
                <a:t>C</a:t>
              </a:r>
              <a:endParaRPr kern="0" dirty="0">
                <a:ln w="3175">
                  <a:noFill/>
                </a:ln>
                <a:solidFill>
                  <a:srgbClr val="595959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95" name="Google Shape;382;p22">
              <a:extLst>
                <a:ext uri="{FF2B5EF4-FFF2-40B4-BE49-F238E27FC236}">
                  <a16:creationId xmlns:a16="http://schemas.microsoft.com/office/drawing/2014/main" id="{AC193F9B-3482-1882-7B58-246B635AECD1}"/>
                </a:ext>
              </a:extLst>
            </p:cNvPr>
            <p:cNvCxnSpPr>
              <a:cxnSpLocks/>
              <a:stCxn id="113" idx="1"/>
              <a:endCxn id="93" idx="2"/>
            </p:cNvCxnSpPr>
            <p:nvPr/>
          </p:nvCxnSpPr>
          <p:spPr>
            <a:xfrm rot="10800000">
              <a:off x="2094896" y="3595240"/>
              <a:ext cx="286038" cy="1004546"/>
            </a:xfrm>
            <a:prstGeom prst="bentConnector2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6" name="Google Shape;382;p22">
              <a:extLst>
                <a:ext uri="{FF2B5EF4-FFF2-40B4-BE49-F238E27FC236}">
                  <a16:creationId xmlns:a16="http://schemas.microsoft.com/office/drawing/2014/main" id="{A5B73C9A-DCF6-597F-3FD1-01CDEEF0EEF7}"/>
                </a:ext>
              </a:extLst>
            </p:cNvPr>
            <p:cNvCxnSpPr>
              <a:cxnSpLocks/>
              <a:stCxn id="113" idx="3"/>
              <a:endCxn id="94" idx="2"/>
            </p:cNvCxnSpPr>
            <p:nvPr/>
          </p:nvCxnSpPr>
          <p:spPr>
            <a:xfrm flipV="1">
              <a:off x="2401339" y="3595240"/>
              <a:ext cx="45355" cy="1004546"/>
            </a:xfrm>
            <a:prstGeom prst="bentConnector2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7" name="Google Shape;382;p22">
              <a:extLst>
                <a:ext uri="{FF2B5EF4-FFF2-40B4-BE49-F238E27FC236}">
                  <a16:creationId xmlns:a16="http://schemas.microsoft.com/office/drawing/2014/main" id="{C657C034-6C7D-0196-08A2-5521C93C1078}"/>
                </a:ext>
              </a:extLst>
            </p:cNvPr>
            <p:cNvCxnSpPr>
              <a:cxnSpLocks/>
              <a:stCxn id="113" idx="1"/>
              <a:endCxn id="92" idx="2"/>
            </p:cNvCxnSpPr>
            <p:nvPr/>
          </p:nvCxnSpPr>
          <p:spPr>
            <a:xfrm rot="10800000">
              <a:off x="1743098" y="3595240"/>
              <a:ext cx="637836" cy="1004546"/>
            </a:xfrm>
            <a:prstGeom prst="bentConnector2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8" name="Google Shape;382;p22">
              <a:extLst>
                <a:ext uri="{FF2B5EF4-FFF2-40B4-BE49-F238E27FC236}">
                  <a16:creationId xmlns:a16="http://schemas.microsoft.com/office/drawing/2014/main" id="{B846DE4F-26B7-5030-DD64-6A1E1D4CD21E}"/>
                </a:ext>
              </a:extLst>
            </p:cNvPr>
            <p:cNvCxnSpPr>
              <a:cxnSpLocks/>
              <a:stCxn id="113" idx="3"/>
              <a:endCxn id="118" idx="2"/>
            </p:cNvCxnSpPr>
            <p:nvPr/>
          </p:nvCxnSpPr>
          <p:spPr>
            <a:xfrm flipV="1">
              <a:off x="2401339" y="2894324"/>
              <a:ext cx="395906" cy="1705462"/>
            </a:xfrm>
            <a:prstGeom prst="bentConnector2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99" name="Google Shape;379;p22">
              <a:extLst>
                <a:ext uri="{FF2B5EF4-FFF2-40B4-BE49-F238E27FC236}">
                  <a16:creationId xmlns:a16="http://schemas.microsoft.com/office/drawing/2014/main" id="{30044843-1ABF-113A-2BE7-443E4FC5CB9A}"/>
                </a:ext>
              </a:extLst>
            </p:cNvPr>
            <p:cNvSpPr/>
            <p:nvPr/>
          </p:nvSpPr>
          <p:spPr>
            <a:xfrm>
              <a:off x="1227895" y="3256115"/>
              <a:ext cx="326809" cy="339125"/>
            </a:xfrm>
            <a:prstGeom prst="roundRect">
              <a:avLst>
                <a:gd name="adj" fmla="val 0"/>
              </a:avLst>
            </a:prstGeom>
            <a:solidFill>
              <a:srgbClr val="D8EDBA">
                <a:alpha val="49914"/>
              </a:srgbClr>
            </a:solidFill>
            <a:ln w="15875" cap="flat" cmpd="sng">
              <a:solidFill>
                <a:srgbClr val="83998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r>
                <a:rPr lang="en" kern="0" dirty="0">
                  <a:solidFill>
                    <a:srgbClr val="666666"/>
                  </a:solidFill>
                  <a:latin typeface="Arial"/>
                  <a:cs typeface="Arial"/>
                  <a:sym typeface="Arial"/>
                </a:rPr>
                <a:t>A</a:t>
              </a:r>
              <a:endParaRPr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100" name="Google Shape;382;p22">
              <a:extLst>
                <a:ext uri="{FF2B5EF4-FFF2-40B4-BE49-F238E27FC236}">
                  <a16:creationId xmlns:a16="http://schemas.microsoft.com/office/drawing/2014/main" id="{26B9FEEB-7408-7056-4DA9-B6C4B3BB9808}"/>
                </a:ext>
              </a:extLst>
            </p:cNvPr>
            <p:cNvCxnSpPr>
              <a:cxnSpLocks/>
              <a:stCxn id="99" idx="0"/>
              <a:endCxn id="115" idx="2"/>
            </p:cNvCxnSpPr>
            <p:nvPr/>
          </p:nvCxnSpPr>
          <p:spPr>
            <a:xfrm rot="5400000" flipH="1" flipV="1">
              <a:off x="1386304" y="2899321"/>
              <a:ext cx="361791" cy="351798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01" name="Google Shape;381;p22">
              <a:extLst>
                <a:ext uri="{FF2B5EF4-FFF2-40B4-BE49-F238E27FC236}">
                  <a16:creationId xmlns:a16="http://schemas.microsoft.com/office/drawing/2014/main" id="{2C5BD07A-F24C-9EC9-5A60-E015D1CD8A16}"/>
                </a:ext>
              </a:extLst>
            </p:cNvPr>
            <p:cNvCxnSpPr>
              <a:cxnSpLocks/>
              <a:stCxn id="93" idx="0"/>
              <a:endCxn id="116" idx="2"/>
            </p:cNvCxnSpPr>
            <p:nvPr/>
          </p:nvCxnSpPr>
          <p:spPr>
            <a:xfrm flipV="1">
              <a:off x="2094896" y="2894324"/>
              <a:ext cx="1604" cy="361791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02" name="Google Shape;381;p22">
              <a:extLst>
                <a:ext uri="{FF2B5EF4-FFF2-40B4-BE49-F238E27FC236}">
                  <a16:creationId xmlns:a16="http://schemas.microsoft.com/office/drawing/2014/main" id="{CF63D145-468C-70D7-E0D3-30B5767217B4}"/>
                </a:ext>
              </a:extLst>
            </p:cNvPr>
            <p:cNvCxnSpPr>
              <a:cxnSpLocks/>
              <a:stCxn id="94" idx="0"/>
              <a:endCxn id="117" idx="2"/>
            </p:cNvCxnSpPr>
            <p:nvPr/>
          </p:nvCxnSpPr>
          <p:spPr>
            <a:xfrm flipV="1">
              <a:off x="2446694" y="2894324"/>
              <a:ext cx="3208" cy="361791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03" name="Google Shape;381;p22">
              <a:extLst>
                <a:ext uri="{FF2B5EF4-FFF2-40B4-BE49-F238E27FC236}">
                  <a16:creationId xmlns:a16="http://schemas.microsoft.com/office/drawing/2014/main" id="{060882D4-28A1-BEFA-B364-BBE096CD5EC1}"/>
                </a:ext>
              </a:extLst>
            </p:cNvPr>
            <p:cNvCxnSpPr>
              <a:cxnSpLocks/>
              <a:stCxn id="92" idx="0"/>
              <a:endCxn id="115" idx="2"/>
            </p:cNvCxnSpPr>
            <p:nvPr/>
          </p:nvCxnSpPr>
          <p:spPr>
            <a:xfrm flipV="1">
              <a:off x="1743098" y="2894324"/>
              <a:ext cx="0" cy="361791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05" name="Google Shape;380;p22">
              <a:extLst>
                <a:ext uri="{FF2B5EF4-FFF2-40B4-BE49-F238E27FC236}">
                  <a16:creationId xmlns:a16="http://schemas.microsoft.com/office/drawing/2014/main" id="{10060C81-B3C7-1AF1-0CB6-50ED8D6FBA2C}"/>
                </a:ext>
              </a:extLst>
            </p:cNvPr>
            <p:cNvSpPr/>
            <p:nvPr/>
          </p:nvSpPr>
          <p:spPr>
            <a:xfrm>
              <a:off x="1446388" y="3794147"/>
              <a:ext cx="584097" cy="168058"/>
            </a:xfrm>
            <a:prstGeom prst="trapezoid">
              <a:avLst>
                <a:gd name="adj" fmla="val 71578"/>
              </a:avLst>
            </a:prstGeom>
            <a:solidFill>
              <a:srgbClr val="FFEAEA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endParaRPr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6" name="Google Shape;380;p22">
              <a:extLst>
                <a:ext uri="{FF2B5EF4-FFF2-40B4-BE49-F238E27FC236}">
                  <a16:creationId xmlns:a16="http://schemas.microsoft.com/office/drawing/2014/main" id="{01456883-FC87-FC96-CE81-CD6D44757C0B}"/>
                </a:ext>
              </a:extLst>
            </p:cNvPr>
            <p:cNvSpPr/>
            <p:nvPr/>
          </p:nvSpPr>
          <p:spPr>
            <a:xfrm>
              <a:off x="2149378" y="4284338"/>
              <a:ext cx="584097" cy="168058"/>
            </a:xfrm>
            <a:prstGeom prst="trapezoid">
              <a:avLst>
                <a:gd name="adj" fmla="val 71578"/>
              </a:avLst>
            </a:prstGeom>
            <a:solidFill>
              <a:srgbClr val="FFEAEA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endParaRPr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" name="Google Shape;380;p22">
              <a:extLst>
                <a:ext uri="{FF2B5EF4-FFF2-40B4-BE49-F238E27FC236}">
                  <a16:creationId xmlns:a16="http://schemas.microsoft.com/office/drawing/2014/main" id="{2866760C-396D-9A1D-ACCA-4CF7B992EBEC}"/>
                </a:ext>
              </a:extLst>
            </p:cNvPr>
            <p:cNvSpPr/>
            <p:nvPr/>
          </p:nvSpPr>
          <p:spPr>
            <a:xfrm>
              <a:off x="1800146" y="4039243"/>
              <a:ext cx="584097" cy="168058"/>
            </a:xfrm>
            <a:prstGeom prst="trapezoid">
              <a:avLst>
                <a:gd name="adj" fmla="val 71578"/>
              </a:avLst>
            </a:prstGeom>
            <a:solidFill>
              <a:srgbClr val="FFEAEA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endParaRPr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" name="Google Shape;379;p22">
              <a:extLst>
                <a:ext uri="{FF2B5EF4-FFF2-40B4-BE49-F238E27FC236}">
                  <a16:creationId xmlns:a16="http://schemas.microsoft.com/office/drawing/2014/main" id="{7B6E2C79-7AB5-5FFC-D9E4-F949BDA9CFF4}"/>
                </a:ext>
              </a:extLst>
            </p:cNvPr>
            <p:cNvSpPr/>
            <p:nvPr/>
          </p:nvSpPr>
          <p:spPr>
            <a:xfrm>
              <a:off x="2986886" y="3256115"/>
              <a:ext cx="326809" cy="339125"/>
            </a:xfrm>
            <a:prstGeom prst="roundRect">
              <a:avLst>
                <a:gd name="adj" fmla="val 0"/>
              </a:avLst>
            </a:prstGeom>
            <a:solidFill>
              <a:srgbClr val="D8EDBA">
                <a:alpha val="49914"/>
              </a:srgbClr>
            </a:solidFill>
            <a:ln w="15875" cap="flat" cmpd="sng">
              <a:solidFill>
                <a:srgbClr val="83998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r>
                <a:rPr lang="en-US" kern="0" dirty="0">
                  <a:ln w="3175">
                    <a:noFill/>
                  </a:ln>
                  <a:solidFill>
                    <a:srgbClr val="595959"/>
                  </a:solidFill>
                  <a:latin typeface="Arial"/>
                  <a:cs typeface="Arial"/>
                  <a:sym typeface="Arial"/>
                </a:rPr>
                <a:t>D</a:t>
              </a:r>
              <a:endParaRPr kern="0" dirty="0">
                <a:ln w="3175">
                  <a:noFill/>
                </a:ln>
                <a:solidFill>
                  <a:srgbClr val="595959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110" name="Google Shape;381;p22">
              <a:extLst>
                <a:ext uri="{FF2B5EF4-FFF2-40B4-BE49-F238E27FC236}">
                  <a16:creationId xmlns:a16="http://schemas.microsoft.com/office/drawing/2014/main" id="{B1B4A97C-8652-7121-D3E6-B77868FB91C1}"/>
                </a:ext>
              </a:extLst>
            </p:cNvPr>
            <p:cNvCxnSpPr>
              <a:cxnSpLocks/>
              <a:stCxn id="109" idx="0"/>
              <a:endCxn id="118" idx="4"/>
            </p:cNvCxnSpPr>
            <p:nvPr/>
          </p:nvCxnSpPr>
          <p:spPr>
            <a:xfrm flipV="1">
              <a:off x="3150291" y="2894324"/>
              <a:ext cx="356" cy="361791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grpSp>
          <p:nvGrpSpPr>
            <p:cNvPr id="111" name="그룹 110">
              <a:extLst>
                <a:ext uri="{FF2B5EF4-FFF2-40B4-BE49-F238E27FC236}">
                  <a16:creationId xmlns:a16="http://schemas.microsoft.com/office/drawing/2014/main" id="{AD021B3B-18E6-8E54-D5CF-54439A843F79}"/>
                </a:ext>
              </a:extLst>
            </p:cNvPr>
            <p:cNvGrpSpPr/>
            <p:nvPr/>
          </p:nvGrpSpPr>
          <p:grpSpPr>
            <a:xfrm>
              <a:off x="1743098" y="2786646"/>
              <a:ext cx="1407549" cy="107678"/>
              <a:chOff x="1743098" y="2794562"/>
              <a:chExt cx="1397761" cy="107678"/>
            </a:xfrm>
            <a:solidFill>
              <a:srgbClr val="FFDDB3"/>
            </a:solidFill>
          </p:grpSpPr>
          <p:sp>
            <p:nvSpPr>
              <p:cNvPr id="115" name="삼각형 114">
                <a:extLst>
                  <a:ext uri="{FF2B5EF4-FFF2-40B4-BE49-F238E27FC236}">
                    <a16:creationId xmlns:a16="http://schemas.microsoft.com/office/drawing/2014/main" id="{8FFBB6B3-4FA3-FB60-F42D-8E6FDF16208C}"/>
                  </a:ext>
                </a:extLst>
              </p:cNvPr>
              <p:cNvSpPr/>
              <p:nvPr/>
            </p:nvSpPr>
            <p:spPr>
              <a:xfrm>
                <a:off x="1743098" y="2794562"/>
                <a:ext cx="350944" cy="107678"/>
              </a:xfrm>
              <a:prstGeom prst="triangl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defTabSz="914400">
                  <a:buClr>
                    <a:srgbClr val="000000"/>
                  </a:buClr>
                </a:pPr>
                <a:endParaRPr kumimoji="1" lang="ko-KR" altLang="en-US" kern="0" dirty="0">
                  <a:solidFill>
                    <a:srgbClr val="FFFFFF"/>
                  </a:solidFill>
                  <a:latin typeface="Arial"/>
                  <a:ea typeface="맑은 고딕" panose="020B0503020000020004" pitchFamily="34" charset="-127"/>
                  <a:sym typeface="Arial"/>
                </a:endParaRPr>
              </a:p>
            </p:txBody>
          </p:sp>
          <p:sp>
            <p:nvSpPr>
              <p:cNvPr id="116" name="삼각형 115">
                <a:extLst>
                  <a:ext uri="{FF2B5EF4-FFF2-40B4-BE49-F238E27FC236}">
                    <a16:creationId xmlns:a16="http://schemas.microsoft.com/office/drawing/2014/main" id="{EBC945A8-199C-A5DF-FC3E-01585BE17B09}"/>
                  </a:ext>
                </a:extLst>
              </p:cNvPr>
              <p:cNvSpPr/>
              <p:nvPr/>
            </p:nvSpPr>
            <p:spPr>
              <a:xfrm>
                <a:off x="2094042" y="2794562"/>
                <a:ext cx="350944" cy="107678"/>
              </a:xfrm>
              <a:prstGeom prst="triangl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defTabSz="914400">
                  <a:buClr>
                    <a:srgbClr val="000000"/>
                  </a:buClr>
                </a:pPr>
                <a:endParaRPr kumimoji="1" lang="ko-KR" altLang="en-US" kern="0" dirty="0">
                  <a:solidFill>
                    <a:srgbClr val="FFFFFF"/>
                  </a:solidFill>
                  <a:latin typeface="Arial"/>
                  <a:ea typeface="맑은 고딕" panose="020B0503020000020004" pitchFamily="34" charset="-127"/>
                  <a:sym typeface="Arial"/>
                </a:endParaRPr>
              </a:p>
            </p:txBody>
          </p:sp>
          <p:sp>
            <p:nvSpPr>
              <p:cNvPr id="117" name="삼각형 116">
                <a:extLst>
                  <a:ext uri="{FF2B5EF4-FFF2-40B4-BE49-F238E27FC236}">
                    <a16:creationId xmlns:a16="http://schemas.microsoft.com/office/drawing/2014/main" id="{A7E8CA2C-36B8-0D93-F43E-4AF86712458D}"/>
                  </a:ext>
                </a:extLst>
              </p:cNvPr>
              <p:cNvSpPr/>
              <p:nvPr/>
            </p:nvSpPr>
            <p:spPr>
              <a:xfrm>
                <a:off x="2444987" y="2794562"/>
                <a:ext cx="350944" cy="107678"/>
              </a:xfrm>
              <a:prstGeom prst="triangl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defTabSz="914400">
                  <a:buClr>
                    <a:srgbClr val="000000"/>
                  </a:buClr>
                </a:pPr>
                <a:endParaRPr kumimoji="1" lang="ko-KR" altLang="en-US" kern="0" dirty="0">
                  <a:solidFill>
                    <a:srgbClr val="FFFFFF"/>
                  </a:solidFill>
                  <a:latin typeface="Arial"/>
                  <a:ea typeface="맑은 고딕" panose="020B0503020000020004" pitchFamily="34" charset="-127"/>
                  <a:sym typeface="Arial"/>
                </a:endParaRPr>
              </a:p>
            </p:txBody>
          </p:sp>
          <p:sp>
            <p:nvSpPr>
              <p:cNvPr id="118" name="삼각형 117">
                <a:extLst>
                  <a:ext uri="{FF2B5EF4-FFF2-40B4-BE49-F238E27FC236}">
                    <a16:creationId xmlns:a16="http://schemas.microsoft.com/office/drawing/2014/main" id="{BBD7F328-5880-B08B-6159-80903078B4AA}"/>
                  </a:ext>
                </a:extLst>
              </p:cNvPr>
              <p:cNvSpPr/>
              <p:nvPr/>
            </p:nvSpPr>
            <p:spPr>
              <a:xfrm>
                <a:off x="2789915" y="2794562"/>
                <a:ext cx="350944" cy="107678"/>
              </a:xfrm>
              <a:prstGeom prst="triangl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defTabSz="914400">
                  <a:buClr>
                    <a:srgbClr val="000000"/>
                  </a:buClr>
                </a:pPr>
                <a:endParaRPr kumimoji="1" lang="ko-KR" altLang="en-US" kern="0" dirty="0">
                  <a:solidFill>
                    <a:srgbClr val="FFFFFF"/>
                  </a:solidFill>
                  <a:latin typeface="Arial"/>
                  <a:ea typeface="맑은 고딕" panose="020B0503020000020004" pitchFamily="34" charset="-127"/>
                  <a:sym typeface="Arial"/>
                </a:endParaRPr>
              </a:p>
            </p:txBody>
          </p:sp>
        </p:grpSp>
        <p:cxnSp>
          <p:nvCxnSpPr>
            <p:cNvPr id="112" name="Google Shape;382;p22">
              <a:extLst>
                <a:ext uri="{FF2B5EF4-FFF2-40B4-BE49-F238E27FC236}">
                  <a16:creationId xmlns:a16="http://schemas.microsoft.com/office/drawing/2014/main" id="{3C7ED880-F2D5-4833-05B6-D18D5505D128}"/>
                </a:ext>
              </a:extLst>
            </p:cNvPr>
            <p:cNvCxnSpPr>
              <a:cxnSpLocks/>
              <a:stCxn id="113" idx="3"/>
              <a:endCxn id="109" idx="2"/>
            </p:cNvCxnSpPr>
            <p:nvPr/>
          </p:nvCxnSpPr>
          <p:spPr>
            <a:xfrm flipV="1">
              <a:off x="2401339" y="3595240"/>
              <a:ext cx="748952" cy="1004546"/>
            </a:xfrm>
            <a:prstGeom prst="bentConnector2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76A9F705-4042-CC69-8210-C373F0159199}"/>
                </a:ext>
              </a:extLst>
            </p:cNvPr>
            <p:cNvSpPr/>
            <p:nvPr/>
          </p:nvSpPr>
          <p:spPr>
            <a:xfrm>
              <a:off x="2380934" y="4594237"/>
              <a:ext cx="20405" cy="1109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defTabSz="914400">
                <a:buClr>
                  <a:srgbClr val="000000"/>
                </a:buClr>
              </a:pPr>
              <a:endParaRPr kumimoji="1" lang="ko-KR" altLang="en-US" kern="0" dirty="0">
                <a:solidFill>
                  <a:srgbClr val="FFFFFF"/>
                </a:solidFill>
                <a:latin typeface="Arial"/>
                <a:ea typeface="맑은 고딕" panose="020B0503020000020004" pitchFamily="34" charset="-127"/>
                <a:sym typeface="Arial"/>
              </a:endParaRPr>
            </a:p>
          </p:txBody>
        </p:sp>
        <p:cxnSp>
          <p:nvCxnSpPr>
            <p:cNvPr id="114" name="Google Shape;381;p22">
              <a:extLst>
                <a:ext uri="{FF2B5EF4-FFF2-40B4-BE49-F238E27FC236}">
                  <a16:creationId xmlns:a16="http://schemas.microsoft.com/office/drawing/2014/main" id="{42F2FB52-B52D-55D6-641C-E971A181C1A5}"/>
                </a:ext>
              </a:extLst>
            </p:cNvPr>
            <p:cNvCxnSpPr>
              <a:cxnSpLocks/>
              <a:endCxn id="113" idx="2"/>
            </p:cNvCxnSpPr>
            <p:nvPr/>
          </p:nvCxnSpPr>
          <p:spPr>
            <a:xfrm flipV="1">
              <a:off x="2391022" y="4605335"/>
              <a:ext cx="115" cy="227563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2" name="Google Shape;381;p22">
              <a:extLst>
                <a:ext uri="{FF2B5EF4-FFF2-40B4-BE49-F238E27FC236}">
                  <a16:creationId xmlns:a16="http://schemas.microsoft.com/office/drawing/2014/main" id="{00BDBAC5-4875-5B8D-9D0D-42914161D1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91022" y="2183613"/>
              <a:ext cx="0" cy="30492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5636101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8BAAF-A196-5724-F282-F44617293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직사각형 60">
            <a:extLst>
              <a:ext uri="{FF2B5EF4-FFF2-40B4-BE49-F238E27FC236}">
                <a16:creationId xmlns:a16="http://schemas.microsoft.com/office/drawing/2014/main" id="{EE01222C-BA7A-5BC6-C9D0-406998AF835C}"/>
              </a:ext>
            </a:extLst>
          </p:cNvPr>
          <p:cNvSpPr/>
          <p:nvPr/>
        </p:nvSpPr>
        <p:spPr>
          <a:xfrm>
            <a:off x="5208104" y="5495976"/>
            <a:ext cx="1693628" cy="1661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Avenir Book" panose="02000503020000020003" pitchFamily="2" charset="0"/>
            </a:endParaRPr>
          </a:p>
        </p:txBody>
      </p:sp>
      <p:sp>
        <p:nvSpPr>
          <p:cNvPr id="16" name="내용 개체 틀 15">
            <a:extLst>
              <a:ext uri="{FF2B5EF4-FFF2-40B4-BE49-F238E27FC236}">
                <a16:creationId xmlns:a16="http://schemas.microsoft.com/office/drawing/2014/main" id="{F4011E01-A4F0-0D20-0588-FE05A7E74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827" y="1151467"/>
            <a:ext cx="11440697" cy="5249538"/>
          </a:xfrm>
        </p:spPr>
        <p:txBody>
          <a:bodyPr/>
          <a:lstStyle/>
          <a:p>
            <a:r>
              <a:rPr lang="en-US" altLang="ko-KR" dirty="0"/>
              <a:t>Original figure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ED83C96-6A83-CA3B-4EA0-B0DB4B65B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913" y="118633"/>
            <a:ext cx="11404650" cy="753795"/>
          </a:xfrm>
        </p:spPr>
        <p:txBody>
          <a:bodyPr/>
          <a:lstStyle/>
          <a:p>
            <a:r>
              <a:rPr lang="en-US" altLang="ko-KR" spc="-150" dirty="0">
                <a:ln>
                  <a:solidFill>
                    <a:schemeClr val="bg2"/>
                  </a:solidFill>
                </a:ln>
                <a:solidFill>
                  <a:schemeClr val="bg2"/>
                </a:solidFill>
              </a:rPr>
              <a:t>Selective SSM  +  </a:t>
            </a:r>
            <a:r>
              <a:rPr lang="en-US" altLang="ko-KR" spc="-150" dirty="0"/>
              <a:t>Gated Linear Unit</a:t>
            </a:r>
            <a:endParaRPr lang="ko-KR" altLang="en-US" spc="-15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097280-7F90-C67E-E084-CDD074DA03BD}"/>
              </a:ext>
            </a:extLst>
          </p:cNvPr>
          <p:cNvSpPr txBox="1"/>
          <p:nvPr/>
        </p:nvSpPr>
        <p:spPr>
          <a:xfrm>
            <a:off x="7795967" y="226214"/>
            <a:ext cx="4145083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kumimoji="1" lang="en-US" altLang="ko-K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NanumSquareOTF ExtraBold" panose="020B0600000101010101" pitchFamily="34" charset="-127"/>
                <a:cs typeface="Pretendard ExtraBold" panose="02000503000000020004" pitchFamily="2" charset="-127"/>
              </a:rPr>
              <a:t>4. Mamba Structure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1EA1A9D4-FC07-AE02-CAE3-E5C5CF6A2714}"/>
              </a:ext>
            </a:extLst>
          </p:cNvPr>
          <p:cNvSpPr/>
          <p:nvPr/>
        </p:nvSpPr>
        <p:spPr>
          <a:xfrm>
            <a:off x="10302657" y="5495975"/>
            <a:ext cx="685263" cy="1661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Avenir Book" panose="02000503020000020003" pitchFamily="2" charset="0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472B0929-102A-401F-4C10-C9132E0A8AE7}"/>
              </a:ext>
            </a:extLst>
          </p:cNvPr>
          <p:cNvSpPr/>
          <p:nvPr/>
        </p:nvSpPr>
        <p:spPr>
          <a:xfrm>
            <a:off x="1219200" y="5706533"/>
            <a:ext cx="3837542" cy="1661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Avenir Book" panose="02000503020000020003" pitchFamily="2" charset="0"/>
            </a:endParaRPr>
          </a:p>
        </p:txBody>
      </p:sp>
      <p:pic>
        <p:nvPicPr>
          <p:cNvPr id="58" name="그림 57">
            <a:extLst>
              <a:ext uri="{FF2B5EF4-FFF2-40B4-BE49-F238E27FC236}">
                <a16:creationId xmlns:a16="http://schemas.microsoft.com/office/drawing/2014/main" id="{5CBC8B73-CB92-EAAB-E452-85B5FBEFDB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539"/>
          <a:stretch>
            <a:fillRect/>
          </a:stretch>
        </p:blipFill>
        <p:spPr>
          <a:xfrm>
            <a:off x="1204079" y="1886605"/>
            <a:ext cx="9783842" cy="4285163"/>
          </a:xfrm>
          <a:prstGeom prst="rect">
            <a:avLst/>
          </a:prstGeom>
        </p:spPr>
      </p:pic>
      <p:sp>
        <p:nvSpPr>
          <p:cNvPr id="59" name="직사각형 58">
            <a:extLst>
              <a:ext uri="{FF2B5EF4-FFF2-40B4-BE49-F238E27FC236}">
                <a16:creationId xmlns:a16="http://schemas.microsoft.com/office/drawing/2014/main" id="{BEEF388F-3990-6566-4811-E387512E175E}"/>
              </a:ext>
            </a:extLst>
          </p:cNvPr>
          <p:cNvSpPr/>
          <p:nvPr/>
        </p:nvSpPr>
        <p:spPr>
          <a:xfrm>
            <a:off x="4572000" y="5014670"/>
            <a:ext cx="1210962" cy="308919"/>
          </a:xfrm>
          <a:custGeom>
            <a:avLst/>
            <a:gdLst>
              <a:gd name="csX0" fmla="*/ 0 w 1210962"/>
              <a:gd name="csY0" fmla="*/ 0 h 308919"/>
              <a:gd name="csX1" fmla="*/ 593371 w 1210962"/>
              <a:gd name="csY1" fmla="*/ 0 h 308919"/>
              <a:gd name="csX2" fmla="*/ 1210962 w 1210962"/>
              <a:gd name="csY2" fmla="*/ 0 h 308919"/>
              <a:gd name="csX3" fmla="*/ 1210962 w 1210962"/>
              <a:gd name="csY3" fmla="*/ 308919 h 308919"/>
              <a:gd name="csX4" fmla="*/ 605481 w 1210962"/>
              <a:gd name="csY4" fmla="*/ 308919 h 308919"/>
              <a:gd name="csX5" fmla="*/ 0 w 1210962"/>
              <a:gd name="csY5" fmla="*/ 308919 h 308919"/>
              <a:gd name="csX6" fmla="*/ 0 w 1210962"/>
              <a:gd name="csY6" fmla="*/ 0 h 3089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210962" h="308919" extrusionOk="0">
                <a:moveTo>
                  <a:pt x="0" y="0"/>
                </a:moveTo>
                <a:cubicBezTo>
                  <a:pt x="179109" y="-19025"/>
                  <a:pt x="332878" y="-2784"/>
                  <a:pt x="593371" y="0"/>
                </a:cubicBezTo>
                <a:cubicBezTo>
                  <a:pt x="853864" y="2784"/>
                  <a:pt x="1083077" y="21478"/>
                  <a:pt x="1210962" y="0"/>
                </a:cubicBezTo>
                <a:cubicBezTo>
                  <a:pt x="1224013" y="128807"/>
                  <a:pt x="1213568" y="157026"/>
                  <a:pt x="1210962" y="308919"/>
                </a:cubicBezTo>
                <a:cubicBezTo>
                  <a:pt x="986329" y="287024"/>
                  <a:pt x="896155" y="305365"/>
                  <a:pt x="605481" y="308919"/>
                </a:cubicBezTo>
                <a:cubicBezTo>
                  <a:pt x="314807" y="312473"/>
                  <a:pt x="143204" y="304286"/>
                  <a:pt x="0" y="308919"/>
                </a:cubicBezTo>
                <a:cubicBezTo>
                  <a:pt x="-14461" y="229753"/>
                  <a:pt x="7154" y="110407"/>
                  <a:pt x="0" y="0"/>
                </a:cubicBezTo>
                <a:close/>
              </a:path>
            </a:pathLst>
          </a:custGeom>
          <a:noFill/>
          <a:ln w="38100" cap="rnd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Avenir Book" panose="02000503020000020003" pitchFamily="2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9D592FB-E5A6-153B-FF81-0B11AF74F9BB}"/>
              </a:ext>
            </a:extLst>
          </p:cNvPr>
          <p:cNvSpPr txBox="1"/>
          <p:nvPr/>
        </p:nvSpPr>
        <p:spPr>
          <a:xfrm>
            <a:off x="48251" y="6231728"/>
            <a:ext cx="1181831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chemeClr val="bg2">
                    <a:lumMod val="90000"/>
                  </a:schemeClr>
                </a:solidFill>
                <a:latin typeface="Avenir Book" panose="02000503020000020003" pitchFamily="2" charset="0"/>
                <a:cs typeface="Arial" panose="020B0604020202020204" pitchFamily="34" charset="0"/>
              </a:rPr>
              <a:t>[figure] Gu and Dao (2024). </a:t>
            </a:r>
            <a:r>
              <a:rPr lang="en-US" altLang="ko-KR" sz="1600" dirty="0">
                <a:solidFill>
                  <a:schemeClr val="bg2">
                    <a:lumMod val="90000"/>
                  </a:schemeClr>
                </a:solidFill>
                <a:latin typeface="Avenir Book" panose="02000503020000020003" pitchFamily="2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Mamba: Linear-time sequence modeling with selective state spaces</a:t>
            </a:r>
            <a:r>
              <a:rPr lang="en-US" altLang="ko-KR" sz="1600" dirty="0">
                <a:solidFill>
                  <a:schemeClr val="bg2">
                    <a:lumMod val="90000"/>
                  </a:schemeClr>
                </a:solidFill>
                <a:latin typeface="Avenir Book" panose="02000503020000020003" pitchFamily="2" charset="0"/>
                <a:cs typeface="Arial" panose="020B0604020202020204" pitchFamily="34" charset="0"/>
              </a:rPr>
              <a:t>. COLM.</a:t>
            </a:r>
            <a:endParaRPr lang="ko-KR" altLang="en-US" sz="1100" dirty="0">
              <a:solidFill>
                <a:schemeClr val="bg2">
                  <a:lumMod val="90000"/>
                </a:schemeClr>
              </a:solidFill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86187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6644D-8801-D503-5C02-CA6BE6705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자유형 224">
            <a:extLst>
              <a:ext uri="{FF2B5EF4-FFF2-40B4-BE49-F238E27FC236}">
                <a16:creationId xmlns:a16="http://schemas.microsoft.com/office/drawing/2014/main" id="{5850A180-7298-B99D-F782-EB78F19D019A}"/>
              </a:ext>
            </a:extLst>
          </p:cNvPr>
          <p:cNvSpPr/>
          <p:nvPr/>
        </p:nvSpPr>
        <p:spPr>
          <a:xfrm>
            <a:off x="7677322" y="1929007"/>
            <a:ext cx="1638816" cy="4277830"/>
          </a:xfrm>
          <a:custGeom>
            <a:avLst/>
            <a:gdLst>
              <a:gd name="connsiteX0" fmla="*/ 6137 w 810072"/>
              <a:gd name="connsiteY0" fmla="*/ 0 h 3037772"/>
              <a:gd name="connsiteX1" fmla="*/ 810072 w 810072"/>
              <a:gd name="connsiteY1" fmla="*/ 1920854 h 3037772"/>
              <a:gd name="connsiteX2" fmla="*/ 810072 w 810072"/>
              <a:gd name="connsiteY2" fmla="*/ 2534545 h 3037772"/>
              <a:gd name="connsiteX3" fmla="*/ 0 w 810072"/>
              <a:gd name="connsiteY3" fmla="*/ 3037772 h 3037772"/>
              <a:gd name="connsiteX4" fmla="*/ 6137 w 810072"/>
              <a:gd name="connsiteY4" fmla="*/ 0 h 3037772"/>
              <a:gd name="connsiteX0" fmla="*/ 6137 w 810072"/>
              <a:gd name="connsiteY0" fmla="*/ 0 h 2972593"/>
              <a:gd name="connsiteX1" fmla="*/ 810072 w 810072"/>
              <a:gd name="connsiteY1" fmla="*/ 1920854 h 2972593"/>
              <a:gd name="connsiteX2" fmla="*/ 810072 w 810072"/>
              <a:gd name="connsiteY2" fmla="*/ 2534545 h 2972593"/>
              <a:gd name="connsiteX3" fmla="*/ 0 w 810072"/>
              <a:gd name="connsiteY3" fmla="*/ 2972593 h 2972593"/>
              <a:gd name="connsiteX4" fmla="*/ 6137 w 810072"/>
              <a:gd name="connsiteY4" fmla="*/ 0 h 2972593"/>
              <a:gd name="connsiteX0" fmla="*/ 6137 w 810072"/>
              <a:gd name="connsiteY0" fmla="*/ 0 h 2979836"/>
              <a:gd name="connsiteX1" fmla="*/ 810072 w 810072"/>
              <a:gd name="connsiteY1" fmla="*/ 1920854 h 2979836"/>
              <a:gd name="connsiteX2" fmla="*/ 810072 w 810072"/>
              <a:gd name="connsiteY2" fmla="*/ 2534545 h 2979836"/>
              <a:gd name="connsiteX3" fmla="*/ 0 w 810072"/>
              <a:gd name="connsiteY3" fmla="*/ 2979836 h 2979836"/>
              <a:gd name="connsiteX4" fmla="*/ 6137 w 810072"/>
              <a:gd name="connsiteY4" fmla="*/ 0 h 2979836"/>
              <a:gd name="connsiteX0" fmla="*/ 6137 w 810072"/>
              <a:gd name="connsiteY0" fmla="*/ 0 h 2979836"/>
              <a:gd name="connsiteX1" fmla="*/ 810072 w 810072"/>
              <a:gd name="connsiteY1" fmla="*/ 1920854 h 2979836"/>
              <a:gd name="connsiteX2" fmla="*/ 810072 w 810072"/>
              <a:gd name="connsiteY2" fmla="*/ 2498334 h 2979836"/>
              <a:gd name="connsiteX3" fmla="*/ 0 w 810072"/>
              <a:gd name="connsiteY3" fmla="*/ 2979836 h 2979836"/>
              <a:gd name="connsiteX4" fmla="*/ 6137 w 810072"/>
              <a:gd name="connsiteY4" fmla="*/ 0 h 2979836"/>
              <a:gd name="connsiteX0" fmla="*/ 6137 w 810072"/>
              <a:gd name="connsiteY0" fmla="*/ 0 h 2979836"/>
              <a:gd name="connsiteX1" fmla="*/ 810072 w 810072"/>
              <a:gd name="connsiteY1" fmla="*/ 1899129 h 2979836"/>
              <a:gd name="connsiteX2" fmla="*/ 810072 w 810072"/>
              <a:gd name="connsiteY2" fmla="*/ 2498334 h 2979836"/>
              <a:gd name="connsiteX3" fmla="*/ 0 w 810072"/>
              <a:gd name="connsiteY3" fmla="*/ 2979836 h 2979836"/>
              <a:gd name="connsiteX4" fmla="*/ 6137 w 810072"/>
              <a:gd name="connsiteY4" fmla="*/ 0 h 2979836"/>
              <a:gd name="connsiteX0" fmla="*/ 6137 w 810072"/>
              <a:gd name="connsiteY0" fmla="*/ 0 h 3000552"/>
              <a:gd name="connsiteX1" fmla="*/ 810072 w 810072"/>
              <a:gd name="connsiteY1" fmla="*/ 1899129 h 3000552"/>
              <a:gd name="connsiteX2" fmla="*/ 810072 w 810072"/>
              <a:gd name="connsiteY2" fmla="*/ 2498334 h 3000552"/>
              <a:gd name="connsiteX3" fmla="*/ 0 w 810072"/>
              <a:gd name="connsiteY3" fmla="*/ 3000552 h 3000552"/>
              <a:gd name="connsiteX4" fmla="*/ 6137 w 810072"/>
              <a:gd name="connsiteY4" fmla="*/ 0 h 3000552"/>
              <a:gd name="connsiteX0" fmla="*/ 145 w 826305"/>
              <a:gd name="connsiteY0" fmla="*/ 0 h 3251082"/>
              <a:gd name="connsiteX1" fmla="*/ 826305 w 826305"/>
              <a:gd name="connsiteY1" fmla="*/ 2149659 h 3251082"/>
              <a:gd name="connsiteX2" fmla="*/ 826305 w 826305"/>
              <a:gd name="connsiteY2" fmla="*/ 2748864 h 3251082"/>
              <a:gd name="connsiteX3" fmla="*/ 16233 w 826305"/>
              <a:gd name="connsiteY3" fmla="*/ 3251082 h 3251082"/>
              <a:gd name="connsiteX4" fmla="*/ 145 w 826305"/>
              <a:gd name="connsiteY4" fmla="*/ 0 h 3251082"/>
              <a:gd name="connsiteX0" fmla="*/ 12487 w 810072"/>
              <a:gd name="connsiteY0" fmla="*/ 0 h 3176851"/>
              <a:gd name="connsiteX1" fmla="*/ 810072 w 810072"/>
              <a:gd name="connsiteY1" fmla="*/ 2075428 h 3176851"/>
              <a:gd name="connsiteX2" fmla="*/ 810072 w 810072"/>
              <a:gd name="connsiteY2" fmla="*/ 2674633 h 3176851"/>
              <a:gd name="connsiteX3" fmla="*/ 0 w 810072"/>
              <a:gd name="connsiteY3" fmla="*/ 3176851 h 3176851"/>
              <a:gd name="connsiteX4" fmla="*/ 12487 w 810072"/>
              <a:gd name="connsiteY4" fmla="*/ 0 h 3176851"/>
              <a:gd name="connsiteX0" fmla="*/ 145837 w 943422"/>
              <a:gd name="connsiteY0" fmla="*/ 0 h 3074783"/>
              <a:gd name="connsiteX1" fmla="*/ 943422 w 943422"/>
              <a:gd name="connsiteY1" fmla="*/ 2075428 h 3074783"/>
              <a:gd name="connsiteX2" fmla="*/ 943422 w 943422"/>
              <a:gd name="connsiteY2" fmla="*/ 2674633 h 3074783"/>
              <a:gd name="connsiteX3" fmla="*/ 0 w 943422"/>
              <a:gd name="connsiteY3" fmla="*/ 3074783 h 3074783"/>
              <a:gd name="connsiteX4" fmla="*/ 145837 w 943422"/>
              <a:gd name="connsiteY4" fmla="*/ 0 h 3074783"/>
              <a:gd name="connsiteX0" fmla="*/ 60112 w 857697"/>
              <a:gd name="connsiteY0" fmla="*/ 0 h 3037667"/>
              <a:gd name="connsiteX1" fmla="*/ 857697 w 857697"/>
              <a:gd name="connsiteY1" fmla="*/ 2075428 h 3037667"/>
              <a:gd name="connsiteX2" fmla="*/ 857697 w 857697"/>
              <a:gd name="connsiteY2" fmla="*/ 2674633 h 3037667"/>
              <a:gd name="connsiteX3" fmla="*/ 0 w 857697"/>
              <a:gd name="connsiteY3" fmla="*/ 3037667 h 3037667"/>
              <a:gd name="connsiteX4" fmla="*/ 60112 w 857697"/>
              <a:gd name="connsiteY4" fmla="*/ 0 h 3037667"/>
              <a:gd name="connsiteX0" fmla="*/ 12487 w 857697"/>
              <a:gd name="connsiteY0" fmla="*/ 0 h 3161385"/>
              <a:gd name="connsiteX1" fmla="*/ 857697 w 857697"/>
              <a:gd name="connsiteY1" fmla="*/ 2199146 h 3161385"/>
              <a:gd name="connsiteX2" fmla="*/ 857697 w 857697"/>
              <a:gd name="connsiteY2" fmla="*/ 2798351 h 3161385"/>
              <a:gd name="connsiteX3" fmla="*/ 0 w 857697"/>
              <a:gd name="connsiteY3" fmla="*/ 3161385 h 3161385"/>
              <a:gd name="connsiteX4" fmla="*/ 12487 w 857697"/>
              <a:gd name="connsiteY4" fmla="*/ 0 h 3161385"/>
              <a:gd name="connsiteX0" fmla="*/ 50587 w 857697"/>
              <a:gd name="connsiteY0" fmla="*/ 0 h 3065503"/>
              <a:gd name="connsiteX1" fmla="*/ 857697 w 857697"/>
              <a:gd name="connsiteY1" fmla="*/ 2103264 h 3065503"/>
              <a:gd name="connsiteX2" fmla="*/ 857697 w 857697"/>
              <a:gd name="connsiteY2" fmla="*/ 2702469 h 3065503"/>
              <a:gd name="connsiteX3" fmla="*/ 0 w 857697"/>
              <a:gd name="connsiteY3" fmla="*/ 3065503 h 3065503"/>
              <a:gd name="connsiteX4" fmla="*/ 50587 w 857697"/>
              <a:gd name="connsiteY4" fmla="*/ 0 h 3065503"/>
              <a:gd name="connsiteX0" fmla="*/ 22 w 990012"/>
              <a:gd name="connsiteY0" fmla="*/ 0 h 2879331"/>
              <a:gd name="connsiteX1" fmla="*/ 990012 w 990012"/>
              <a:gd name="connsiteY1" fmla="*/ 1917092 h 2879331"/>
              <a:gd name="connsiteX2" fmla="*/ 990012 w 990012"/>
              <a:gd name="connsiteY2" fmla="*/ 2516297 h 2879331"/>
              <a:gd name="connsiteX3" fmla="*/ 132315 w 990012"/>
              <a:gd name="connsiteY3" fmla="*/ 2879331 h 2879331"/>
              <a:gd name="connsiteX4" fmla="*/ 22 w 990012"/>
              <a:gd name="connsiteY4" fmla="*/ 0 h 2879331"/>
              <a:gd name="connsiteX0" fmla="*/ 167 w 871285"/>
              <a:gd name="connsiteY0" fmla="*/ 0 h 3227178"/>
              <a:gd name="connsiteX1" fmla="*/ 871285 w 871285"/>
              <a:gd name="connsiteY1" fmla="*/ 2264939 h 3227178"/>
              <a:gd name="connsiteX2" fmla="*/ 871285 w 871285"/>
              <a:gd name="connsiteY2" fmla="*/ 2864144 h 3227178"/>
              <a:gd name="connsiteX3" fmla="*/ 13588 w 871285"/>
              <a:gd name="connsiteY3" fmla="*/ 3227178 h 3227178"/>
              <a:gd name="connsiteX4" fmla="*/ 167 w 871285"/>
              <a:gd name="connsiteY4" fmla="*/ 0 h 3227178"/>
              <a:gd name="connsiteX0" fmla="*/ 53254 w 857697"/>
              <a:gd name="connsiteY0" fmla="*/ 0 h 3053663"/>
              <a:gd name="connsiteX1" fmla="*/ 857697 w 857697"/>
              <a:gd name="connsiteY1" fmla="*/ 2091424 h 3053663"/>
              <a:gd name="connsiteX2" fmla="*/ 857697 w 857697"/>
              <a:gd name="connsiteY2" fmla="*/ 2690629 h 3053663"/>
              <a:gd name="connsiteX3" fmla="*/ 0 w 857697"/>
              <a:gd name="connsiteY3" fmla="*/ 3053663 h 3053663"/>
              <a:gd name="connsiteX4" fmla="*/ 53254 w 857697"/>
              <a:gd name="connsiteY4" fmla="*/ 0 h 3053663"/>
              <a:gd name="connsiteX0" fmla="*/ 53254 w 857697"/>
              <a:gd name="connsiteY0" fmla="*/ 0 h 3053663"/>
              <a:gd name="connsiteX1" fmla="*/ 857697 w 857697"/>
              <a:gd name="connsiteY1" fmla="*/ 2091424 h 3053663"/>
              <a:gd name="connsiteX2" fmla="*/ 857697 w 857697"/>
              <a:gd name="connsiteY2" fmla="*/ 2690629 h 3053663"/>
              <a:gd name="connsiteX3" fmla="*/ 0 w 857697"/>
              <a:gd name="connsiteY3" fmla="*/ 3053663 h 3053663"/>
              <a:gd name="connsiteX4" fmla="*/ 53254 w 857697"/>
              <a:gd name="connsiteY4" fmla="*/ 0 h 3053663"/>
              <a:gd name="connsiteX0" fmla="*/ 53254 w 857697"/>
              <a:gd name="connsiteY0" fmla="*/ 0 h 3053663"/>
              <a:gd name="connsiteX1" fmla="*/ 857697 w 857697"/>
              <a:gd name="connsiteY1" fmla="*/ 2091424 h 3053663"/>
              <a:gd name="connsiteX2" fmla="*/ 857697 w 857697"/>
              <a:gd name="connsiteY2" fmla="*/ 2690629 h 3053663"/>
              <a:gd name="connsiteX3" fmla="*/ 0 w 857697"/>
              <a:gd name="connsiteY3" fmla="*/ 3053663 h 3053663"/>
              <a:gd name="connsiteX4" fmla="*/ 53254 w 857697"/>
              <a:gd name="connsiteY4" fmla="*/ 0 h 3053663"/>
              <a:gd name="connsiteX0" fmla="*/ 53254 w 857697"/>
              <a:gd name="connsiteY0" fmla="*/ 0 h 3053663"/>
              <a:gd name="connsiteX1" fmla="*/ 857697 w 857697"/>
              <a:gd name="connsiteY1" fmla="*/ 2091424 h 3053663"/>
              <a:gd name="connsiteX2" fmla="*/ 857697 w 857697"/>
              <a:gd name="connsiteY2" fmla="*/ 2690629 h 3053663"/>
              <a:gd name="connsiteX3" fmla="*/ 0 w 857697"/>
              <a:gd name="connsiteY3" fmla="*/ 3053663 h 3053663"/>
              <a:gd name="connsiteX4" fmla="*/ 53254 w 857697"/>
              <a:gd name="connsiteY4" fmla="*/ 0 h 3053663"/>
              <a:gd name="connsiteX0" fmla="*/ 53254 w 857697"/>
              <a:gd name="connsiteY0" fmla="*/ 0 h 3053663"/>
              <a:gd name="connsiteX1" fmla="*/ 857697 w 857697"/>
              <a:gd name="connsiteY1" fmla="*/ 2091424 h 3053663"/>
              <a:gd name="connsiteX2" fmla="*/ 857697 w 857697"/>
              <a:gd name="connsiteY2" fmla="*/ 2690629 h 3053663"/>
              <a:gd name="connsiteX3" fmla="*/ 0 w 857697"/>
              <a:gd name="connsiteY3" fmla="*/ 3053663 h 3053663"/>
              <a:gd name="connsiteX4" fmla="*/ 53254 w 857697"/>
              <a:gd name="connsiteY4" fmla="*/ 0 h 3053663"/>
              <a:gd name="csX0" fmla="*/ 53254 w 1019109"/>
              <a:gd name="csY0" fmla="*/ 0 h 3053663"/>
              <a:gd name="csX1" fmla="*/ 1019109 w 1019109"/>
              <a:gd name="csY1" fmla="*/ 1047912 h 3053663"/>
              <a:gd name="csX2" fmla="*/ 857697 w 1019109"/>
              <a:gd name="csY2" fmla="*/ 2690629 h 3053663"/>
              <a:gd name="csX3" fmla="*/ 0 w 1019109"/>
              <a:gd name="csY3" fmla="*/ 3053663 h 3053663"/>
              <a:gd name="csX4" fmla="*/ 53254 w 1019109"/>
              <a:gd name="csY4" fmla="*/ 0 h 3053663"/>
              <a:gd name="csX0" fmla="*/ 53254 w 1033783"/>
              <a:gd name="csY0" fmla="*/ 0 h 3053663"/>
              <a:gd name="csX1" fmla="*/ 1019109 w 1033783"/>
              <a:gd name="csY1" fmla="*/ 1047912 h 3053663"/>
              <a:gd name="csX2" fmla="*/ 1033783 w 1033783"/>
              <a:gd name="csY2" fmla="*/ 1632823 h 3053663"/>
              <a:gd name="csX3" fmla="*/ 0 w 1033783"/>
              <a:gd name="csY3" fmla="*/ 3053663 h 3053663"/>
              <a:gd name="csX4" fmla="*/ 53254 w 1033783"/>
              <a:gd name="csY4" fmla="*/ 0 h 30536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33783" h="3053663">
                <a:moveTo>
                  <a:pt x="53254" y="0"/>
                </a:moveTo>
                <a:lnTo>
                  <a:pt x="1019109" y="1047912"/>
                </a:lnTo>
                <a:lnTo>
                  <a:pt x="1033783" y="1632823"/>
                </a:lnTo>
                <a:lnTo>
                  <a:pt x="0" y="3053663"/>
                </a:lnTo>
                <a:cubicBezTo>
                  <a:pt x="14746" y="2275828"/>
                  <a:pt x="35333" y="1026200"/>
                  <a:pt x="53254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34000"/>
                </a:schemeClr>
              </a:gs>
            </a:gsLst>
            <a:lin ang="10800000" scaled="1"/>
            <a:tileRect/>
          </a:gradFill>
          <a:ln w="1905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>
              <a:buClr>
                <a:srgbClr val="000000"/>
              </a:buClr>
            </a:pPr>
            <a:endParaRPr kumimoji="1" lang="ko-KR" altLang="en-US" sz="2000" kern="0" dirty="0">
              <a:solidFill>
                <a:srgbClr val="FFFFFF"/>
              </a:solidFill>
              <a:latin typeface="Arial"/>
              <a:ea typeface="맑은 고딕" panose="020B0503020000020004" pitchFamily="34" charset="-127"/>
              <a:sym typeface="Arial"/>
            </a:endParaRPr>
          </a:p>
        </p:txBody>
      </p:sp>
      <p:sp>
        <p:nvSpPr>
          <p:cNvPr id="218" name="모서리가 둥근 직사각형 217">
            <a:extLst>
              <a:ext uri="{FF2B5EF4-FFF2-40B4-BE49-F238E27FC236}">
                <a16:creationId xmlns:a16="http://schemas.microsoft.com/office/drawing/2014/main" id="{0162E9CB-A5ED-2C54-8D3C-12D2FCF52987}"/>
              </a:ext>
            </a:extLst>
          </p:cNvPr>
          <p:cNvSpPr/>
          <p:nvPr/>
        </p:nvSpPr>
        <p:spPr>
          <a:xfrm>
            <a:off x="687310" y="1840993"/>
            <a:ext cx="7108658" cy="4365844"/>
          </a:xfrm>
          <a:prstGeom prst="roundRect">
            <a:avLst>
              <a:gd name="adj" fmla="val 5756"/>
            </a:avLst>
          </a:prstGeom>
          <a:solidFill>
            <a:srgbClr val="FCFCFC"/>
          </a:solidFill>
          <a:ln w="19050" cap="flat" cmpd="sng" algn="ctr">
            <a:solidFill>
              <a:schemeClr val="accent1"/>
            </a:solidFill>
            <a:prstDash val="sysDash"/>
          </a:ln>
          <a:effectLst/>
        </p:spPr>
        <p:txBody>
          <a:bodyPr lIns="0" tIns="0" rIns="0" bIns="0" rtlCol="0" anchor="ctr"/>
          <a:lstStyle/>
          <a:p>
            <a:pPr algn="ctr" defTabSz="914400">
              <a:buClr>
                <a:srgbClr val="000000"/>
              </a:buClr>
            </a:pPr>
            <a:endParaRPr kumimoji="1" lang="ko-KR" altLang="en-US" sz="2000" kern="0" dirty="0">
              <a:solidFill>
                <a:srgbClr val="FFFFFF"/>
              </a:solidFill>
              <a:latin typeface="Arial"/>
              <a:ea typeface="맑은 고딕" panose="020B0503020000020004" pitchFamily="34" charset="-127"/>
              <a:sym typeface="Arial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6A7185C-F272-C620-45A4-2FF1871F0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913" y="118633"/>
            <a:ext cx="11404650" cy="753795"/>
          </a:xfrm>
        </p:spPr>
        <p:txBody>
          <a:bodyPr/>
          <a:lstStyle/>
          <a:p>
            <a:r>
              <a:rPr lang="en-US" altLang="ko-KR" spc="-150"/>
              <a:t>Selective SSM  +  Gated Linear Unit</a:t>
            </a:r>
            <a:endParaRPr lang="ko-KR" altLang="en-US" spc="-15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7F98BC-5242-78CD-CBF9-557C524CB99E}"/>
              </a:ext>
            </a:extLst>
          </p:cNvPr>
          <p:cNvSpPr txBox="1"/>
          <p:nvPr/>
        </p:nvSpPr>
        <p:spPr>
          <a:xfrm>
            <a:off x="7795967" y="226214"/>
            <a:ext cx="4145083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kumimoji="1" lang="en-US" altLang="ko-K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NanumSquareOTF ExtraBold" panose="020B0600000101010101" pitchFamily="34" charset="-127"/>
                <a:cs typeface="Pretendard ExtraBold" panose="02000503000000020004" pitchFamily="2" charset="-127"/>
              </a:rPr>
              <a:t>4. Mamba Structure</a:t>
            </a:r>
          </a:p>
        </p:txBody>
      </p:sp>
      <p:sp>
        <p:nvSpPr>
          <p:cNvPr id="163" name="자유형 162">
            <a:extLst>
              <a:ext uri="{FF2B5EF4-FFF2-40B4-BE49-F238E27FC236}">
                <a16:creationId xmlns:a16="http://schemas.microsoft.com/office/drawing/2014/main" id="{DBD5535B-67F2-6B17-FD3F-E5F07E267FB5}"/>
              </a:ext>
            </a:extLst>
          </p:cNvPr>
          <p:cNvSpPr/>
          <p:nvPr/>
        </p:nvSpPr>
        <p:spPr>
          <a:xfrm>
            <a:off x="3553012" y="2142876"/>
            <a:ext cx="1250877" cy="3792936"/>
          </a:xfrm>
          <a:custGeom>
            <a:avLst/>
            <a:gdLst>
              <a:gd name="connsiteX0" fmla="*/ 6137 w 810072"/>
              <a:gd name="connsiteY0" fmla="*/ 0 h 3037772"/>
              <a:gd name="connsiteX1" fmla="*/ 810072 w 810072"/>
              <a:gd name="connsiteY1" fmla="*/ 1920854 h 3037772"/>
              <a:gd name="connsiteX2" fmla="*/ 810072 w 810072"/>
              <a:gd name="connsiteY2" fmla="*/ 2534545 h 3037772"/>
              <a:gd name="connsiteX3" fmla="*/ 0 w 810072"/>
              <a:gd name="connsiteY3" fmla="*/ 3037772 h 3037772"/>
              <a:gd name="connsiteX4" fmla="*/ 6137 w 810072"/>
              <a:gd name="connsiteY4" fmla="*/ 0 h 3037772"/>
              <a:gd name="connsiteX0" fmla="*/ 6137 w 810072"/>
              <a:gd name="connsiteY0" fmla="*/ 0 h 2972593"/>
              <a:gd name="connsiteX1" fmla="*/ 810072 w 810072"/>
              <a:gd name="connsiteY1" fmla="*/ 1920854 h 2972593"/>
              <a:gd name="connsiteX2" fmla="*/ 810072 w 810072"/>
              <a:gd name="connsiteY2" fmla="*/ 2534545 h 2972593"/>
              <a:gd name="connsiteX3" fmla="*/ 0 w 810072"/>
              <a:gd name="connsiteY3" fmla="*/ 2972593 h 2972593"/>
              <a:gd name="connsiteX4" fmla="*/ 6137 w 810072"/>
              <a:gd name="connsiteY4" fmla="*/ 0 h 2972593"/>
              <a:gd name="connsiteX0" fmla="*/ 6137 w 810072"/>
              <a:gd name="connsiteY0" fmla="*/ 0 h 2979836"/>
              <a:gd name="connsiteX1" fmla="*/ 810072 w 810072"/>
              <a:gd name="connsiteY1" fmla="*/ 1920854 h 2979836"/>
              <a:gd name="connsiteX2" fmla="*/ 810072 w 810072"/>
              <a:gd name="connsiteY2" fmla="*/ 2534545 h 2979836"/>
              <a:gd name="connsiteX3" fmla="*/ 0 w 810072"/>
              <a:gd name="connsiteY3" fmla="*/ 2979836 h 2979836"/>
              <a:gd name="connsiteX4" fmla="*/ 6137 w 810072"/>
              <a:gd name="connsiteY4" fmla="*/ 0 h 2979836"/>
              <a:gd name="connsiteX0" fmla="*/ 6137 w 810072"/>
              <a:gd name="connsiteY0" fmla="*/ 0 h 2979836"/>
              <a:gd name="connsiteX1" fmla="*/ 810072 w 810072"/>
              <a:gd name="connsiteY1" fmla="*/ 1920854 h 2979836"/>
              <a:gd name="connsiteX2" fmla="*/ 810072 w 810072"/>
              <a:gd name="connsiteY2" fmla="*/ 2498334 h 2979836"/>
              <a:gd name="connsiteX3" fmla="*/ 0 w 810072"/>
              <a:gd name="connsiteY3" fmla="*/ 2979836 h 2979836"/>
              <a:gd name="connsiteX4" fmla="*/ 6137 w 810072"/>
              <a:gd name="connsiteY4" fmla="*/ 0 h 2979836"/>
              <a:gd name="connsiteX0" fmla="*/ 6137 w 810072"/>
              <a:gd name="connsiteY0" fmla="*/ 0 h 2979836"/>
              <a:gd name="connsiteX1" fmla="*/ 810072 w 810072"/>
              <a:gd name="connsiteY1" fmla="*/ 1899129 h 2979836"/>
              <a:gd name="connsiteX2" fmla="*/ 810072 w 810072"/>
              <a:gd name="connsiteY2" fmla="*/ 2498334 h 2979836"/>
              <a:gd name="connsiteX3" fmla="*/ 0 w 810072"/>
              <a:gd name="connsiteY3" fmla="*/ 2979836 h 2979836"/>
              <a:gd name="connsiteX4" fmla="*/ 6137 w 810072"/>
              <a:gd name="connsiteY4" fmla="*/ 0 h 2979836"/>
              <a:gd name="connsiteX0" fmla="*/ 6137 w 810072"/>
              <a:gd name="connsiteY0" fmla="*/ 0 h 3000552"/>
              <a:gd name="connsiteX1" fmla="*/ 810072 w 810072"/>
              <a:gd name="connsiteY1" fmla="*/ 1899129 h 3000552"/>
              <a:gd name="connsiteX2" fmla="*/ 810072 w 810072"/>
              <a:gd name="connsiteY2" fmla="*/ 2498334 h 3000552"/>
              <a:gd name="connsiteX3" fmla="*/ 0 w 810072"/>
              <a:gd name="connsiteY3" fmla="*/ 3000552 h 3000552"/>
              <a:gd name="connsiteX4" fmla="*/ 6137 w 810072"/>
              <a:gd name="connsiteY4" fmla="*/ 0 h 3000552"/>
              <a:gd name="connsiteX0" fmla="*/ 145 w 826305"/>
              <a:gd name="connsiteY0" fmla="*/ 0 h 3251082"/>
              <a:gd name="connsiteX1" fmla="*/ 826305 w 826305"/>
              <a:gd name="connsiteY1" fmla="*/ 2149659 h 3251082"/>
              <a:gd name="connsiteX2" fmla="*/ 826305 w 826305"/>
              <a:gd name="connsiteY2" fmla="*/ 2748864 h 3251082"/>
              <a:gd name="connsiteX3" fmla="*/ 16233 w 826305"/>
              <a:gd name="connsiteY3" fmla="*/ 3251082 h 3251082"/>
              <a:gd name="connsiteX4" fmla="*/ 145 w 826305"/>
              <a:gd name="connsiteY4" fmla="*/ 0 h 3251082"/>
              <a:gd name="connsiteX0" fmla="*/ 12487 w 810072"/>
              <a:gd name="connsiteY0" fmla="*/ 0 h 3176851"/>
              <a:gd name="connsiteX1" fmla="*/ 810072 w 810072"/>
              <a:gd name="connsiteY1" fmla="*/ 2075428 h 3176851"/>
              <a:gd name="connsiteX2" fmla="*/ 810072 w 810072"/>
              <a:gd name="connsiteY2" fmla="*/ 2674633 h 3176851"/>
              <a:gd name="connsiteX3" fmla="*/ 0 w 810072"/>
              <a:gd name="connsiteY3" fmla="*/ 3176851 h 3176851"/>
              <a:gd name="connsiteX4" fmla="*/ 12487 w 810072"/>
              <a:gd name="connsiteY4" fmla="*/ 0 h 3176851"/>
              <a:gd name="connsiteX0" fmla="*/ 145837 w 943422"/>
              <a:gd name="connsiteY0" fmla="*/ 0 h 3074783"/>
              <a:gd name="connsiteX1" fmla="*/ 943422 w 943422"/>
              <a:gd name="connsiteY1" fmla="*/ 2075428 h 3074783"/>
              <a:gd name="connsiteX2" fmla="*/ 943422 w 943422"/>
              <a:gd name="connsiteY2" fmla="*/ 2674633 h 3074783"/>
              <a:gd name="connsiteX3" fmla="*/ 0 w 943422"/>
              <a:gd name="connsiteY3" fmla="*/ 3074783 h 3074783"/>
              <a:gd name="connsiteX4" fmla="*/ 145837 w 943422"/>
              <a:gd name="connsiteY4" fmla="*/ 0 h 3074783"/>
              <a:gd name="connsiteX0" fmla="*/ 60112 w 857697"/>
              <a:gd name="connsiteY0" fmla="*/ 0 h 3037667"/>
              <a:gd name="connsiteX1" fmla="*/ 857697 w 857697"/>
              <a:gd name="connsiteY1" fmla="*/ 2075428 h 3037667"/>
              <a:gd name="connsiteX2" fmla="*/ 857697 w 857697"/>
              <a:gd name="connsiteY2" fmla="*/ 2674633 h 3037667"/>
              <a:gd name="connsiteX3" fmla="*/ 0 w 857697"/>
              <a:gd name="connsiteY3" fmla="*/ 3037667 h 3037667"/>
              <a:gd name="connsiteX4" fmla="*/ 60112 w 857697"/>
              <a:gd name="connsiteY4" fmla="*/ 0 h 3037667"/>
              <a:gd name="connsiteX0" fmla="*/ 12487 w 857697"/>
              <a:gd name="connsiteY0" fmla="*/ 0 h 3161385"/>
              <a:gd name="connsiteX1" fmla="*/ 857697 w 857697"/>
              <a:gd name="connsiteY1" fmla="*/ 2199146 h 3161385"/>
              <a:gd name="connsiteX2" fmla="*/ 857697 w 857697"/>
              <a:gd name="connsiteY2" fmla="*/ 2798351 h 3161385"/>
              <a:gd name="connsiteX3" fmla="*/ 0 w 857697"/>
              <a:gd name="connsiteY3" fmla="*/ 3161385 h 3161385"/>
              <a:gd name="connsiteX4" fmla="*/ 12487 w 857697"/>
              <a:gd name="connsiteY4" fmla="*/ 0 h 3161385"/>
              <a:gd name="connsiteX0" fmla="*/ 50587 w 857697"/>
              <a:gd name="connsiteY0" fmla="*/ 0 h 3065503"/>
              <a:gd name="connsiteX1" fmla="*/ 857697 w 857697"/>
              <a:gd name="connsiteY1" fmla="*/ 2103264 h 3065503"/>
              <a:gd name="connsiteX2" fmla="*/ 857697 w 857697"/>
              <a:gd name="connsiteY2" fmla="*/ 2702469 h 3065503"/>
              <a:gd name="connsiteX3" fmla="*/ 0 w 857697"/>
              <a:gd name="connsiteY3" fmla="*/ 3065503 h 3065503"/>
              <a:gd name="connsiteX4" fmla="*/ 50587 w 857697"/>
              <a:gd name="connsiteY4" fmla="*/ 0 h 3065503"/>
              <a:gd name="connsiteX0" fmla="*/ 22 w 990012"/>
              <a:gd name="connsiteY0" fmla="*/ 0 h 2879331"/>
              <a:gd name="connsiteX1" fmla="*/ 990012 w 990012"/>
              <a:gd name="connsiteY1" fmla="*/ 1917092 h 2879331"/>
              <a:gd name="connsiteX2" fmla="*/ 990012 w 990012"/>
              <a:gd name="connsiteY2" fmla="*/ 2516297 h 2879331"/>
              <a:gd name="connsiteX3" fmla="*/ 132315 w 990012"/>
              <a:gd name="connsiteY3" fmla="*/ 2879331 h 2879331"/>
              <a:gd name="connsiteX4" fmla="*/ 22 w 990012"/>
              <a:gd name="connsiteY4" fmla="*/ 0 h 2879331"/>
              <a:gd name="connsiteX0" fmla="*/ 167 w 871285"/>
              <a:gd name="connsiteY0" fmla="*/ 0 h 3227178"/>
              <a:gd name="connsiteX1" fmla="*/ 871285 w 871285"/>
              <a:gd name="connsiteY1" fmla="*/ 2264939 h 3227178"/>
              <a:gd name="connsiteX2" fmla="*/ 871285 w 871285"/>
              <a:gd name="connsiteY2" fmla="*/ 2864144 h 3227178"/>
              <a:gd name="connsiteX3" fmla="*/ 13588 w 871285"/>
              <a:gd name="connsiteY3" fmla="*/ 3227178 h 3227178"/>
              <a:gd name="connsiteX4" fmla="*/ 167 w 871285"/>
              <a:gd name="connsiteY4" fmla="*/ 0 h 3227178"/>
              <a:gd name="connsiteX0" fmla="*/ 53254 w 857697"/>
              <a:gd name="connsiteY0" fmla="*/ 0 h 3053663"/>
              <a:gd name="connsiteX1" fmla="*/ 857697 w 857697"/>
              <a:gd name="connsiteY1" fmla="*/ 2091424 h 3053663"/>
              <a:gd name="connsiteX2" fmla="*/ 857697 w 857697"/>
              <a:gd name="connsiteY2" fmla="*/ 2690629 h 3053663"/>
              <a:gd name="connsiteX3" fmla="*/ 0 w 857697"/>
              <a:gd name="connsiteY3" fmla="*/ 3053663 h 3053663"/>
              <a:gd name="connsiteX4" fmla="*/ 53254 w 857697"/>
              <a:gd name="connsiteY4" fmla="*/ 0 h 3053663"/>
              <a:gd name="connsiteX0" fmla="*/ 53254 w 857697"/>
              <a:gd name="connsiteY0" fmla="*/ 0 h 3053663"/>
              <a:gd name="connsiteX1" fmla="*/ 857697 w 857697"/>
              <a:gd name="connsiteY1" fmla="*/ 2091424 h 3053663"/>
              <a:gd name="connsiteX2" fmla="*/ 857697 w 857697"/>
              <a:gd name="connsiteY2" fmla="*/ 2690629 h 3053663"/>
              <a:gd name="connsiteX3" fmla="*/ 0 w 857697"/>
              <a:gd name="connsiteY3" fmla="*/ 3053663 h 3053663"/>
              <a:gd name="connsiteX4" fmla="*/ 53254 w 857697"/>
              <a:gd name="connsiteY4" fmla="*/ 0 h 3053663"/>
              <a:gd name="connsiteX0" fmla="*/ 53254 w 857697"/>
              <a:gd name="connsiteY0" fmla="*/ 0 h 3053663"/>
              <a:gd name="connsiteX1" fmla="*/ 857697 w 857697"/>
              <a:gd name="connsiteY1" fmla="*/ 2091424 h 3053663"/>
              <a:gd name="connsiteX2" fmla="*/ 857697 w 857697"/>
              <a:gd name="connsiteY2" fmla="*/ 2690629 h 3053663"/>
              <a:gd name="connsiteX3" fmla="*/ 0 w 857697"/>
              <a:gd name="connsiteY3" fmla="*/ 3053663 h 3053663"/>
              <a:gd name="connsiteX4" fmla="*/ 53254 w 857697"/>
              <a:gd name="connsiteY4" fmla="*/ 0 h 3053663"/>
              <a:gd name="connsiteX0" fmla="*/ 53254 w 857697"/>
              <a:gd name="connsiteY0" fmla="*/ 0 h 3053663"/>
              <a:gd name="connsiteX1" fmla="*/ 857697 w 857697"/>
              <a:gd name="connsiteY1" fmla="*/ 2091424 h 3053663"/>
              <a:gd name="connsiteX2" fmla="*/ 857697 w 857697"/>
              <a:gd name="connsiteY2" fmla="*/ 2690629 h 3053663"/>
              <a:gd name="connsiteX3" fmla="*/ 0 w 857697"/>
              <a:gd name="connsiteY3" fmla="*/ 3053663 h 3053663"/>
              <a:gd name="connsiteX4" fmla="*/ 53254 w 857697"/>
              <a:gd name="connsiteY4" fmla="*/ 0 h 3053663"/>
              <a:gd name="connsiteX0" fmla="*/ 53254 w 857697"/>
              <a:gd name="connsiteY0" fmla="*/ 0 h 3053663"/>
              <a:gd name="connsiteX1" fmla="*/ 857697 w 857697"/>
              <a:gd name="connsiteY1" fmla="*/ 2091424 h 3053663"/>
              <a:gd name="connsiteX2" fmla="*/ 857697 w 857697"/>
              <a:gd name="connsiteY2" fmla="*/ 2690629 h 3053663"/>
              <a:gd name="connsiteX3" fmla="*/ 0 w 857697"/>
              <a:gd name="connsiteY3" fmla="*/ 3053663 h 3053663"/>
              <a:gd name="connsiteX4" fmla="*/ 53254 w 857697"/>
              <a:gd name="connsiteY4" fmla="*/ 0 h 3053663"/>
              <a:gd name="csX0" fmla="*/ 53254 w 1019109"/>
              <a:gd name="csY0" fmla="*/ 0 h 3053663"/>
              <a:gd name="csX1" fmla="*/ 1019109 w 1019109"/>
              <a:gd name="csY1" fmla="*/ 1047912 h 3053663"/>
              <a:gd name="csX2" fmla="*/ 857697 w 1019109"/>
              <a:gd name="csY2" fmla="*/ 2690629 h 3053663"/>
              <a:gd name="csX3" fmla="*/ 0 w 1019109"/>
              <a:gd name="csY3" fmla="*/ 3053663 h 3053663"/>
              <a:gd name="csX4" fmla="*/ 53254 w 1019109"/>
              <a:gd name="csY4" fmla="*/ 0 h 3053663"/>
              <a:gd name="csX0" fmla="*/ 53254 w 1033783"/>
              <a:gd name="csY0" fmla="*/ 0 h 3053663"/>
              <a:gd name="csX1" fmla="*/ 1019109 w 1033783"/>
              <a:gd name="csY1" fmla="*/ 1047912 h 3053663"/>
              <a:gd name="csX2" fmla="*/ 1033783 w 1033783"/>
              <a:gd name="csY2" fmla="*/ 1632823 h 3053663"/>
              <a:gd name="csX3" fmla="*/ 0 w 1033783"/>
              <a:gd name="csY3" fmla="*/ 3053663 h 3053663"/>
              <a:gd name="csX4" fmla="*/ 53254 w 1033783"/>
              <a:gd name="csY4" fmla="*/ 0 h 30536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33783" h="3053663">
                <a:moveTo>
                  <a:pt x="53254" y="0"/>
                </a:moveTo>
                <a:lnTo>
                  <a:pt x="1019109" y="1047912"/>
                </a:lnTo>
                <a:lnTo>
                  <a:pt x="1033783" y="1632823"/>
                </a:lnTo>
                <a:lnTo>
                  <a:pt x="0" y="3053663"/>
                </a:lnTo>
                <a:cubicBezTo>
                  <a:pt x="14746" y="2275828"/>
                  <a:pt x="35333" y="1026200"/>
                  <a:pt x="53254" y="0"/>
                </a:cubicBezTo>
                <a:close/>
              </a:path>
            </a:pathLst>
          </a:custGeom>
          <a:gradFill flip="none" rotWithShape="1">
            <a:gsLst>
              <a:gs pos="0">
                <a:srgbClr val="FFFFFF">
                  <a:lumMod val="95000"/>
                  <a:alpha val="20173"/>
                </a:srgbClr>
              </a:gs>
              <a:gs pos="97000">
                <a:srgbClr val="FFFFFF">
                  <a:lumMod val="95000"/>
                </a:srgbClr>
              </a:gs>
            </a:gsLst>
            <a:lin ang="10800000" scaled="1"/>
            <a:tileRect/>
          </a:gradFill>
          <a:ln w="1905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>
              <a:buClr>
                <a:srgbClr val="000000"/>
              </a:buClr>
            </a:pPr>
            <a:endParaRPr kumimoji="1" lang="ko-KR" altLang="en-US" sz="2000" kern="0" dirty="0">
              <a:solidFill>
                <a:srgbClr val="FFFFFF"/>
              </a:solidFill>
              <a:latin typeface="Arial"/>
              <a:ea typeface="맑은 고딕" panose="020B0503020000020004" pitchFamily="34" charset="-127"/>
              <a:sym typeface="Arial"/>
            </a:endParaRPr>
          </a:p>
        </p:txBody>
      </p:sp>
      <p:grpSp>
        <p:nvGrpSpPr>
          <p:cNvPr id="164" name="그룹 163">
            <a:extLst>
              <a:ext uri="{FF2B5EF4-FFF2-40B4-BE49-F238E27FC236}">
                <a16:creationId xmlns:a16="http://schemas.microsoft.com/office/drawing/2014/main" id="{81BC06FC-F32D-BD5B-9BAE-FE0125F080DC}"/>
              </a:ext>
            </a:extLst>
          </p:cNvPr>
          <p:cNvGrpSpPr/>
          <p:nvPr/>
        </p:nvGrpSpPr>
        <p:grpSpPr>
          <a:xfrm>
            <a:off x="939114" y="2054487"/>
            <a:ext cx="2685860" cy="3889081"/>
            <a:chOff x="939114" y="2054487"/>
            <a:chExt cx="2685860" cy="3889081"/>
          </a:xfrm>
        </p:grpSpPr>
        <p:sp>
          <p:nvSpPr>
            <p:cNvPr id="165" name="모서리가 둥근 직사각형 164">
              <a:extLst>
                <a:ext uri="{FF2B5EF4-FFF2-40B4-BE49-F238E27FC236}">
                  <a16:creationId xmlns:a16="http://schemas.microsoft.com/office/drawing/2014/main" id="{3486FDCD-8EB5-B005-FC54-DD106169BEE8}"/>
                </a:ext>
              </a:extLst>
            </p:cNvPr>
            <p:cNvSpPr/>
            <p:nvPr/>
          </p:nvSpPr>
          <p:spPr>
            <a:xfrm>
              <a:off x="939114" y="2054487"/>
              <a:ext cx="2685860" cy="3889081"/>
            </a:xfrm>
            <a:prstGeom prst="roundRect">
              <a:avLst>
                <a:gd name="adj" fmla="val 5756"/>
              </a:avLst>
            </a:prstGeom>
            <a:solidFill>
              <a:srgbClr val="FFFFFF"/>
            </a:solidFill>
            <a:ln w="19050" cap="flat" cmpd="sng" algn="ctr">
              <a:solidFill>
                <a:srgbClr val="FFFFFF">
                  <a:lumMod val="85000"/>
                </a:srgbClr>
              </a:solidFill>
              <a:prstDash val="sysDash"/>
            </a:ln>
            <a:effectLst/>
          </p:spPr>
          <p:txBody>
            <a:bodyPr lIns="0" tIns="0" rIns="0" bIns="0" rtlCol="0" anchor="ctr"/>
            <a:lstStyle/>
            <a:p>
              <a:pPr algn="ctr" defTabSz="914400">
                <a:buClr>
                  <a:srgbClr val="000000"/>
                </a:buClr>
              </a:pPr>
              <a:endParaRPr kumimoji="1" lang="ko-KR" altLang="en-US" sz="2000" kern="0" dirty="0">
                <a:solidFill>
                  <a:srgbClr val="FFFFFF"/>
                </a:solidFill>
                <a:latin typeface="Arial"/>
                <a:ea typeface="맑은 고딕" panose="020B0503020000020004" pitchFamily="34" charset="-127"/>
                <a:sym typeface="Arial"/>
              </a:endParaRPr>
            </a:p>
          </p:txBody>
        </p:sp>
        <p:sp>
          <p:nvSpPr>
            <p:cNvPr id="166" name="Google Shape;380;p22">
              <a:extLst>
                <a:ext uri="{FF2B5EF4-FFF2-40B4-BE49-F238E27FC236}">
                  <a16:creationId xmlns:a16="http://schemas.microsoft.com/office/drawing/2014/main" id="{588A8BB0-5E35-8AA7-7515-29A0F65C36B4}"/>
                </a:ext>
              </a:extLst>
            </p:cNvPr>
            <p:cNvSpPr/>
            <p:nvPr/>
          </p:nvSpPr>
          <p:spPr>
            <a:xfrm>
              <a:off x="1635653" y="5164701"/>
              <a:ext cx="1515000" cy="370260"/>
            </a:xfrm>
            <a:prstGeom prst="roundRect">
              <a:avLst>
                <a:gd name="adj" fmla="val 16667"/>
              </a:avLst>
            </a:prstGeom>
            <a:solidFill>
              <a:srgbClr val="E7F8FB"/>
            </a:solidFill>
            <a:ln w="1587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r>
                <a:rPr lang="en-US" kern="0" dirty="0">
                  <a:solidFill>
                    <a:srgbClr val="666666"/>
                  </a:solidFill>
                  <a:latin typeface="Arial"/>
                  <a:cs typeface="Arial"/>
                  <a:sym typeface="Arial"/>
                </a:rPr>
                <a:t>Conv1D</a:t>
              </a:r>
              <a:endParaRPr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167" name="Google Shape;381;p22">
              <a:extLst>
                <a:ext uri="{FF2B5EF4-FFF2-40B4-BE49-F238E27FC236}">
                  <a16:creationId xmlns:a16="http://schemas.microsoft.com/office/drawing/2014/main" id="{1AD9AE30-DBE1-CDB9-6605-1906CB80B6BB}"/>
                </a:ext>
              </a:extLst>
            </p:cNvPr>
            <p:cNvCxnSpPr>
              <a:cxnSpLocks/>
              <a:stCxn id="166" idx="0"/>
            </p:cNvCxnSpPr>
            <p:nvPr/>
          </p:nvCxnSpPr>
          <p:spPr>
            <a:xfrm flipH="1" flipV="1">
              <a:off x="2391024" y="4966379"/>
              <a:ext cx="2128" cy="198323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68" name="Google Shape;379;p22">
              <a:extLst>
                <a:ext uri="{FF2B5EF4-FFF2-40B4-BE49-F238E27FC236}">
                  <a16:creationId xmlns:a16="http://schemas.microsoft.com/office/drawing/2014/main" id="{EB94FD30-B598-BEAC-B19F-B0356221789C}"/>
                </a:ext>
              </a:extLst>
            </p:cNvPr>
            <p:cNvSpPr/>
            <p:nvPr/>
          </p:nvSpPr>
          <p:spPr>
            <a:xfrm>
              <a:off x="1628365" y="3261851"/>
              <a:ext cx="326809" cy="339125"/>
            </a:xfrm>
            <a:prstGeom prst="roundRect">
              <a:avLst>
                <a:gd name="adj" fmla="val 28518"/>
              </a:avLst>
            </a:prstGeom>
            <a:solidFill>
              <a:srgbClr val="D8EDBA">
                <a:alpha val="49914"/>
              </a:srgbClr>
            </a:solidFill>
            <a:ln w="15875" cap="flat" cmpd="sng">
              <a:solidFill>
                <a:srgbClr val="83998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r>
                <a:rPr lang="el-GR" altLang="ko-KR" kern="0" dirty="0">
                  <a:ln w="3175">
                    <a:noFill/>
                  </a:ln>
                  <a:solidFill>
                    <a:srgbClr val="595959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/>
                </a:rPr>
                <a:t>Δ</a:t>
              </a:r>
            </a:p>
          </p:txBody>
        </p:sp>
        <p:sp>
          <p:nvSpPr>
            <p:cNvPr id="169" name="Google Shape;379;p22">
              <a:extLst>
                <a:ext uri="{FF2B5EF4-FFF2-40B4-BE49-F238E27FC236}">
                  <a16:creationId xmlns:a16="http://schemas.microsoft.com/office/drawing/2014/main" id="{D8DA8B28-E326-617B-D3A6-F2A785737D4E}"/>
                </a:ext>
              </a:extLst>
            </p:cNvPr>
            <p:cNvSpPr/>
            <p:nvPr/>
          </p:nvSpPr>
          <p:spPr>
            <a:xfrm>
              <a:off x="2028835" y="3261851"/>
              <a:ext cx="326809" cy="339125"/>
            </a:xfrm>
            <a:prstGeom prst="roundRect">
              <a:avLst>
                <a:gd name="adj" fmla="val 28518"/>
              </a:avLst>
            </a:prstGeom>
            <a:solidFill>
              <a:srgbClr val="D8EDBA">
                <a:alpha val="49914"/>
              </a:srgbClr>
            </a:solidFill>
            <a:ln w="15875" cap="flat" cmpd="sng">
              <a:solidFill>
                <a:srgbClr val="83998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r>
                <a:rPr lang="en" kern="0" dirty="0">
                  <a:ln w="3175">
                    <a:noFill/>
                  </a:ln>
                  <a:solidFill>
                    <a:srgbClr val="595959"/>
                  </a:solidFill>
                  <a:latin typeface="Arial"/>
                  <a:cs typeface="Arial"/>
                  <a:sym typeface="Arial"/>
                </a:rPr>
                <a:t>B</a:t>
              </a:r>
              <a:endParaRPr kern="0" dirty="0">
                <a:ln w="3175">
                  <a:noFill/>
                </a:ln>
                <a:solidFill>
                  <a:srgbClr val="595959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0" name="Google Shape;379;p22">
              <a:extLst>
                <a:ext uri="{FF2B5EF4-FFF2-40B4-BE49-F238E27FC236}">
                  <a16:creationId xmlns:a16="http://schemas.microsoft.com/office/drawing/2014/main" id="{14AD7E06-535D-67FC-6F90-D4C39A3DF8D2}"/>
                </a:ext>
              </a:extLst>
            </p:cNvPr>
            <p:cNvSpPr/>
            <p:nvPr/>
          </p:nvSpPr>
          <p:spPr>
            <a:xfrm>
              <a:off x="2429304" y="3261851"/>
              <a:ext cx="326809" cy="339125"/>
            </a:xfrm>
            <a:prstGeom prst="roundRect">
              <a:avLst>
                <a:gd name="adj" fmla="val 28518"/>
              </a:avLst>
            </a:prstGeom>
            <a:solidFill>
              <a:srgbClr val="D8EDBA">
                <a:alpha val="49914"/>
              </a:srgbClr>
            </a:solidFill>
            <a:ln w="15875" cap="flat" cmpd="sng">
              <a:solidFill>
                <a:srgbClr val="83998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r>
                <a:rPr lang="en" kern="0" dirty="0">
                  <a:ln w="3175">
                    <a:noFill/>
                  </a:ln>
                  <a:solidFill>
                    <a:srgbClr val="595959"/>
                  </a:solidFill>
                  <a:latin typeface="Arial"/>
                  <a:cs typeface="Arial"/>
                  <a:sym typeface="Arial"/>
                </a:rPr>
                <a:t>C</a:t>
              </a:r>
              <a:endParaRPr kern="0" dirty="0">
                <a:ln w="3175">
                  <a:noFill/>
                </a:ln>
                <a:solidFill>
                  <a:srgbClr val="595959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171" name="Google Shape;382;p22">
              <a:extLst>
                <a:ext uri="{FF2B5EF4-FFF2-40B4-BE49-F238E27FC236}">
                  <a16:creationId xmlns:a16="http://schemas.microsoft.com/office/drawing/2014/main" id="{F2F8DC41-2669-DA83-AEB2-5AAF30DFE3B3}"/>
                </a:ext>
              </a:extLst>
            </p:cNvPr>
            <p:cNvCxnSpPr>
              <a:cxnSpLocks/>
              <a:endCxn id="169" idx="2"/>
            </p:cNvCxnSpPr>
            <p:nvPr/>
          </p:nvCxnSpPr>
          <p:spPr>
            <a:xfrm rot="16200000" flipV="1">
              <a:off x="1735910" y="4057307"/>
              <a:ext cx="1111448" cy="198785"/>
            </a:xfrm>
            <a:prstGeom prst="bentConnector3">
              <a:avLst>
                <a:gd name="adj1" fmla="val 11978"/>
              </a:avLst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72" name="Google Shape;382;p22">
              <a:extLst>
                <a:ext uri="{FF2B5EF4-FFF2-40B4-BE49-F238E27FC236}">
                  <a16:creationId xmlns:a16="http://schemas.microsoft.com/office/drawing/2014/main" id="{5B022A05-357B-9932-DFE6-FE37B89AB44A}"/>
                </a:ext>
              </a:extLst>
            </p:cNvPr>
            <p:cNvCxnSpPr>
              <a:cxnSpLocks/>
              <a:endCxn id="170" idx="2"/>
            </p:cNvCxnSpPr>
            <p:nvPr/>
          </p:nvCxnSpPr>
          <p:spPr>
            <a:xfrm rot="5400000" flipH="1" flipV="1">
              <a:off x="1936143" y="4055859"/>
              <a:ext cx="1111448" cy="201684"/>
            </a:xfrm>
            <a:prstGeom prst="bentConnector3">
              <a:avLst>
                <a:gd name="adj1" fmla="val 11978"/>
              </a:avLst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73" name="Google Shape;382;p22">
              <a:extLst>
                <a:ext uri="{FF2B5EF4-FFF2-40B4-BE49-F238E27FC236}">
                  <a16:creationId xmlns:a16="http://schemas.microsoft.com/office/drawing/2014/main" id="{1AFEBA14-2340-7867-C22B-ECF154539207}"/>
                </a:ext>
              </a:extLst>
            </p:cNvPr>
            <p:cNvCxnSpPr>
              <a:cxnSpLocks/>
              <a:endCxn id="168" idx="2"/>
            </p:cNvCxnSpPr>
            <p:nvPr/>
          </p:nvCxnSpPr>
          <p:spPr>
            <a:xfrm rot="16200000" flipV="1">
              <a:off x="1535674" y="3857073"/>
              <a:ext cx="1111448" cy="599255"/>
            </a:xfrm>
            <a:prstGeom prst="bentConnector3">
              <a:avLst>
                <a:gd name="adj1" fmla="val 11978"/>
              </a:avLst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74" name="Google Shape;382;p22">
              <a:extLst>
                <a:ext uri="{FF2B5EF4-FFF2-40B4-BE49-F238E27FC236}">
                  <a16:creationId xmlns:a16="http://schemas.microsoft.com/office/drawing/2014/main" id="{47D49C46-C5D4-120A-9B7F-D62FC12902F1}"/>
                </a:ext>
              </a:extLst>
            </p:cNvPr>
            <p:cNvCxnSpPr>
              <a:cxnSpLocks/>
              <a:endCxn id="192" idx="4"/>
            </p:cNvCxnSpPr>
            <p:nvPr/>
          </p:nvCxnSpPr>
          <p:spPr>
            <a:xfrm rot="5400000" flipH="1" flipV="1">
              <a:off x="1782560" y="3509123"/>
              <a:ext cx="1811766" cy="594836"/>
            </a:xfrm>
            <a:prstGeom prst="bentConnector3">
              <a:avLst>
                <a:gd name="adj1" fmla="val 7315"/>
              </a:avLst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75" name="Google Shape;379;p22">
              <a:extLst>
                <a:ext uri="{FF2B5EF4-FFF2-40B4-BE49-F238E27FC236}">
                  <a16:creationId xmlns:a16="http://schemas.microsoft.com/office/drawing/2014/main" id="{131285B4-5661-56D2-3C77-AE50DE73955D}"/>
                </a:ext>
              </a:extLst>
            </p:cNvPr>
            <p:cNvSpPr/>
            <p:nvPr/>
          </p:nvSpPr>
          <p:spPr>
            <a:xfrm>
              <a:off x="1227895" y="3261851"/>
              <a:ext cx="326809" cy="339125"/>
            </a:xfrm>
            <a:prstGeom prst="roundRect">
              <a:avLst>
                <a:gd name="adj" fmla="val 28518"/>
              </a:avLst>
            </a:prstGeom>
            <a:solidFill>
              <a:srgbClr val="D8EDBA">
                <a:alpha val="49914"/>
              </a:srgbClr>
            </a:solidFill>
            <a:ln w="15875" cap="flat" cmpd="sng">
              <a:solidFill>
                <a:srgbClr val="83998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r>
                <a:rPr lang="en" kern="0" dirty="0">
                  <a:solidFill>
                    <a:srgbClr val="666666"/>
                  </a:solidFill>
                  <a:latin typeface="Arial"/>
                  <a:cs typeface="Arial"/>
                  <a:sym typeface="Arial"/>
                </a:rPr>
                <a:t>A</a:t>
              </a:r>
              <a:endParaRPr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176" name="Google Shape;382;p22">
              <a:extLst>
                <a:ext uri="{FF2B5EF4-FFF2-40B4-BE49-F238E27FC236}">
                  <a16:creationId xmlns:a16="http://schemas.microsoft.com/office/drawing/2014/main" id="{2B619529-8A4B-6958-0B4F-7BA582373469}"/>
                </a:ext>
              </a:extLst>
            </p:cNvPr>
            <p:cNvCxnSpPr>
              <a:cxnSpLocks/>
              <a:stCxn id="175" idx="0"/>
              <a:endCxn id="190" idx="2"/>
            </p:cNvCxnSpPr>
            <p:nvPr/>
          </p:nvCxnSpPr>
          <p:spPr>
            <a:xfrm rot="5400000" flipH="1" flipV="1">
              <a:off x="1410937" y="2881019"/>
              <a:ext cx="361193" cy="40047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77" name="Google Shape;381;p22">
              <a:extLst>
                <a:ext uri="{FF2B5EF4-FFF2-40B4-BE49-F238E27FC236}">
                  <a16:creationId xmlns:a16="http://schemas.microsoft.com/office/drawing/2014/main" id="{A75C156B-78DB-0C4C-F1D3-701D61BA9FB2}"/>
                </a:ext>
              </a:extLst>
            </p:cNvPr>
            <p:cNvCxnSpPr>
              <a:cxnSpLocks/>
              <a:stCxn id="169" idx="0"/>
              <a:endCxn id="191" idx="2"/>
            </p:cNvCxnSpPr>
            <p:nvPr/>
          </p:nvCxnSpPr>
          <p:spPr>
            <a:xfrm flipH="1" flipV="1">
              <a:off x="2189799" y="2900658"/>
              <a:ext cx="2441" cy="361193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78" name="Google Shape;381;p22">
              <a:extLst>
                <a:ext uri="{FF2B5EF4-FFF2-40B4-BE49-F238E27FC236}">
                  <a16:creationId xmlns:a16="http://schemas.microsoft.com/office/drawing/2014/main" id="{268B38F3-1514-AED4-848A-6BEF9A16FFA7}"/>
                </a:ext>
              </a:extLst>
            </p:cNvPr>
            <p:cNvCxnSpPr>
              <a:cxnSpLocks/>
              <a:stCxn id="170" idx="0"/>
              <a:endCxn id="192" idx="2"/>
            </p:cNvCxnSpPr>
            <p:nvPr/>
          </p:nvCxnSpPr>
          <p:spPr>
            <a:xfrm flipH="1" flipV="1">
              <a:off x="2587831" y="2900658"/>
              <a:ext cx="4878" cy="361193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79" name="Google Shape;381;p22">
              <a:extLst>
                <a:ext uri="{FF2B5EF4-FFF2-40B4-BE49-F238E27FC236}">
                  <a16:creationId xmlns:a16="http://schemas.microsoft.com/office/drawing/2014/main" id="{827FA653-A156-D1C1-A7DF-80F1BA1655B3}"/>
                </a:ext>
              </a:extLst>
            </p:cNvPr>
            <p:cNvCxnSpPr>
              <a:cxnSpLocks/>
              <a:stCxn id="168" idx="0"/>
            </p:cNvCxnSpPr>
            <p:nvPr/>
          </p:nvCxnSpPr>
          <p:spPr>
            <a:xfrm flipV="1">
              <a:off x="1791770" y="2895906"/>
              <a:ext cx="0" cy="365945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80" name="Google Shape;380;p22">
              <a:extLst>
                <a:ext uri="{FF2B5EF4-FFF2-40B4-BE49-F238E27FC236}">
                  <a16:creationId xmlns:a16="http://schemas.microsoft.com/office/drawing/2014/main" id="{EA84AB4F-5966-9138-053C-E12B5F06AD57}"/>
                </a:ext>
              </a:extLst>
            </p:cNvPr>
            <p:cNvSpPr/>
            <p:nvPr/>
          </p:nvSpPr>
          <p:spPr>
            <a:xfrm>
              <a:off x="1474447" y="2488533"/>
              <a:ext cx="1833150" cy="413820"/>
            </a:xfrm>
            <a:prstGeom prst="roundRect">
              <a:avLst>
                <a:gd name="adj" fmla="val 16667"/>
              </a:avLst>
            </a:prstGeom>
            <a:solidFill>
              <a:srgbClr val="FFDDB3"/>
            </a:solidFill>
            <a:ln w="1587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r>
                <a:rPr lang="en-US" kern="0" dirty="0">
                  <a:solidFill>
                    <a:srgbClr val="666666"/>
                  </a:solidFill>
                  <a:latin typeface="Arial"/>
                  <a:cs typeface="Arial"/>
                  <a:sym typeface="Arial"/>
                </a:rPr>
                <a:t>SSM</a:t>
              </a:r>
              <a:endParaRPr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181" name="Google Shape;381;p22">
              <a:extLst>
                <a:ext uri="{FF2B5EF4-FFF2-40B4-BE49-F238E27FC236}">
                  <a16:creationId xmlns:a16="http://schemas.microsoft.com/office/drawing/2014/main" id="{8EEAD105-7CC7-434B-7685-088AAAF64DFF}"/>
                </a:ext>
              </a:extLst>
            </p:cNvPr>
            <p:cNvCxnSpPr>
              <a:cxnSpLocks/>
              <a:stCxn id="180" idx="0"/>
            </p:cNvCxnSpPr>
            <p:nvPr/>
          </p:nvCxnSpPr>
          <p:spPr>
            <a:xfrm flipV="1">
              <a:off x="2391022" y="2183613"/>
              <a:ext cx="0" cy="30492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82" name="Google Shape;381;p22">
              <a:extLst>
                <a:ext uri="{FF2B5EF4-FFF2-40B4-BE49-F238E27FC236}">
                  <a16:creationId xmlns:a16="http://schemas.microsoft.com/office/drawing/2014/main" id="{364E7000-5CEF-4E03-4D22-6DC6965899D7}"/>
                </a:ext>
              </a:extLst>
            </p:cNvPr>
            <p:cNvCxnSpPr>
              <a:cxnSpLocks/>
              <a:endCxn id="166" idx="2"/>
            </p:cNvCxnSpPr>
            <p:nvPr/>
          </p:nvCxnSpPr>
          <p:spPr>
            <a:xfrm flipH="1" flipV="1">
              <a:off x="2393153" y="5534961"/>
              <a:ext cx="1" cy="303824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83" name="Google Shape;380;p22">
              <a:extLst>
                <a:ext uri="{FF2B5EF4-FFF2-40B4-BE49-F238E27FC236}">
                  <a16:creationId xmlns:a16="http://schemas.microsoft.com/office/drawing/2014/main" id="{661EA6BF-F61E-618A-004B-F7FF4B7041F3}"/>
                </a:ext>
              </a:extLst>
            </p:cNvPr>
            <p:cNvSpPr/>
            <p:nvPr/>
          </p:nvSpPr>
          <p:spPr>
            <a:xfrm>
              <a:off x="1509295" y="3794147"/>
              <a:ext cx="584097" cy="168058"/>
            </a:xfrm>
            <a:prstGeom prst="trapezoid">
              <a:avLst>
                <a:gd name="adj" fmla="val 71578"/>
              </a:avLst>
            </a:prstGeom>
            <a:solidFill>
              <a:srgbClr val="FFEAEA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endParaRPr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4" name="Google Shape;380;p22">
              <a:extLst>
                <a:ext uri="{FF2B5EF4-FFF2-40B4-BE49-F238E27FC236}">
                  <a16:creationId xmlns:a16="http://schemas.microsoft.com/office/drawing/2014/main" id="{D16D4606-8E47-7D38-5EEA-7A023787D657}"/>
                </a:ext>
              </a:extLst>
            </p:cNvPr>
            <p:cNvSpPr/>
            <p:nvPr/>
          </p:nvSpPr>
          <p:spPr>
            <a:xfrm>
              <a:off x="2294868" y="4284338"/>
              <a:ext cx="584097" cy="168058"/>
            </a:xfrm>
            <a:prstGeom prst="trapezoid">
              <a:avLst>
                <a:gd name="adj" fmla="val 71578"/>
              </a:avLst>
            </a:prstGeom>
            <a:solidFill>
              <a:srgbClr val="FFEAEA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endParaRPr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5" name="Google Shape;380;p22">
              <a:extLst>
                <a:ext uri="{FF2B5EF4-FFF2-40B4-BE49-F238E27FC236}">
                  <a16:creationId xmlns:a16="http://schemas.microsoft.com/office/drawing/2014/main" id="{F568E562-E287-C0C7-83B1-F346B040DE24}"/>
                </a:ext>
              </a:extLst>
            </p:cNvPr>
            <p:cNvSpPr/>
            <p:nvPr/>
          </p:nvSpPr>
          <p:spPr>
            <a:xfrm>
              <a:off x="1902082" y="4039243"/>
              <a:ext cx="584097" cy="168058"/>
            </a:xfrm>
            <a:prstGeom prst="trapezoid">
              <a:avLst>
                <a:gd name="adj" fmla="val 71578"/>
              </a:avLst>
            </a:prstGeom>
            <a:solidFill>
              <a:srgbClr val="FFEAEA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endParaRPr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186" name="그룹 185">
              <a:extLst>
                <a:ext uri="{FF2B5EF4-FFF2-40B4-BE49-F238E27FC236}">
                  <a16:creationId xmlns:a16="http://schemas.microsoft.com/office/drawing/2014/main" id="{E06DA03B-B7C2-67E6-49E9-56662612A9D6}"/>
                </a:ext>
              </a:extLst>
            </p:cNvPr>
            <p:cNvGrpSpPr/>
            <p:nvPr/>
          </p:nvGrpSpPr>
          <p:grpSpPr>
            <a:xfrm>
              <a:off x="1791770" y="2792980"/>
              <a:ext cx="1194091" cy="107678"/>
              <a:chOff x="2713231" y="13827015"/>
              <a:chExt cx="981028" cy="63658"/>
            </a:xfrm>
            <a:noFill/>
          </p:grpSpPr>
          <p:sp>
            <p:nvSpPr>
              <p:cNvPr id="190" name="삼각형 189">
                <a:extLst>
                  <a:ext uri="{FF2B5EF4-FFF2-40B4-BE49-F238E27FC236}">
                    <a16:creationId xmlns:a16="http://schemas.microsoft.com/office/drawing/2014/main" id="{BE0243FB-3981-1FF0-4945-AA132FDAB661}"/>
                  </a:ext>
                </a:extLst>
              </p:cNvPr>
              <p:cNvSpPr/>
              <p:nvPr/>
            </p:nvSpPr>
            <p:spPr>
              <a:xfrm>
                <a:off x="2713231" y="13827015"/>
                <a:ext cx="327009" cy="63658"/>
              </a:xfrm>
              <a:prstGeom prst="triangl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defTabSz="914400">
                  <a:buClr>
                    <a:srgbClr val="000000"/>
                  </a:buClr>
                </a:pPr>
                <a:endParaRPr kumimoji="1" lang="ko-KR" altLang="en-US" kern="0" dirty="0">
                  <a:solidFill>
                    <a:srgbClr val="FFFFFF"/>
                  </a:solidFill>
                  <a:latin typeface="Arial"/>
                  <a:ea typeface="맑은 고딕" panose="020B0503020000020004" pitchFamily="34" charset="-127"/>
                  <a:sym typeface="Arial"/>
                </a:endParaRPr>
              </a:p>
            </p:txBody>
          </p:sp>
          <p:sp>
            <p:nvSpPr>
              <p:cNvPr id="191" name="삼각형 190">
                <a:extLst>
                  <a:ext uri="{FF2B5EF4-FFF2-40B4-BE49-F238E27FC236}">
                    <a16:creationId xmlns:a16="http://schemas.microsoft.com/office/drawing/2014/main" id="{0D3ACBD1-F366-7FE3-D8AA-F2A52380F521}"/>
                  </a:ext>
                </a:extLst>
              </p:cNvPr>
              <p:cNvSpPr/>
              <p:nvPr/>
            </p:nvSpPr>
            <p:spPr>
              <a:xfrm>
                <a:off x="3040240" y="13827015"/>
                <a:ext cx="327009" cy="63658"/>
              </a:xfrm>
              <a:prstGeom prst="triangl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defTabSz="914400">
                  <a:buClr>
                    <a:srgbClr val="000000"/>
                  </a:buClr>
                </a:pPr>
                <a:endParaRPr kumimoji="1" lang="ko-KR" altLang="en-US" kern="0" dirty="0">
                  <a:solidFill>
                    <a:srgbClr val="FFFFFF"/>
                  </a:solidFill>
                  <a:latin typeface="Arial"/>
                  <a:ea typeface="맑은 고딕" panose="020B0503020000020004" pitchFamily="34" charset="-127"/>
                  <a:sym typeface="Arial"/>
                </a:endParaRPr>
              </a:p>
            </p:txBody>
          </p:sp>
          <p:sp>
            <p:nvSpPr>
              <p:cNvPr id="192" name="삼각형 191">
                <a:extLst>
                  <a:ext uri="{FF2B5EF4-FFF2-40B4-BE49-F238E27FC236}">
                    <a16:creationId xmlns:a16="http://schemas.microsoft.com/office/drawing/2014/main" id="{0F2A48D7-11BC-F8FD-F57F-3E39C06638FE}"/>
                  </a:ext>
                </a:extLst>
              </p:cNvPr>
              <p:cNvSpPr/>
              <p:nvPr/>
            </p:nvSpPr>
            <p:spPr>
              <a:xfrm>
                <a:off x="3367250" y="13827015"/>
                <a:ext cx="327009" cy="63658"/>
              </a:xfrm>
              <a:prstGeom prst="triangl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defTabSz="914400">
                  <a:buClr>
                    <a:srgbClr val="000000"/>
                  </a:buClr>
                </a:pPr>
                <a:endParaRPr kumimoji="1" lang="ko-KR" altLang="en-US" kern="0" dirty="0">
                  <a:solidFill>
                    <a:srgbClr val="FFFFFF"/>
                  </a:solidFill>
                  <a:latin typeface="Arial"/>
                  <a:ea typeface="맑은 고딕" panose="020B0503020000020004" pitchFamily="34" charset="-127"/>
                  <a:sym typeface="Arial"/>
                </a:endParaRPr>
              </a:p>
            </p:txBody>
          </p:sp>
        </p:grpSp>
        <p:grpSp>
          <p:nvGrpSpPr>
            <p:cNvPr id="187" name="그룹 186">
              <a:extLst>
                <a:ext uri="{FF2B5EF4-FFF2-40B4-BE49-F238E27FC236}">
                  <a16:creationId xmlns:a16="http://schemas.microsoft.com/office/drawing/2014/main" id="{70CF081E-7D66-82E7-20DA-DD5C199EBF08}"/>
                </a:ext>
              </a:extLst>
            </p:cNvPr>
            <p:cNvGrpSpPr/>
            <p:nvPr/>
          </p:nvGrpSpPr>
          <p:grpSpPr>
            <a:xfrm>
              <a:off x="2263074" y="4688096"/>
              <a:ext cx="255900" cy="278283"/>
              <a:chOff x="4215295" y="4732548"/>
              <a:chExt cx="232636" cy="278283"/>
            </a:xfrm>
          </p:grpSpPr>
          <p:sp>
            <p:nvSpPr>
              <p:cNvPr id="188" name="Google Shape;348;p22">
                <a:extLst>
                  <a:ext uri="{FF2B5EF4-FFF2-40B4-BE49-F238E27FC236}">
                    <a16:creationId xmlns:a16="http://schemas.microsoft.com/office/drawing/2014/main" id="{DA3A4D11-9F4B-E315-6BCD-BB09878B4BD6}"/>
                  </a:ext>
                </a:extLst>
              </p:cNvPr>
              <p:cNvSpPr/>
              <p:nvPr/>
            </p:nvSpPr>
            <p:spPr>
              <a:xfrm>
                <a:off x="4215295" y="4756876"/>
                <a:ext cx="232636" cy="253955"/>
              </a:xfrm>
              <a:prstGeom prst="ellipse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algn="ctr" defTabSz="914400">
                  <a:buClr>
                    <a:srgbClr val="000000"/>
                  </a:buClr>
                </a:pPr>
                <a:endParaRPr kern="0" dirty="0">
                  <a:solidFill>
                    <a:srgbClr val="666666"/>
                  </a:solidFill>
                  <a:latin typeface="Arial"/>
                  <a:cs typeface="Arial"/>
                  <a:sym typeface="Arial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9" name="TextBox 188">
                    <a:extLst>
                      <a:ext uri="{FF2B5EF4-FFF2-40B4-BE49-F238E27FC236}">
                        <a16:creationId xmlns:a16="http://schemas.microsoft.com/office/drawing/2014/main" id="{ADBA7BD7-48C7-0AD0-10DE-AF963F342B75}"/>
                      </a:ext>
                    </a:extLst>
                  </p:cNvPr>
                  <p:cNvSpPr txBox="1"/>
                  <p:nvPr/>
                </p:nvSpPr>
                <p:spPr>
                  <a:xfrm>
                    <a:off x="4241102" y="4732548"/>
                    <a:ext cx="181022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spAutoFit/>
                  </a:bodyPr>
                  <a:lstStyle/>
                  <a:p>
                    <a:pPr defTabSz="914400">
                      <a:buClr>
                        <a:srgbClr val="000000"/>
                      </a:buClr>
                    </a:pPr>
                    <a14:m>
                      <m:oMathPara xmlns:m="http://schemas.openxmlformats.org/officeDocument/2006/math">
                        <m:oMath>
                          <m:r>
                            <m:rPr>
                              <m:sty m:val="p"/>
                            </m:rPr>
                            <a:rPr kumimoji="1" lang="en-US" altLang="ko-KR" kern="0">
                              <a:solidFill>
                                <a:srgbClr val="595959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σ</m:t>
                          </m:r>
                        </m:oMath>
                      </m:oMathPara>
                    </a14:m>
                    <a:endParaRPr kumimoji="1" lang="en-US" altLang="ko-KR" kern="0" dirty="0">
                      <a:solidFill>
                        <a:srgbClr val="595959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mc:Choice>
            <mc:Fallback xmlns="">
              <p:sp>
                <p:nvSpPr>
                  <p:cNvPr id="189" name="TextBox 188">
                    <a:extLst>
                      <a:ext uri="{FF2B5EF4-FFF2-40B4-BE49-F238E27FC236}">
                        <a16:creationId xmlns:a16="http://schemas.microsoft.com/office/drawing/2014/main" id="{ADBA7BD7-48C7-0AD0-10DE-AF963F342B7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41102" y="4732548"/>
                    <a:ext cx="181022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5882" r="-5882" b="-4545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93" name="그룹 192">
            <a:extLst>
              <a:ext uri="{FF2B5EF4-FFF2-40B4-BE49-F238E27FC236}">
                <a16:creationId xmlns:a16="http://schemas.microsoft.com/office/drawing/2014/main" id="{67116196-B34E-1FD4-4003-C896A8900685}"/>
              </a:ext>
            </a:extLst>
          </p:cNvPr>
          <p:cNvGrpSpPr/>
          <p:nvPr/>
        </p:nvGrpSpPr>
        <p:grpSpPr>
          <a:xfrm>
            <a:off x="4727720" y="1958656"/>
            <a:ext cx="2472557" cy="4033442"/>
            <a:chOff x="4727720" y="1958656"/>
            <a:chExt cx="2472557" cy="4033442"/>
          </a:xfrm>
        </p:grpSpPr>
        <p:cxnSp>
          <p:nvCxnSpPr>
            <p:cNvPr id="194" name="Google Shape;381;p22">
              <a:extLst>
                <a:ext uri="{FF2B5EF4-FFF2-40B4-BE49-F238E27FC236}">
                  <a16:creationId xmlns:a16="http://schemas.microsoft.com/office/drawing/2014/main" id="{285CE051-8B89-F337-BB46-48FD43D4AE58}"/>
                </a:ext>
              </a:extLst>
            </p:cNvPr>
            <p:cNvCxnSpPr>
              <a:cxnSpLocks/>
              <a:stCxn id="212" idx="2"/>
              <a:endCxn id="201" idx="2"/>
            </p:cNvCxnSpPr>
            <p:nvPr/>
          </p:nvCxnSpPr>
          <p:spPr>
            <a:xfrm flipV="1">
              <a:off x="5556357" y="4163478"/>
              <a:ext cx="4614" cy="314139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95" name="Google Shape;382;p22">
              <a:extLst>
                <a:ext uri="{FF2B5EF4-FFF2-40B4-BE49-F238E27FC236}">
                  <a16:creationId xmlns:a16="http://schemas.microsoft.com/office/drawing/2014/main" id="{756DAE2A-7411-28BB-387D-396E5AF58D8E}"/>
                </a:ext>
              </a:extLst>
            </p:cNvPr>
            <p:cNvCxnSpPr>
              <a:cxnSpLocks/>
              <a:stCxn id="210" idx="2"/>
              <a:endCxn id="214" idx="4"/>
            </p:cNvCxnSpPr>
            <p:nvPr/>
          </p:nvCxnSpPr>
          <p:spPr>
            <a:xfrm rot="16200000" flipV="1">
              <a:off x="6408182" y="4202892"/>
              <a:ext cx="549427" cy="1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96" name="Google Shape;380;p22">
              <a:extLst>
                <a:ext uri="{FF2B5EF4-FFF2-40B4-BE49-F238E27FC236}">
                  <a16:creationId xmlns:a16="http://schemas.microsoft.com/office/drawing/2014/main" id="{290A20AF-215B-5834-73F4-8C25E7D076D8}"/>
                </a:ext>
              </a:extLst>
            </p:cNvPr>
            <p:cNvSpPr/>
            <p:nvPr/>
          </p:nvSpPr>
          <p:spPr>
            <a:xfrm>
              <a:off x="4802433" y="2358771"/>
              <a:ext cx="1515000" cy="370260"/>
            </a:xfrm>
            <a:prstGeom prst="trapezoid">
              <a:avLst>
                <a:gd name="adj" fmla="val 57673"/>
              </a:avLst>
            </a:prstGeom>
            <a:solidFill>
              <a:srgbClr val="FFEAEA"/>
            </a:solidFill>
            <a:ln w="1587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latinLnBrk="0">
                <a:buClr>
                  <a:srgbClr val="000000"/>
                </a:buClr>
                <a:buFont typeface="Arial"/>
                <a:buNone/>
              </a:pPr>
              <a:r>
                <a:rPr lang="en" kern="0" dirty="0">
                  <a:solidFill>
                    <a:srgbClr val="666666"/>
                  </a:solidFill>
                  <a:latin typeface="Arial"/>
                  <a:cs typeface="Arial"/>
                  <a:sym typeface="Arial"/>
                </a:rPr>
                <a:t>Linear</a:t>
              </a:r>
              <a:endParaRPr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7" name="Google Shape;348;p22">
              <a:extLst>
                <a:ext uri="{FF2B5EF4-FFF2-40B4-BE49-F238E27FC236}">
                  <a16:creationId xmlns:a16="http://schemas.microsoft.com/office/drawing/2014/main" id="{9BC18A57-1746-B631-719F-B056B933F673}"/>
                </a:ext>
              </a:extLst>
            </p:cNvPr>
            <p:cNvSpPr/>
            <p:nvPr/>
          </p:nvSpPr>
          <p:spPr>
            <a:xfrm>
              <a:off x="5444653" y="2921118"/>
              <a:ext cx="232636" cy="23482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endParaRPr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198" name="Google Shape;381;p22">
              <a:extLst>
                <a:ext uri="{FF2B5EF4-FFF2-40B4-BE49-F238E27FC236}">
                  <a16:creationId xmlns:a16="http://schemas.microsoft.com/office/drawing/2014/main" id="{643610DB-913E-A562-4439-D459D8C29471}"/>
                </a:ext>
              </a:extLst>
            </p:cNvPr>
            <p:cNvCxnSpPr>
              <a:cxnSpLocks/>
              <a:stCxn id="197" idx="0"/>
              <a:endCxn id="196" idx="2"/>
            </p:cNvCxnSpPr>
            <p:nvPr/>
          </p:nvCxnSpPr>
          <p:spPr>
            <a:xfrm flipH="1" flipV="1">
              <a:off x="5559933" y="2729031"/>
              <a:ext cx="1038" cy="192087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grpSp>
          <p:nvGrpSpPr>
            <p:cNvPr id="199" name="그룹 198">
              <a:extLst>
                <a:ext uri="{FF2B5EF4-FFF2-40B4-BE49-F238E27FC236}">
                  <a16:creationId xmlns:a16="http://schemas.microsoft.com/office/drawing/2014/main" id="{2EB44E67-E6A0-587F-F953-92CACEDCD38F}"/>
                </a:ext>
              </a:extLst>
            </p:cNvPr>
            <p:cNvGrpSpPr/>
            <p:nvPr/>
          </p:nvGrpSpPr>
          <p:grpSpPr>
            <a:xfrm>
              <a:off x="6554944" y="3654996"/>
              <a:ext cx="255900" cy="276998"/>
              <a:chOff x="6036135" y="13895511"/>
              <a:chExt cx="192261" cy="208113"/>
            </a:xfrm>
          </p:grpSpPr>
          <p:sp>
            <p:nvSpPr>
              <p:cNvPr id="214" name="Google Shape;348;p22">
                <a:extLst>
                  <a:ext uri="{FF2B5EF4-FFF2-40B4-BE49-F238E27FC236}">
                    <a16:creationId xmlns:a16="http://schemas.microsoft.com/office/drawing/2014/main" id="{BD70E519-F671-A1F5-D14B-4ADBD25DBBB5}"/>
                  </a:ext>
                </a:extLst>
              </p:cNvPr>
              <p:cNvSpPr/>
              <p:nvPr/>
            </p:nvSpPr>
            <p:spPr>
              <a:xfrm>
                <a:off x="6036135" y="13906693"/>
                <a:ext cx="192261" cy="194065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algn="ctr" defTabSz="914400">
                  <a:buClr>
                    <a:srgbClr val="000000"/>
                  </a:buClr>
                </a:pPr>
                <a:endParaRPr kern="0" dirty="0">
                  <a:solidFill>
                    <a:srgbClr val="666666"/>
                  </a:solidFill>
                  <a:latin typeface="Arial"/>
                  <a:cs typeface="Arial"/>
                  <a:sym typeface="Arial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5" name="TextBox 214">
                    <a:extLst>
                      <a:ext uri="{FF2B5EF4-FFF2-40B4-BE49-F238E27FC236}">
                        <a16:creationId xmlns:a16="http://schemas.microsoft.com/office/drawing/2014/main" id="{70A41529-186E-4ACA-4348-41718D5467DC}"/>
                      </a:ext>
                    </a:extLst>
                  </p:cNvPr>
                  <p:cNvSpPr txBox="1"/>
                  <p:nvPr/>
                </p:nvSpPr>
                <p:spPr>
                  <a:xfrm>
                    <a:off x="6057463" y="13895511"/>
                    <a:ext cx="149605" cy="20811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spAutoFit/>
                  </a:bodyPr>
                  <a:lstStyle/>
                  <a:p>
                    <a:pPr defTabSz="914400">
                      <a:buClr>
                        <a:srgbClr val="000000"/>
                      </a:buClr>
                    </a:pPr>
                    <a14:m>
                      <m:oMathPara xmlns:m="http://schemas.openxmlformats.org/officeDocument/2006/math">
                        <m:oMath>
                          <m:r>
                            <m:rPr>
                              <m:sty m:val="p"/>
                            </m:rPr>
                            <a:rPr kumimoji="1" lang="en-US" altLang="ko-KR" kern="0">
                              <a:solidFill>
                                <a:srgbClr val="595959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σ</m:t>
                          </m:r>
                        </m:oMath>
                      </m:oMathPara>
                    </a14:m>
                    <a:endParaRPr kumimoji="1" lang="en-US" altLang="ko-KR" kern="0" dirty="0">
                      <a:solidFill>
                        <a:srgbClr val="595959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mc:Choice>
            <mc:Fallback xmlns="">
              <p:sp>
                <p:nvSpPr>
                  <p:cNvPr id="215" name="TextBox 214">
                    <a:extLst>
                      <a:ext uri="{FF2B5EF4-FFF2-40B4-BE49-F238E27FC236}">
                        <a16:creationId xmlns:a16="http://schemas.microsoft.com/office/drawing/2014/main" id="{70A41529-186E-4ACA-4348-41718D5467D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7463" y="13895511"/>
                    <a:ext cx="149605" cy="208113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1765" r="-5882" b="-4545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00" name="Google Shape;382;p22">
              <a:extLst>
                <a:ext uri="{FF2B5EF4-FFF2-40B4-BE49-F238E27FC236}">
                  <a16:creationId xmlns:a16="http://schemas.microsoft.com/office/drawing/2014/main" id="{226AC506-B33A-D254-AFC8-D1F1B2E4D6EC}"/>
                </a:ext>
              </a:extLst>
            </p:cNvPr>
            <p:cNvCxnSpPr>
              <a:cxnSpLocks/>
              <a:stCxn id="214" idx="0"/>
              <a:endCxn id="197" idx="6"/>
            </p:cNvCxnSpPr>
            <p:nvPr/>
          </p:nvCxnSpPr>
          <p:spPr>
            <a:xfrm rot="16200000" flipV="1">
              <a:off x="5864417" y="2851401"/>
              <a:ext cx="631351" cy="1005605"/>
            </a:xfrm>
            <a:prstGeom prst="bentConnector2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01" name="Google Shape;380;p22">
              <a:extLst>
                <a:ext uri="{FF2B5EF4-FFF2-40B4-BE49-F238E27FC236}">
                  <a16:creationId xmlns:a16="http://schemas.microsoft.com/office/drawing/2014/main" id="{8C51EEDB-9DAE-A74E-FDD8-5A991F501FF8}"/>
                </a:ext>
              </a:extLst>
            </p:cNvPr>
            <p:cNvSpPr/>
            <p:nvPr/>
          </p:nvSpPr>
          <p:spPr>
            <a:xfrm>
              <a:off x="4727720" y="3424666"/>
              <a:ext cx="1666500" cy="738812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D1F2FB"/>
                </a:gs>
                <a:gs pos="50000">
                  <a:srgbClr val="EBF5DD"/>
                </a:gs>
                <a:gs pos="100000">
                  <a:srgbClr val="FFAB40">
                    <a:lumMod val="40000"/>
                    <a:lumOff val="60000"/>
                  </a:srgbClr>
                </a:gs>
              </a:gsLst>
              <a:lin ang="18900000" scaled="0"/>
            </a:gradFill>
            <a:ln w="1905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r>
                <a:rPr lang="en" altLang="ko-KR" kern="0" dirty="0">
                  <a:solidFill>
                    <a:srgbClr val="666666"/>
                  </a:solidFill>
                  <a:latin typeface="Arial"/>
                  <a:cs typeface="Arial"/>
                  <a:sym typeface="Arial"/>
                </a:rPr>
                <a:t>Selective SSM</a:t>
              </a:r>
            </a:p>
          </p:txBody>
        </p:sp>
        <p:cxnSp>
          <p:nvCxnSpPr>
            <p:cNvPr id="202" name="Google Shape;381;p22">
              <a:extLst>
                <a:ext uri="{FF2B5EF4-FFF2-40B4-BE49-F238E27FC236}">
                  <a16:creationId xmlns:a16="http://schemas.microsoft.com/office/drawing/2014/main" id="{27D29C0A-54C2-450E-4FA2-29515CF70E5C}"/>
                </a:ext>
              </a:extLst>
            </p:cNvPr>
            <p:cNvCxnSpPr>
              <a:cxnSpLocks/>
              <a:stCxn id="201" idx="0"/>
              <a:endCxn id="197" idx="4"/>
            </p:cNvCxnSpPr>
            <p:nvPr/>
          </p:nvCxnSpPr>
          <p:spPr>
            <a:xfrm flipV="1">
              <a:off x="5560970" y="3155938"/>
              <a:ext cx="1" cy="268728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03" name="Google Shape;381;p22">
              <a:extLst>
                <a:ext uri="{FF2B5EF4-FFF2-40B4-BE49-F238E27FC236}">
                  <a16:creationId xmlns:a16="http://schemas.microsoft.com/office/drawing/2014/main" id="{E93FD6C4-15A7-431B-9D83-089F202745C8}"/>
                </a:ext>
              </a:extLst>
            </p:cNvPr>
            <p:cNvCxnSpPr>
              <a:cxnSpLocks/>
              <a:stCxn id="196" idx="0"/>
            </p:cNvCxnSpPr>
            <p:nvPr/>
          </p:nvCxnSpPr>
          <p:spPr>
            <a:xfrm flipV="1">
              <a:off x="5559933" y="1958656"/>
              <a:ext cx="0" cy="400115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04" name="Google Shape;381;p22">
              <a:extLst>
                <a:ext uri="{FF2B5EF4-FFF2-40B4-BE49-F238E27FC236}">
                  <a16:creationId xmlns:a16="http://schemas.microsoft.com/office/drawing/2014/main" id="{77E7E4CA-81A2-EF89-0F45-1E74A97EA734}"/>
                </a:ext>
              </a:extLst>
            </p:cNvPr>
            <p:cNvCxnSpPr>
              <a:cxnSpLocks/>
              <a:endCxn id="212" idx="0"/>
            </p:cNvCxnSpPr>
            <p:nvPr/>
          </p:nvCxnSpPr>
          <p:spPr>
            <a:xfrm flipV="1">
              <a:off x="5556356" y="4806513"/>
              <a:ext cx="1" cy="1185582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06" name="Google Shape;382;p22">
              <a:extLst>
                <a:ext uri="{FF2B5EF4-FFF2-40B4-BE49-F238E27FC236}">
                  <a16:creationId xmlns:a16="http://schemas.microsoft.com/office/drawing/2014/main" id="{52E2396E-CBF7-04A4-488A-B7A4667CE258}"/>
                </a:ext>
              </a:extLst>
            </p:cNvPr>
            <p:cNvCxnSpPr>
              <a:cxnSpLocks/>
              <a:endCxn id="210" idx="0"/>
            </p:cNvCxnSpPr>
            <p:nvPr/>
          </p:nvCxnSpPr>
          <p:spPr>
            <a:xfrm rot="5400000" flipH="1" flipV="1">
              <a:off x="5526829" y="4836032"/>
              <a:ext cx="1185595" cy="1126538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grpSp>
          <p:nvGrpSpPr>
            <p:cNvPr id="207" name="그룹 206">
              <a:extLst>
                <a:ext uri="{FF2B5EF4-FFF2-40B4-BE49-F238E27FC236}">
                  <a16:creationId xmlns:a16="http://schemas.microsoft.com/office/drawing/2014/main" id="{F802B661-6A16-B9A6-1AB5-6E39073A70A0}"/>
                </a:ext>
              </a:extLst>
            </p:cNvPr>
            <p:cNvGrpSpPr/>
            <p:nvPr/>
          </p:nvGrpSpPr>
          <p:grpSpPr>
            <a:xfrm>
              <a:off x="5038976" y="4477604"/>
              <a:ext cx="1034764" cy="328897"/>
              <a:chOff x="5070910" y="15991812"/>
              <a:chExt cx="855177" cy="246054"/>
            </a:xfrm>
          </p:grpSpPr>
          <p:sp>
            <p:nvSpPr>
              <p:cNvPr id="212" name="Google Shape;380;p22">
                <a:extLst>
                  <a:ext uri="{FF2B5EF4-FFF2-40B4-BE49-F238E27FC236}">
                    <a16:creationId xmlns:a16="http://schemas.microsoft.com/office/drawing/2014/main" id="{1F0A4B72-6333-1BA5-22A9-91B19166EEAD}"/>
                  </a:ext>
                </a:extLst>
              </p:cNvPr>
              <p:cNvSpPr/>
              <p:nvPr/>
            </p:nvSpPr>
            <p:spPr>
              <a:xfrm rot="10800000">
                <a:off x="5070910" y="15991812"/>
                <a:ext cx="855177" cy="246054"/>
              </a:xfrm>
              <a:prstGeom prst="trapezoid">
                <a:avLst>
                  <a:gd name="adj" fmla="val 50748"/>
                </a:avLst>
              </a:prstGeom>
              <a:solidFill>
                <a:srgbClr val="FFEAEA"/>
              </a:solidFill>
              <a:ln w="1587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spcFirstLastPara="1" wrap="square" lIns="0" tIns="0" rIns="0" bIns="0" anchor="ctr" anchorCtr="0">
                <a:noAutofit/>
                <a:flatTx/>
              </a:bodyPr>
              <a:lstStyle/>
              <a:p>
                <a:pPr algn="ctr" latinLnBrk="0">
                  <a:buClr>
                    <a:srgbClr val="000000"/>
                  </a:buClr>
                  <a:buFont typeface="Arial"/>
                  <a:buNone/>
                </a:pPr>
                <a:endParaRPr kern="0" dirty="0">
                  <a:solidFill>
                    <a:srgbClr val="666666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B369CF19-0E50-B4B6-9949-CD397C8A7B67}"/>
                  </a:ext>
                </a:extLst>
              </p:cNvPr>
              <p:cNvSpPr txBox="1"/>
              <p:nvPr/>
            </p:nvSpPr>
            <p:spPr>
              <a:xfrm>
                <a:off x="5182566" y="16011224"/>
                <a:ext cx="633958" cy="20722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 latinLnBrk="0">
                  <a:buClr>
                    <a:srgbClr val="000000"/>
                  </a:buClr>
                  <a:buFont typeface="Arial"/>
                  <a:buNone/>
                  <a:defRPr/>
                </a:pPr>
                <a:r>
                  <a:rPr lang="en-US" altLang="ko-KR" kern="0" dirty="0">
                    <a:solidFill>
                      <a:srgbClr val="666666"/>
                    </a:solidFill>
                    <a:latin typeface="Arial"/>
                    <a:cs typeface="Arial"/>
                    <a:sym typeface="Arial"/>
                  </a:rPr>
                  <a:t>Linear</a:t>
                </a:r>
              </a:p>
            </p:txBody>
          </p:sp>
        </p:grpSp>
        <p:grpSp>
          <p:nvGrpSpPr>
            <p:cNvPr id="208" name="그룹 207">
              <a:extLst>
                <a:ext uri="{FF2B5EF4-FFF2-40B4-BE49-F238E27FC236}">
                  <a16:creationId xmlns:a16="http://schemas.microsoft.com/office/drawing/2014/main" id="{1C17E49D-8CB9-D9A6-FDBB-05F4E7690FED}"/>
                </a:ext>
              </a:extLst>
            </p:cNvPr>
            <p:cNvGrpSpPr/>
            <p:nvPr/>
          </p:nvGrpSpPr>
          <p:grpSpPr>
            <a:xfrm>
              <a:off x="6165513" y="4477606"/>
              <a:ext cx="1034764" cy="328897"/>
              <a:chOff x="6001932" y="15991813"/>
              <a:chExt cx="855177" cy="246054"/>
            </a:xfrm>
          </p:grpSpPr>
          <p:sp>
            <p:nvSpPr>
              <p:cNvPr id="210" name="Google Shape;380;p22">
                <a:extLst>
                  <a:ext uri="{FF2B5EF4-FFF2-40B4-BE49-F238E27FC236}">
                    <a16:creationId xmlns:a16="http://schemas.microsoft.com/office/drawing/2014/main" id="{7B3A30EB-E797-A70D-8092-3A1CEF3D66C2}"/>
                  </a:ext>
                </a:extLst>
              </p:cNvPr>
              <p:cNvSpPr/>
              <p:nvPr/>
            </p:nvSpPr>
            <p:spPr>
              <a:xfrm rot="10800000">
                <a:off x="6001932" y="15991813"/>
                <a:ext cx="855177" cy="246054"/>
              </a:xfrm>
              <a:prstGeom prst="trapezoid">
                <a:avLst>
                  <a:gd name="adj" fmla="val 50748"/>
                </a:avLst>
              </a:prstGeom>
              <a:solidFill>
                <a:srgbClr val="FFEAEA"/>
              </a:solidFill>
              <a:ln w="1587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spcFirstLastPara="1" wrap="square" lIns="0" tIns="0" rIns="0" bIns="0" anchor="ctr" anchorCtr="0">
                <a:noAutofit/>
                <a:flatTx/>
              </a:bodyPr>
              <a:lstStyle/>
              <a:p>
                <a:pPr algn="ctr" latinLnBrk="0">
                  <a:buClr>
                    <a:srgbClr val="000000"/>
                  </a:buClr>
                  <a:buFont typeface="Arial"/>
                  <a:buNone/>
                </a:pPr>
                <a:endParaRPr kern="0" dirty="0">
                  <a:solidFill>
                    <a:srgbClr val="666666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B73712D6-37A2-2A91-17DC-4F77619067D5}"/>
                  </a:ext>
                </a:extLst>
              </p:cNvPr>
              <p:cNvSpPr txBox="1"/>
              <p:nvPr/>
            </p:nvSpPr>
            <p:spPr>
              <a:xfrm>
                <a:off x="6111495" y="16011223"/>
                <a:ext cx="633958" cy="20722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 latinLnBrk="0">
                  <a:buClr>
                    <a:srgbClr val="000000"/>
                  </a:buClr>
                  <a:buFont typeface="Arial"/>
                  <a:buNone/>
                  <a:defRPr/>
                </a:pPr>
                <a:r>
                  <a:rPr lang="en-US" altLang="ko-KR" kern="0" dirty="0">
                    <a:solidFill>
                      <a:srgbClr val="666666"/>
                    </a:solidFill>
                    <a:latin typeface="Arial"/>
                    <a:cs typeface="Arial"/>
                    <a:sym typeface="Arial"/>
                  </a:rPr>
                  <a:t>Linear</a:t>
                </a:r>
              </a:p>
            </p:txBody>
          </p:sp>
        </p:grpSp>
        <p:pic>
          <p:nvPicPr>
            <p:cNvPr id="209" name="Google Shape;347;p22" descr="+" title="MathEquation,#585858">
              <a:extLst>
                <a:ext uri="{FF2B5EF4-FFF2-40B4-BE49-F238E27FC236}">
                  <a16:creationId xmlns:a16="http://schemas.microsoft.com/office/drawing/2014/main" id="{C661E115-F1BC-5EDA-DD17-D227215D3544}"/>
                </a:ext>
              </a:extLst>
            </p:cNvPr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2700000">
              <a:off x="5456077" y="2935312"/>
              <a:ext cx="203544" cy="22231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0" name="Google Shape;380;p22">
            <a:extLst>
              <a:ext uri="{FF2B5EF4-FFF2-40B4-BE49-F238E27FC236}">
                <a16:creationId xmlns:a16="http://schemas.microsoft.com/office/drawing/2014/main" id="{0F75BF49-F227-668F-867C-6244630E0697}"/>
              </a:ext>
            </a:extLst>
          </p:cNvPr>
          <p:cNvSpPr/>
          <p:nvPr/>
        </p:nvSpPr>
        <p:spPr>
          <a:xfrm>
            <a:off x="9147535" y="3501557"/>
            <a:ext cx="1666500" cy="504618"/>
          </a:xfrm>
          <a:prstGeom prst="roundRect">
            <a:avLst>
              <a:gd name="adj" fmla="val 16667"/>
            </a:avLst>
          </a:prstGeom>
          <a:solidFill>
            <a:srgbClr val="FCFCFC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914400">
              <a:buClr>
                <a:srgbClr val="000000"/>
              </a:buClr>
            </a:pPr>
            <a:r>
              <a:rPr lang="en" altLang="ko-KR" kern="0" dirty="0">
                <a:solidFill>
                  <a:srgbClr val="666666"/>
                </a:solidFill>
                <a:latin typeface="Arial"/>
                <a:cs typeface="Arial"/>
                <a:sym typeface="Arial"/>
              </a:rPr>
              <a:t>Mamba</a:t>
            </a:r>
          </a:p>
        </p:txBody>
      </p:sp>
      <p:cxnSp>
        <p:nvCxnSpPr>
          <p:cNvPr id="221" name="Google Shape;381;p22">
            <a:extLst>
              <a:ext uri="{FF2B5EF4-FFF2-40B4-BE49-F238E27FC236}">
                <a16:creationId xmlns:a16="http://schemas.microsoft.com/office/drawing/2014/main" id="{110227E2-43D6-B81D-1B7C-EF06FB1F8BB4}"/>
              </a:ext>
            </a:extLst>
          </p:cNvPr>
          <p:cNvCxnSpPr>
            <a:cxnSpLocks/>
          </p:cNvCxnSpPr>
          <p:nvPr/>
        </p:nvCxnSpPr>
        <p:spPr>
          <a:xfrm flipV="1">
            <a:off x="9979749" y="2848688"/>
            <a:ext cx="1036" cy="517779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2" name="Google Shape;381;p22">
            <a:extLst>
              <a:ext uri="{FF2B5EF4-FFF2-40B4-BE49-F238E27FC236}">
                <a16:creationId xmlns:a16="http://schemas.microsoft.com/office/drawing/2014/main" id="{1184D38D-254C-D9F9-C270-C4F81A291993}"/>
              </a:ext>
            </a:extLst>
          </p:cNvPr>
          <p:cNvCxnSpPr>
            <a:cxnSpLocks/>
          </p:cNvCxnSpPr>
          <p:nvPr/>
        </p:nvCxnSpPr>
        <p:spPr>
          <a:xfrm flipV="1">
            <a:off x="9999759" y="4109477"/>
            <a:ext cx="1036" cy="517779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4" name="내용 개체 틀 223">
            <a:extLst>
              <a:ext uri="{FF2B5EF4-FFF2-40B4-BE49-F238E27FC236}">
                <a16:creationId xmlns:a16="http://schemas.microsoft.com/office/drawing/2014/main" id="{AB6D8161-7A50-5355-046A-0327B1678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= 1 Mamba block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683358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7E237-5EEA-75C4-CA9E-F9A08026D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내용 개체 틀 223">
            <a:extLst>
              <a:ext uri="{FF2B5EF4-FFF2-40B4-BE49-F238E27FC236}">
                <a16:creationId xmlns:a16="http://schemas.microsoft.com/office/drawing/2014/main" id="{9C19B817-3935-E0CF-372F-B3E05D584C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827" y="1151467"/>
            <a:ext cx="11440697" cy="5249538"/>
          </a:xfrm>
        </p:spPr>
        <p:txBody>
          <a:bodyPr/>
          <a:lstStyle/>
          <a:p>
            <a:r>
              <a:rPr lang="en-US" altLang="ko-KR" dirty="0"/>
              <a:t>selective copying &amp; induction heads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05BCDD0-3037-F957-76BD-D63BFD6F2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913" y="118633"/>
            <a:ext cx="11404650" cy="753795"/>
          </a:xfrm>
        </p:spPr>
        <p:txBody>
          <a:bodyPr/>
          <a:lstStyle/>
          <a:p>
            <a:r>
              <a:rPr lang="en-US" altLang="ko-KR" dirty="0"/>
              <a:t>Experimental Results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F16B43-27D0-94E5-A0C9-ECAF60D26BDD}"/>
              </a:ext>
            </a:extLst>
          </p:cNvPr>
          <p:cNvSpPr txBox="1"/>
          <p:nvPr/>
        </p:nvSpPr>
        <p:spPr>
          <a:xfrm>
            <a:off x="7795967" y="226214"/>
            <a:ext cx="4145083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kumimoji="1" lang="en-US" altLang="ko-K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NanumSquareOTF ExtraBold" panose="020B0600000101010101" pitchFamily="34" charset="-127"/>
                <a:cs typeface="Pretendard ExtraBold" panose="02000503000000020004" pitchFamily="2" charset="-127"/>
              </a:rPr>
              <a:t>4. Mamba Structure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8FDD68-DA19-B9B0-D5DA-FB9EBA0C707D}"/>
              </a:ext>
            </a:extLst>
          </p:cNvPr>
          <p:cNvSpPr txBox="1"/>
          <p:nvPr/>
        </p:nvSpPr>
        <p:spPr>
          <a:xfrm>
            <a:off x="48251" y="6231728"/>
            <a:ext cx="1181831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chemeClr val="bg2">
                    <a:lumMod val="90000"/>
                  </a:schemeClr>
                </a:solidFill>
                <a:latin typeface="Avenir Book" panose="02000503020000020003" pitchFamily="2" charset="0"/>
                <a:cs typeface="Arial" panose="020B0604020202020204" pitchFamily="34" charset="0"/>
              </a:rPr>
              <a:t>[table, figure] Gu and Dao (2024). </a:t>
            </a:r>
            <a:r>
              <a:rPr lang="en-US" altLang="ko-KR" sz="1600" dirty="0">
                <a:solidFill>
                  <a:schemeClr val="bg2">
                    <a:lumMod val="90000"/>
                  </a:schemeClr>
                </a:solidFill>
                <a:latin typeface="Avenir Book" panose="02000503020000020003" pitchFamily="2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Mamba: Linear-time sequence modeling with selective state spaces</a:t>
            </a:r>
            <a:r>
              <a:rPr lang="en-US" altLang="ko-KR" sz="1600" dirty="0">
                <a:solidFill>
                  <a:schemeClr val="bg2">
                    <a:lumMod val="90000"/>
                  </a:schemeClr>
                </a:solidFill>
                <a:latin typeface="Avenir Book" panose="02000503020000020003" pitchFamily="2" charset="0"/>
                <a:cs typeface="Arial" panose="020B0604020202020204" pitchFamily="34" charset="0"/>
              </a:rPr>
              <a:t>. COLM.</a:t>
            </a:r>
            <a:endParaRPr lang="ko-KR" altLang="en-US" sz="1100" dirty="0">
              <a:solidFill>
                <a:schemeClr val="bg2">
                  <a:lumMod val="90000"/>
                </a:schemeClr>
              </a:solidFill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0BC9B62-46A0-3788-43C1-3DDB2C50A0E1}"/>
              </a:ext>
            </a:extLst>
          </p:cNvPr>
          <p:cNvSpPr/>
          <p:nvPr/>
        </p:nvSpPr>
        <p:spPr>
          <a:xfrm>
            <a:off x="2943225" y="2730474"/>
            <a:ext cx="1371599" cy="2245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Avenir Book" panose="02000503020000020003" pitchFamily="2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710410C-9FD9-9134-62FC-6ED78EC5AEB5}"/>
              </a:ext>
            </a:extLst>
          </p:cNvPr>
          <p:cNvSpPr/>
          <p:nvPr/>
        </p:nvSpPr>
        <p:spPr>
          <a:xfrm>
            <a:off x="2943225" y="3663569"/>
            <a:ext cx="1371599" cy="2245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Avenir Book" panose="02000503020000020003" pitchFamily="2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8414E15-1BC0-6D99-BB3D-D846FF385FAB}"/>
              </a:ext>
            </a:extLst>
          </p:cNvPr>
          <p:cNvSpPr/>
          <p:nvPr/>
        </p:nvSpPr>
        <p:spPr>
          <a:xfrm>
            <a:off x="2943225" y="4603808"/>
            <a:ext cx="1371599" cy="2245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Avenir Book" panose="02000503020000020003" pitchFamily="2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39F92B0-CBA0-4AD6-EFEA-4A93CC57F5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6425"/>
          <a:stretch>
            <a:fillRect/>
          </a:stretch>
        </p:blipFill>
        <p:spPr>
          <a:xfrm>
            <a:off x="646458" y="1942851"/>
            <a:ext cx="4104837" cy="408353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6ECD755-CE67-B7F4-A747-0F8BF3D12F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4941"/>
          <a:stretch>
            <a:fillRect/>
          </a:stretch>
        </p:blipFill>
        <p:spPr>
          <a:xfrm>
            <a:off x="5054198" y="1912276"/>
            <a:ext cx="6731522" cy="4083537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3AC88BE5-0E23-9C94-2717-28D40A073EB2}"/>
              </a:ext>
            </a:extLst>
          </p:cNvPr>
          <p:cNvSpPr/>
          <p:nvPr/>
        </p:nvSpPr>
        <p:spPr>
          <a:xfrm>
            <a:off x="5899639" y="2241914"/>
            <a:ext cx="5645904" cy="224599"/>
          </a:xfrm>
          <a:prstGeom prst="rect">
            <a:avLst/>
          </a:prstGeom>
          <a:solidFill>
            <a:srgbClr val="F6008B">
              <a:alpha val="15715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51212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8A7AE-F883-17BD-FA7C-8E7E2EF0E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내용 개체 틀 223">
            <a:extLst>
              <a:ext uri="{FF2B5EF4-FFF2-40B4-BE49-F238E27FC236}">
                <a16:creationId xmlns:a16="http://schemas.microsoft.com/office/drawing/2014/main" id="{6FD20CCF-1573-C71C-534B-29D8DBC03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827" y="1151467"/>
            <a:ext cx="11440697" cy="5249538"/>
          </a:xfrm>
        </p:spPr>
        <p:txBody>
          <a:bodyPr/>
          <a:lstStyle/>
          <a:p>
            <a:r>
              <a:rPr lang="en-US" altLang="ko-KR" dirty="0"/>
              <a:t>“selective scan”</a:t>
            </a:r>
          </a:p>
          <a:p>
            <a:pPr lvl="1"/>
            <a:r>
              <a:rPr lang="en-US" altLang="ko-KR" dirty="0"/>
              <a:t>various techniques to make memory and computation efficient</a:t>
            </a:r>
          </a:p>
          <a:p>
            <a:pPr marL="457200" lvl="1" indent="0">
              <a:buNone/>
            </a:pPr>
            <a:r>
              <a:rPr lang="en-US" altLang="ko-KR" dirty="0">
                <a:sym typeface="Wingdings" pitchFamily="2" charset="2"/>
              </a:rPr>
              <a:t> see other educational materials (e.g. </a:t>
            </a:r>
            <a:r>
              <a:rPr lang="en-US" altLang="ko-KR" dirty="0">
                <a:sym typeface="Wingdings" pitchFamily="2" charset="2"/>
                <a:hlinkClick r:id="rId3"/>
              </a:rPr>
              <a:t>here</a:t>
            </a:r>
            <a:r>
              <a:rPr lang="en-US" altLang="ko-KR" dirty="0">
                <a:sym typeface="Wingdings" pitchFamily="2" charset="2"/>
              </a:rPr>
              <a:t>)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various experimental results </a:t>
            </a:r>
          </a:p>
          <a:p>
            <a:pPr marL="457200" lvl="1" indent="0">
              <a:buNone/>
            </a:pPr>
            <a:r>
              <a:rPr lang="en-US" altLang="ko-KR" dirty="0">
                <a:sym typeface="Wingdings" pitchFamily="2" charset="2"/>
              </a:rPr>
              <a:t> see paper</a:t>
            </a: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98FB560-83F7-3079-B8E5-77DC602D1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913" y="118633"/>
            <a:ext cx="11404650" cy="753795"/>
          </a:xfrm>
        </p:spPr>
        <p:txBody>
          <a:bodyPr/>
          <a:lstStyle/>
          <a:p>
            <a:r>
              <a:rPr lang="en-US" altLang="ko-KR" dirty="0"/>
              <a:t>more details …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0FE44E-1461-50FA-2842-9BF4E297A5A5}"/>
              </a:ext>
            </a:extLst>
          </p:cNvPr>
          <p:cNvSpPr txBox="1"/>
          <p:nvPr/>
        </p:nvSpPr>
        <p:spPr>
          <a:xfrm>
            <a:off x="7795967" y="226214"/>
            <a:ext cx="4145083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kumimoji="1" lang="en-US" altLang="ko-K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NanumSquareOTF ExtraBold" panose="020B0600000101010101" pitchFamily="34" charset="-127"/>
                <a:cs typeface="Pretendard ExtraBold" panose="02000503000000020004" pitchFamily="2" charset="-127"/>
              </a:rPr>
              <a:t>4. Mamba Structure</a:t>
            </a:r>
          </a:p>
        </p:txBody>
      </p:sp>
    </p:spTree>
    <p:extLst>
      <p:ext uri="{BB962C8B-B14F-4D97-AF65-F5344CB8AC3E}">
        <p14:creationId xmlns:p14="http://schemas.microsoft.com/office/powerpoint/2010/main" val="8594971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42DEA-AB3F-5CD8-AA7D-173359A16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내용 개체 틀 223">
            <a:extLst>
              <a:ext uri="{FF2B5EF4-FFF2-40B4-BE49-F238E27FC236}">
                <a16:creationId xmlns:a16="http://schemas.microsoft.com/office/drawing/2014/main" id="{337F1532-04FC-7D33-5784-8CA72676D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827" y="1151467"/>
            <a:ext cx="11440697" cy="5249538"/>
          </a:xfrm>
        </p:spPr>
        <p:txBody>
          <a:bodyPr/>
          <a:lstStyle/>
          <a:p>
            <a:r>
              <a:rPr lang="en-US" altLang="ko-KR" dirty="0"/>
              <a:t>No need to implement by yourself !</a:t>
            </a:r>
            <a:endParaRPr lang="en-US" altLang="ko-KR" sz="1400" dirty="0"/>
          </a:p>
          <a:p>
            <a:r>
              <a:rPr lang="en-US" altLang="ko-KR" dirty="0"/>
              <a:t>Use official </a:t>
            </a:r>
            <a:r>
              <a:rPr lang="en-US" altLang="ko-KR" dirty="0">
                <a:hlinkClick r:id="rId3"/>
              </a:rPr>
              <a:t>mamba-ssm</a:t>
            </a:r>
            <a:r>
              <a:rPr lang="en-US" altLang="ko-KR" dirty="0"/>
              <a:t> library !!</a:t>
            </a:r>
          </a:p>
          <a:p>
            <a:pPr lvl="1"/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0A7C864-ECBE-D1BB-36C8-D2AD4E539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913" y="118633"/>
            <a:ext cx="11404650" cy="753795"/>
          </a:xfrm>
        </p:spPr>
        <p:txBody>
          <a:bodyPr/>
          <a:lstStyle/>
          <a:p>
            <a:r>
              <a:rPr lang="en-US" altLang="ko-KR" dirty="0"/>
              <a:t>Implementation in </a:t>
            </a:r>
            <a:r>
              <a:rPr lang="en-US" altLang="ko-KR" dirty="0" err="1"/>
              <a:t>PyTorch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4C9B28-77A1-6414-1E63-FCB4B90ECBA5}"/>
              </a:ext>
            </a:extLst>
          </p:cNvPr>
          <p:cNvSpPr txBox="1"/>
          <p:nvPr/>
        </p:nvSpPr>
        <p:spPr>
          <a:xfrm>
            <a:off x="7795967" y="226214"/>
            <a:ext cx="4145083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kumimoji="1" lang="en-US" altLang="ko-K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NanumSquareOTF ExtraBold" panose="020B0600000101010101" pitchFamily="34" charset="-127"/>
                <a:cs typeface="Pretendard ExtraBold" panose="02000503000000020004" pitchFamily="2" charset="-127"/>
              </a:rPr>
              <a:t>5. Applications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54FA845-66F6-86B3-BD57-122AFD7A16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938" y="2394449"/>
            <a:ext cx="4826049" cy="366779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90FFC1F-DB42-3E10-D852-72DD7785AF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755" y="2394449"/>
            <a:ext cx="6724295" cy="366779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FEB2EC0-FA3B-5536-CD1D-35D2ECA6C16C}"/>
              </a:ext>
            </a:extLst>
          </p:cNvPr>
          <p:cNvSpPr txBox="1"/>
          <p:nvPr/>
        </p:nvSpPr>
        <p:spPr>
          <a:xfrm>
            <a:off x="48251" y="6231728"/>
            <a:ext cx="1181831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chemeClr val="bg2">
                    <a:lumMod val="90000"/>
                  </a:schemeClr>
                </a:solidFill>
                <a:latin typeface="Avenir Book" panose="02000503020000020003" pitchFamily="2" charset="0"/>
                <a:cs typeface="Arial" panose="020B0604020202020204" pitchFamily="34" charset="0"/>
              </a:rPr>
              <a:t>[screenshot] GitHub - </a:t>
            </a:r>
            <a:r>
              <a:rPr lang="en-US" altLang="ko-KR" sz="1600" dirty="0">
                <a:solidFill>
                  <a:schemeClr val="bg2">
                    <a:lumMod val="90000"/>
                  </a:schemeClr>
                </a:solidFill>
                <a:latin typeface="Avenir Book" panose="02000503020000020003" pitchFamily="2" charset="0"/>
                <a:cs typeface="Arial" panose="020B0604020202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state-spaces/mamba: Mamba SSM architecture</a:t>
            </a:r>
            <a:r>
              <a:rPr lang="en-US" altLang="ko-KR" sz="1600" dirty="0">
                <a:solidFill>
                  <a:schemeClr val="bg2">
                    <a:lumMod val="90000"/>
                  </a:schemeClr>
                </a:solidFill>
                <a:latin typeface="Avenir Book" panose="02000503020000020003" pitchFamily="2" charset="0"/>
                <a:cs typeface="Arial" panose="020B0604020202020204" pitchFamily="34" charset="0"/>
              </a:rPr>
              <a:t>. Accessed: 2026-09-04.</a:t>
            </a:r>
            <a:endParaRPr lang="ko-KR" altLang="en-US" sz="1100" dirty="0">
              <a:solidFill>
                <a:schemeClr val="bg2">
                  <a:lumMod val="90000"/>
                </a:schemeClr>
              </a:solidFill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50354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035A8-36C5-20E2-D642-41A0BDDB5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A401D7-5C91-4CE0-21F4-5133B54B8054}"/>
              </a:ext>
            </a:extLst>
          </p:cNvPr>
          <p:cNvSpPr txBox="1"/>
          <p:nvPr/>
        </p:nvSpPr>
        <p:spPr>
          <a:xfrm>
            <a:off x="3283233" y="2921172"/>
            <a:ext cx="5625579" cy="1015663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ko-KR"/>
            </a:defPPr>
            <a:lvl1pPr algn="ctr">
              <a:defRPr kumimoji="1" sz="6000" b="1">
                <a:solidFill>
                  <a:schemeClr val="accent5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NanumSquareOTF ExtraBold" panose="020B0600000101010101" pitchFamily="34" charset="-127"/>
                <a:cs typeface="Pretendard ExtraBold" panose="02000503000000020004" pitchFamily="2" charset="-127"/>
              </a:defRPr>
            </a:lvl1pPr>
          </a:lstStyle>
          <a:p>
            <a:r>
              <a:rPr lang="en-US" altLang="ko-KR" dirty="0"/>
              <a:t>5. Applications</a:t>
            </a:r>
          </a:p>
        </p:txBody>
      </p:sp>
    </p:spTree>
    <p:extLst>
      <p:ext uri="{BB962C8B-B14F-4D97-AF65-F5344CB8AC3E}">
        <p14:creationId xmlns:p14="http://schemas.microsoft.com/office/powerpoint/2010/main" val="16907228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5DFBB-977A-0DE6-292E-120BF675B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내용 개체 틀 223">
            <a:extLst>
              <a:ext uri="{FF2B5EF4-FFF2-40B4-BE49-F238E27FC236}">
                <a16:creationId xmlns:a16="http://schemas.microsoft.com/office/drawing/2014/main" id="{D4EA3365-7804-CAB9-11FD-747D3C32E3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827" y="1151467"/>
            <a:ext cx="11440697" cy="5249538"/>
          </a:xfrm>
        </p:spPr>
        <p:txBody>
          <a:bodyPr/>
          <a:lstStyle/>
          <a:p>
            <a:r>
              <a:rPr lang="en-US" altLang="ko-KR" dirty="0"/>
              <a:t>Mamba-Transformers hybrid structure</a:t>
            </a:r>
          </a:p>
          <a:p>
            <a:pPr lvl="1"/>
            <a:r>
              <a:rPr lang="en-US" altLang="ko-KR" dirty="0"/>
              <a:t>Jamba</a:t>
            </a:r>
            <a:r>
              <a:rPr lang="en-US" altLang="ko-KR" baseline="30000" dirty="0"/>
              <a:t> (AI21 Labs’24)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Zamba</a:t>
            </a:r>
            <a:r>
              <a:rPr lang="ko-KR" altLang="en-US" baseline="30000" dirty="0"/>
              <a:t> </a:t>
            </a:r>
            <a:r>
              <a:rPr lang="en-US" altLang="ko-KR" baseline="30000" dirty="0"/>
              <a:t>(Zyphra’24)</a:t>
            </a:r>
            <a:r>
              <a:rPr lang="en-US" altLang="ko-KR" dirty="0"/>
              <a:t>, </a:t>
            </a:r>
            <a:r>
              <a:rPr lang="en-US" altLang="ko-KR" dirty="0" err="1"/>
              <a:t>Nemotron</a:t>
            </a:r>
            <a:r>
              <a:rPr lang="en-US" altLang="ko-KR" dirty="0"/>
              <a:t>-H</a:t>
            </a:r>
            <a:r>
              <a:rPr lang="ko-KR" altLang="en-US" baseline="30000" dirty="0"/>
              <a:t> </a:t>
            </a:r>
            <a:r>
              <a:rPr lang="en-US" altLang="ko-KR" baseline="30000" dirty="0"/>
              <a:t>(NVIDIA’25)</a:t>
            </a:r>
            <a:br>
              <a:rPr lang="en-US" altLang="ko-KR" baseline="30000" dirty="0"/>
            </a:br>
            <a:r>
              <a:rPr lang="en-US" altLang="ko-KR" dirty="0" err="1"/>
              <a:t>Hunyuan-TurboS</a:t>
            </a:r>
            <a:r>
              <a:rPr lang="en-US" altLang="ko-KR" baseline="30000" dirty="0"/>
              <a:t> (Tencent’25, closed)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Phi4-mini-Flash-Reasoning</a:t>
            </a:r>
            <a:r>
              <a:rPr lang="ko-KR" altLang="en-US" baseline="30000" dirty="0"/>
              <a:t> </a:t>
            </a:r>
            <a:r>
              <a:rPr lang="en-US" altLang="ko-KR" baseline="30000" dirty="0"/>
              <a:t>(Microsoft’25)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64399B2-C8A0-E180-43B6-D835E3B22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913" y="118633"/>
            <a:ext cx="11404650" cy="753795"/>
          </a:xfrm>
        </p:spPr>
        <p:txBody>
          <a:bodyPr/>
          <a:lstStyle/>
          <a:p>
            <a:r>
              <a:rPr lang="en-US" altLang="ko-KR" dirty="0"/>
              <a:t>in Language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9CEB82-6B0F-5EF4-1135-2B66E9B7E222}"/>
              </a:ext>
            </a:extLst>
          </p:cNvPr>
          <p:cNvSpPr txBox="1"/>
          <p:nvPr/>
        </p:nvSpPr>
        <p:spPr>
          <a:xfrm>
            <a:off x="7795967" y="226214"/>
            <a:ext cx="4145083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kumimoji="1" lang="en-US" altLang="ko-K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NanumSquareOTF ExtraBold" panose="020B0600000101010101" pitchFamily="34" charset="-127"/>
                <a:cs typeface="Pretendard ExtraBold" panose="02000503000000020004" pitchFamily="2" charset="-127"/>
              </a:rPr>
              <a:t>5. Applications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96BB7C6-8AB3-8439-6C15-FCC76C2D942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922" t="6829" r="70255"/>
          <a:stretch>
            <a:fillRect/>
          </a:stretch>
        </p:blipFill>
        <p:spPr>
          <a:xfrm rot="16200000">
            <a:off x="4783793" y="2437278"/>
            <a:ext cx="1436458" cy="537286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6C70111-1221-E070-09E8-39A6426E7800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79827" y="2997140"/>
            <a:ext cx="2104186" cy="309693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3142DE7-0A90-9634-33F1-FE0A6F005748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649325" y="2997140"/>
            <a:ext cx="5839519" cy="130033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50DAB92-35BE-6CFB-6474-33D016BA306C}"/>
              </a:ext>
            </a:extLst>
          </p:cNvPr>
          <p:cNvSpPr txBox="1"/>
          <p:nvPr/>
        </p:nvSpPr>
        <p:spPr>
          <a:xfrm>
            <a:off x="48251" y="6231728"/>
            <a:ext cx="1214374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spc="-30" dirty="0">
                <a:solidFill>
                  <a:schemeClr val="bg2">
                    <a:lumMod val="90000"/>
                  </a:schemeClr>
                </a:solidFill>
                <a:latin typeface="Avenir Book" panose="02000503020000020003" pitchFamily="2" charset="0"/>
                <a:cs typeface="Arial" panose="020B0604020202020204" pitchFamily="34" charset="0"/>
              </a:rPr>
              <a:t>[figures] Lieber et al. (2024) </a:t>
            </a:r>
            <a:r>
              <a:rPr lang="en-US" altLang="ko-KR" sz="1600" spc="-30" dirty="0">
                <a:solidFill>
                  <a:schemeClr val="bg2">
                    <a:lumMod val="90000"/>
                  </a:schemeClr>
                </a:solidFill>
                <a:latin typeface="Avenir Book" panose="02000503020000020003" pitchFamily="2" charset="0"/>
                <a:cs typeface="Arial" panose="020B0604020202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Jamba</a:t>
            </a:r>
            <a:r>
              <a:rPr lang="en-US" altLang="ko-KR" sz="1600" spc="-30" dirty="0">
                <a:solidFill>
                  <a:schemeClr val="bg2">
                    <a:lumMod val="90000"/>
                  </a:schemeClr>
                </a:solidFill>
                <a:latin typeface="Avenir Book" panose="02000503020000020003" pitchFamily="2" charset="0"/>
                <a:cs typeface="Arial" panose="020B0604020202020204" pitchFamily="34" charset="0"/>
              </a:rPr>
              <a:t>,  Glorioso et al. (2024) </a:t>
            </a:r>
            <a:r>
              <a:rPr lang="en-US" altLang="ko-KR" sz="1600" spc="-30" dirty="0">
                <a:solidFill>
                  <a:schemeClr val="bg2">
                    <a:lumMod val="90000"/>
                  </a:schemeClr>
                </a:solidFill>
                <a:latin typeface="Avenir Book" panose="02000503020000020003" pitchFamily="2" charset="0"/>
                <a:cs typeface="Arial" panose="020B0604020202020204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Zamba</a:t>
            </a:r>
            <a:r>
              <a:rPr lang="en-US" altLang="ko-KR" sz="1600" spc="-30" dirty="0">
                <a:solidFill>
                  <a:schemeClr val="bg2">
                    <a:lumMod val="90000"/>
                  </a:schemeClr>
                </a:solidFill>
                <a:latin typeface="Avenir Book" panose="02000503020000020003" pitchFamily="2" charset="0"/>
                <a:cs typeface="Arial" panose="020B0604020202020204" pitchFamily="34" charset="0"/>
              </a:rPr>
              <a:t>, Blakeman et al. (2025), </a:t>
            </a:r>
            <a:r>
              <a:rPr lang="en-US" altLang="ko-KR" sz="1600" spc="-30" dirty="0">
                <a:solidFill>
                  <a:schemeClr val="bg2">
                    <a:lumMod val="90000"/>
                  </a:schemeClr>
                </a:solidFill>
                <a:latin typeface="Avenir Book" panose="02000503020000020003" pitchFamily="2" charset="0"/>
                <a:cs typeface="Arial" panose="020B0604020202020204" pitchFamily="34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Nemotron-H</a:t>
            </a:r>
            <a:r>
              <a:rPr lang="en-US" altLang="ko-KR" sz="1600" spc="-30" dirty="0">
                <a:solidFill>
                  <a:schemeClr val="bg2">
                    <a:lumMod val="90000"/>
                  </a:schemeClr>
                </a:solidFill>
                <a:latin typeface="Avenir Book" panose="02000503020000020003" pitchFamily="2" charset="0"/>
                <a:cs typeface="Arial" panose="020B0604020202020204" pitchFamily="34" charset="0"/>
              </a:rPr>
              <a:t>,  Ren et al. (2025), </a:t>
            </a:r>
            <a:r>
              <a:rPr lang="en-US" altLang="ko-KR" sz="1600" spc="-30" dirty="0">
                <a:solidFill>
                  <a:schemeClr val="bg2">
                    <a:lumMod val="90000"/>
                  </a:schemeClr>
                </a:solidFill>
                <a:latin typeface="Avenir Book" panose="02000503020000020003" pitchFamily="2" charset="0"/>
                <a:cs typeface="Arial" panose="020B0604020202020204" pitchFamily="34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Phi4-mini-Flash</a:t>
            </a:r>
            <a:endParaRPr lang="ko-KR" altLang="en-US" sz="1100" spc="-30" dirty="0">
              <a:solidFill>
                <a:schemeClr val="bg2">
                  <a:lumMod val="90000"/>
                </a:schemeClr>
              </a:solidFill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5373032-40CC-2868-42F3-8C32BAC9EDC8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520030" y="3005454"/>
            <a:ext cx="3322245" cy="2836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9016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95F0D-1999-ADB4-4C16-DA2E8A720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33F41DD7-2FE8-124D-DE8C-8A52D3A37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913" y="118633"/>
            <a:ext cx="11404650" cy="753795"/>
          </a:xfrm>
        </p:spPr>
        <p:txBody>
          <a:bodyPr/>
          <a:lstStyle/>
          <a:p>
            <a:r>
              <a:rPr lang="en-US" altLang="ko-KR" dirty="0"/>
              <a:t>in Vision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8AED30-3222-099F-BD2A-1EE1E046E23A}"/>
              </a:ext>
            </a:extLst>
          </p:cNvPr>
          <p:cNvSpPr txBox="1"/>
          <p:nvPr/>
        </p:nvSpPr>
        <p:spPr>
          <a:xfrm>
            <a:off x="7795967" y="226214"/>
            <a:ext cx="4145083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kumimoji="1" lang="en-US" altLang="ko-K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NanumSquareOTF ExtraBold" panose="020B0600000101010101" pitchFamily="34" charset="-127"/>
                <a:cs typeface="Pretendard ExtraBold" panose="02000503000000020004" pitchFamily="2" charset="-127"/>
              </a:rPr>
              <a:t>5. Applications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FE67F1-0E8D-D974-BD7B-470A94F7C177}"/>
              </a:ext>
            </a:extLst>
          </p:cNvPr>
          <p:cNvSpPr txBox="1"/>
          <p:nvPr/>
        </p:nvSpPr>
        <p:spPr>
          <a:xfrm>
            <a:off x="48251" y="6231728"/>
            <a:ext cx="1181831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chemeClr val="bg2">
                    <a:lumMod val="90000"/>
                  </a:schemeClr>
                </a:solidFill>
                <a:latin typeface="Avenir Book" panose="02000503020000020003" pitchFamily="2" charset="0"/>
                <a:cs typeface="Arial" panose="020B0604020202020204" pitchFamily="34" charset="0"/>
              </a:rPr>
              <a:t>[figure] Qu et al. (2026). </a:t>
            </a:r>
            <a:r>
              <a:rPr lang="en-US" altLang="ko-KR" sz="1600" dirty="0">
                <a:solidFill>
                  <a:schemeClr val="bg2">
                    <a:lumMod val="90000"/>
                  </a:schemeClr>
                </a:solidFill>
                <a:latin typeface="Avenir Book" panose="02000503020000020003" pitchFamily="2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 survey of Mamba</a:t>
            </a:r>
            <a:r>
              <a:rPr lang="en-US" altLang="ko-KR" sz="1600" dirty="0">
                <a:solidFill>
                  <a:schemeClr val="bg2">
                    <a:lumMod val="90000"/>
                  </a:schemeClr>
                </a:solidFill>
                <a:latin typeface="Avenir Book" panose="02000503020000020003" pitchFamily="2" charset="0"/>
                <a:cs typeface="Arial" panose="020B0604020202020204" pitchFamily="34" charset="0"/>
              </a:rPr>
              <a:t>. ACM Transactions on Intelligent Systems and Technology.</a:t>
            </a:r>
            <a:endParaRPr lang="ko-KR" altLang="en-US" sz="1100" dirty="0">
              <a:solidFill>
                <a:schemeClr val="bg2">
                  <a:lumMod val="90000"/>
                </a:schemeClr>
              </a:solidFill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44FA37C-61C7-7177-DFAC-B07B552E01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870" t="11488" r="20887" b="22702"/>
          <a:stretch>
            <a:fillRect/>
          </a:stretch>
        </p:blipFill>
        <p:spPr>
          <a:xfrm>
            <a:off x="7795966" y="702697"/>
            <a:ext cx="4145083" cy="5495321"/>
          </a:xfrm>
          <a:prstGeom prst="rect">
            <a:avLst/>
          </a:prstGeom>
        </p:spPr>
      </p:pic>
      <p:grpSp>
        <p:nvGrpSpPr>
          <p:cNvPr id="46" name="그룹 45">
            <a:extLst>
              <a:ext uri="{FF2B5EF4-FFF2-40B4-BE49-F238E27FC236}">
                <a16:creationId xmlns:a16="http://schemas.microsoft.com/office/drawing/2014/main" id="{FBD4E9A5-E026-F1A8-AFFA-B26C110E63F2}"/>
              </a:ext>
            </a:extLst>
          </p:cNvPr>
          <p:cNvGrpSpPr/>
          <p:nvPr/>
        </p:nvGrpSpPr>
        <p:grpSpPr>
          <a:xfrm>
            <a:off x="1176989" y="929562"/>
            <a:ext cx="9795810" cy="5189442"/>
            <a:chOff x="149356" y="2080454"/>
            <a:chExt cx="9795810" cy="5189442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AF222309-F415-C88C-3C63-E8A5FBB391E3}"/>
                </a:ext>
              </a:extLst>
            </p:cNvPr>
            <p:cNvSpPr/>
            <p:nvPr/>
          </p:nvSpPr>
          <p:spPr>
            <a:xfrm>
              <a:off x="149356" y="5791872"/>
              <a:ext cx="4632140" cy="1478024"/>
            </a:xfrm>
            <a:prstGeom prst="rect">
              <a:avLst/>
            </a:prstGeom>
            <a:solidFill>
              <a:srgbClr val="FCFCFC"/>
            </a:solidFill>
            <a:ln w="38100">
              <a:solidFill>
                <a:schemeClr val="accent6">
                  <a:lumMod val="75000"/>
                  <a:alpha val="3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latin typeface="Avenir Book" panose="02000503020000020003" pitchFamily="2" charset="0"/>
              </a:endParaRPr>
            </a:p>
          </p:txBody>
        </p:sp>
        <p:cxnSp>
          <p:nvCxnSpPr>
            <p:cNvPr id="11" name="직선 연결선[R] 10">
              <a:extLst>
                <a:ext uri="{FF2B5EF4-FFF2-40B4-BE49-F238E27FC236}">
                  <a16:creationId xmlns:a16="http://schemas.microsoft.com/office/drawing/2014/main" id="{4D4E59C7-0DC6-12D1-6F3D-B23434CAF3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9356" y="2724170"/>
              <a:ext cx="7845925" cy="3067702"/>
            </a:xfrm>
            <a:prstGeom prst="line">
              <a:avLst/>
            </a:prstGeom>
            <a:ln w="38100">
              <a:solidFill>
                <a:schemeClr val="accent6">
                  <a:lumMod val="75000"/>
                  <a:alpha val="3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[R] 11">
              <a:extLst>
                <a:ext uri="{FF2B5EF4-FFF2-40B4-BE49-F238E27FC236}">
                  <a16:creationId xmlns:a16="http://schemas.microsoft.com/office/drawing/2014/main" id="{083F7527-D546-4541-B453-D4A7B82B1D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57526" y="2701294"/>
              <a:ext cx="5108170" cy="4568602"/>
            </a:xfrm>
            <a:prstGeom prst="line">
              <a:avLst/>
            </a:prstGeom>
            <a:ln w="38100">
              <a:solidFill>
                <a:schemeClr val="accent6">
                  <a:lumMod val="75000"/>
                  <a:alpha val="3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54778316-E37D-A1BE-8CE3-76EE43D68F23}"/>
                </a:ext>
              </a:extLst>
            </p:cNvPr>
            <p:cNvSpPr/>
            <p:nvPr/>
          </p:nvSpPr>
          <p:spPr>
            <a:xfrm>
              <a:off x="7965103" y="2080454"/>
              <a:ext cx="1980063" cy="632753"/>
            </a:xfrm>
            <a:prstGeom prst="rect">
              <a:avLst/>
            </a:prstGeom>
            <a:noFill/>
            <a:ln w="38100">
              <a:solidFill>
                <a:schemeClr val="accent6">
                  <a:lumMod val="75000"/>
                  <a:alpha val="3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latin typeface="Avenir Book" panose="02000503020000020003" pitchFamily="2" charset="0"/>
              </a:endParaRPr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16F695D4-0E18-1A60-BADD-DBF38088796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698" t="14287" r="36418" b="78597"/>
          <a:stretch>
            <a:fillRect/>
          </a:stretch>
        </p:blipFill>
        <p:spPr>
          <a:xfrm>
            <a:off x="1237293" y="4685852"/>
            <a:ext cx="4518048" cy="1392220"/>
          </a:xfrm>
          <a:prstGeom prst="rect">
            <a:avLst/>
          </a:prstGeom>
        </p:spPr>
      </p:pic>
      <p:grpSp>
        <p:nvGrpSpPr>
          <p:cNvPr id="44" name="그룹 43">
            <a:extLst>
              <a:ext uri="{FF2B5EF4-FFF2-40B4-BE49-F238E27FC236}">
                <a16:creationId xmlns:a16="http://schemas.microsoft.com/office/drawing/2014/main" id="{697BB54D-71F6-9AC8-E151-9E2CA92438A1}"/>
              </a:ext>
            </a:extLst>
          </p:cNvPr>
          <p:cNvGrpSpPr/>
          <p:nvPr/>
        </p:nvGrpSpPr>
        <p:grpSpPr>
          <a:xfrm>
            <a:off x="1182662" y="919503"/>
            <a:ext cx="7812181" cy="2881469"/>
            <a:chOff x="1182662" y="684940"/>
            <a:chExt cx="7812181" cy="2881469"/>
          </a:xfrm>
        </p:grpSpPr>
        <p:cxnSp>
          <p:nvCxnSpPr>
            <p:cNvPr id="33" name="직선 연결선[R] 32">
              <a:extLst>
                <a:ext uri="{FF2B5EF4-FFF2-40B4-BE49-F238E27FC236}">
                  <a16:creationId xmlns:a16="http://schemas.microsoft.com/office/drawing/2014/main" id="{630B96C5-CDF4-5E56-CA7B-A635B0D49B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2662" y="692876"/>
              <a:ext cx="6782442" cy="1395509"/>
            </a:xfrm>
            <a:prstGeom prst="line">
              <a:avLst/>
            </a:prstGeom>
            <a:ln w="38100">
              <a:solidFill>
                <a:schemeClr val="accent1">
                  <a:alpha val="3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[R] 33">
              <a:extLst>
                <a:ext uri="{FF2B5EF4-FFF2-40B4-BE49-F238E27FC236}">
                  <a16:creationId xmlns:a16="http://schemas.microsoft.com/office/drawing/2014/main" id="{41DB0549-1739-CF94-5C35-A8DBD4F275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64313" y="1317693"/>
              <a:ext cx="5330530" cy="2248716"/>
            </a:xfrm>
            <a:prstGeom prst="line">
              <a:avLst/>
            </a:prstGeom>
            <a:ln w="38100">
              <a:solidFill>
                <a:schemeClr val="accent1">
                  <a:alpha val="3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0673E7B0-7EBB-791C-4ABD-F9B0FF750B44}"/>
                </a:ext>
              </a:extLst>
            </p:cNvPr>
            <p:cNvSpPr/>
            <p:nvPr/>
          </p:nvSpPr>
          <p:spPr>
            <a:xfrm>
              <a:off x="7965104" y="684940"/>
              <a:ext cx="1029739" cy="632753"/>
            </a:xfrm>
            <a:prstGeom prst="rect">
              <a:avLst/>
            </a:prstGeom>
            <a:noFill/>
            <a:ln w="38100">
              <a:solidFill>
                <a:schemeClr val="accent1">
                  <a:alpha val="3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latin typeface="Avenir Book" panose="02000503020000020003" pitchFamily="2" charset="0"/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591C158B-26D1-225D-F6AB-49BF4253364D}"/>
                </a:ext>
              </a:extLst>
            </p:cNvPr>
            <p:cNvSpPr/>
            <p:nvPr/>
          </p:nvSpPr>
          <p:spPr>
            <a:xfrm>
              <a:off x="1182662" y="2088385"/>
              <a:ext cx="2481651" cy="1478024"/>
            </a:xfrm>
            <a:prstGeom prst="rect">
              <a:avLst/>
            </a:prstGeom>
            <a:solidFill>
              <a:srgbClr val="FCFCFC"/>
            </a:solidFill>
            <a:ln w="38100">
              <a:solidFill>
                <a:schemeClr val="accent1">
                  <a:alpha val="3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latin typeface="Avenir Book" panose="02000503020000020003" pitchFamily="2" charset="0"/>
              </a:endParaRPr>
            </a:p>
          </p:txBody>
        </p: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7775B970-D87D-73E9-37EA-0A2C443B8AC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653" t="14211" r="66491" b="78492"/>
          <a:stretch>
            <a:fillRect/>
          </a:stretch>
        </p:blipFill>
        <p:spPr>
          <a:xfrm>
            <a:off x="1237293" y="2348051"/>
            <a:ext cx="2397202" cy="1427818"/>
          </a:xfrm>
          <a:prstGeom prst="rect">
            <a:avLst/>
          </a:prstGeom>
        </p:spPr>
      </p:pic>
      <p:sp>
        <p:nvSpPr>
          <p:cNvPr id="224" name="내용 개체 틀 223">
            <a:extLst>
              <a:ext uri="{FF2B5EF4-FFF2-40B4-BE49-F238E27FC236}">
                <a16:creationId xmlns:a16="http://schemas.microsoft.com/office/drawing/2014/main" id="{81273BB4-3125-ECDE-20B0-D3ACA7D901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413" y="1150938"/>
            <a:ext cx="11441112" cy="5249862"/>
          </a:xfrm>
        </p:spPr>
        <p:txBody>
          <a:bodyPr/>
          <a:lstStyle/>
          <a:p>
            <a:r>
              <a:rPr lang="en-US" altLang="ko-KR" dirty="0">
                <a:effectLst>
                  <a:glow rad="114300">
                    <a:srgbClr val="FCFCFC">
                      <a:alpha val="80000"/>
                    </a:srgbClr>
                  </a:glow>
                </a:effectLst>
              </a:rPr>
              <a:t>various scanning methods</a:t>
            </a:r>
          </a:p>
          <a:p>
            <a:pPr lvl="1"/>
            <a:r>
              <a:rPr lang="en-US" altLang="ko-KR" dirty="0" err="1">
                <a:effectLst>
                  <a:glow rad="114300">
                    <a:srgbClr val="FCFCFC">
                      <a:alpha val="80000"/>
                    </a:srgbClr>
                  </a:glow>
                </a:effectLst>
              </a:rPr>
              <a:t>VisionMamba</a:t>
            </a:r>
            <a:r>
              <a:rPr lang="en-US" altLang="ko-KR" baseline="30000" dirty="0">
                <a:effectLst>
                  <a:glow rad="114300">
                    <a:srgbClr val="FCFCFC">
                      <a:alpha val="80000"/>
                    </a:srgbClr>
                  </a:glow>
                </a:effectLst>
              </a:rPr>
              <a:t>[Zhu et al.’24]</a:t>
            </a:r>
          </a:p>
          <a:p>
            <a:pPr lvl="1"/>
            <a:endParaRPr lang="en-US" altLang="ko-KR" baseline="30000" dirty="0">
              <a:effectLst>
                <a:glow rad="114300">
                  <a:srgbClr val="FCFCFC">
                    <a:alpha val="80000"/>
                  </a:srgbClr>
                </a:glow>
              </a:effectLst>
            </a:endParaRPr>
          </a:p>
          <a:p>
            <a:pPr lvl="1"/>
            <a:endParaRPr lang="en-US" altLang="ko-KR" baseline="30000" dirty="0">
              <a:effectLst>
                <a:glow rad="114300">
                  <a:srgbClr val="FCFCFC">
                    <a:alpha val="80000"/>
                  </a:srgbClr>
                </a:glow>
              </a:effectLst>
            </a:endParaRPr>
          </a:p>
          <a:p>
            <a:pPr lvl="1"/>
            <a:endParaRPr lang="en-US" altLang="ko-KR" baseline="30000" dirty="0">
              <a:effectLst>
                <a:glow rad="114300">
                  <a:srgbClr val="FCFCFC">
                    <a:alpha val="80000"/>
                  </a:srgbClr>
                </a:glow>
              </a:effectLst>
            </a:endParaRPr>
          </a:p>
          <a:p>
            <a:pPr lvl="1"/>
            <a:endParaRPr lang="en-US" altLang="ko-KR" baseline="30000" dirty="0">
              <a:effectLst>
                <a:glow rad="114300">
                  <a:srgbClr val="FCFCFC">
                    <a:alpha val="80000"/>
                  </a:srgbClr>
                </a:glow>
              </a:effectLst>
            </a:endParaRPr>
          </a:p>
          <a:p>
            <a:pPr lvl="1"/>
            <a:endParaRPr lang="en-US" altLang="ko-KR" baseline="30000" dirty="0">
              <a:effectLst>
                <a:glow rad="114300">
                  <a:srgbClr val="FCFCFC">
                    <a:alpha val="80000"/>
                  </a:srgbClr>
                </a:glow>
              </a:effectLst>
            </a:endParaRPr>
          </a:p>
          <a:p>
            <a:pPr lvl="1"/>
            <a:r>
              <a:rPr lang="en-US" altLang="ko-KR" dirty="0" err="1">
                <a:effectLst>
                  <a:glow rad="114300">
                    <a:srgbClr val="FCFCFC">
                      <a:alpha val="80000"/>
                    </a:srgbClr>
                  </a:glow>
                </a:effectLst>
              </a:rPr>
              <a:t>VMamba</a:t>
            </a:r>
            <a:r>
              <a:rPr lang="en-US" altLang="ko-KR" baseline="30000" dirty="0">
                <a:effectLst>
                  <a:glow rad="114300">
                    <a:srgbClr val="FCFCFC">
                      <a:alpha val="80000"/>
                    </a:srgbClr>
                  </a:glow>
                </a:effectLst>
              </a:rPr>
              <a:t>[Liu et al.’24]</a:t>
            </a:r>
          </a:p>
        </p:txBody>
      </p:sp>
    </p:spTree>
    <p:extLst>
      <p:ext uri="{BB962C8B-B14F-4D97-AF65-F5344CB8AC3E}">
        <p14:creationId xmlns:p14="http://schemas.microsoft.com/office/powerpoint/2010/main" val="30201670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E0774-A14E-00AD-307C-C3D78EC36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내용 개체 틀 223">
            <a:extLst>
              <a:ext uri="{FF2B5EF4-FFF2-40B4-BE49-F238E27FC236}">
                <a16:creationId xmlns:a16="http://schemas.microsoft.com/office/drawing/2014/main" id="{DEDA0033-1AA8-1722-4787-E8FD329E93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827" y="1151467"/>
            <a:ext cx="11561223" cy="5249538"/>
          </a:xfrm>
        </p:spPr>
        <p:txBody>
          <a:bodyPr/>
          <a:lstStyle/>
          <a:p>
            <a:r>
              <a:rPr lang="en-US" altLang="ko-KR" dirty="0"/>
              <a:t> 		channel-axis		vs.		time-axis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in channel-axis :	S-Mamba</a:t>
            </a:r>
            <a:r>
              <a:rPr lang="en-US" altLang="ko-KR" baseline="30000" dirty="0"/>
              <a:t>[Wang et al.’25]</a:t>
            </a:r>
          </a:p>
          <a:p>
            <a:pPr lvl="1"/>
            <a:r>
              <a:rPr lang="en-US" altLang="ko-KR" dirty="0"/>
              <a:t>in time-axis :		Affirm</a:t>
            </a:r>
            <a:r>
              <a:rPr lang="en-US" altLang="ko-KR" baseline="30000" dirty="0"/>
              <a:t>[Wu et al.’25]</a:t>
            </a:r>
          </a:p>
          <a:p>
            <a:pPr lvl="1"/>
            <a:r>
              <a:rPr lang="en-US" altLang="ko-KR" dirty="0"/>
              <a:t>both available : 	TimeMachine</a:t>
            </a:r>
            <a:r>
              <a:rPr lang="en-US" altLang="ko-KR" baseline="30000" dirty="0"/>
              <a:t>[Ahamed and Cheng’24]</a:t>
            </a:r>
            <a:r>
              <a:rPr lang="en-US" altLang="ko-KR" dirty="0"/>
              <a:t>, Bi-Mamba+</a:t>
            </a:r>
            <a:r>
              <a:rPr lang="en-US" altLang="ko-KR" baseline="30000" dirty="0"/>
              <a:t>[Liang et al.’24]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52F9B87-2B73-7DF6-A8EC-84E28F14A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913" y="118633"/>
            <a:ext cx="11404650" cy="753795"/>
          </a:xfrm>
        </p:spPr>
        <p:txBody>
          <a:bodyPr/>
          <a:lstStyle/>
          <a:p>
            <a:r>
              <a:rPr lang="en-US" altLang="ko-KR" dirty="0"/>
              <a:t>in Time Series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21DB4D-4CC5-654C-B672-CEA1A5FF14D8}"/>
              </a:ext>
            </a:extLst>
          </p:cNvPr>
          <p:cNvSpPr txBox="1"/>
          <p:nvPr/>
        </p:nvSpPr>
        <p:spPr>
          <a:xfrm>
            <a:off x="7795967" y="226214"/>
            <a:ext cx="4145083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kumimoji="1" lang="en-US" altLang="ko-K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NanumSquareOTF ExtraBold" panose="020B0600000101010101" pitchFamily="34" charset="-127"/>
                <a:cs typeface="Pretendard ExtraBold" panose="02000503000000020004" pitchFamily="2" charset="-127"/>
              </a:rPr>
              <a:t>5. Applications</a:t>
            </a:r>
          </a:p>
        </p:txBody>
      </p:sp>
      <p:sp>
        <p:nvSpPr>
          <p:cNvPr id="13" name="Google Shape;380;p22">
            <a:extLst>
              <a:ext uri="{FF2B5EF4-FFF2-40B4-BE49-F238E27FC236}">
                <a16:creationId xmlns:a16="http://schemas.microsoft.com/office/drawing/2014/main" id="{099FB0DA-902C-E53C-5908-C18D2495CD04}"/>
              </a:ext>
            </a:extLst>
          </p:cNvPr>
          <p:cNvSpPr/>
          <p:nvPr/>
        </p:nvSpPr>
        <p:spPr>
          <a:xfrm rot="16200000">
            <a:off x="1906224" y="2162610"/>
            <a:ext cx="642507" cy="41704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  <a:alpha val="10000"/>
            </a:schemeClr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914400">
              <a:buClr>
                <a:srgbClr val="000000"/>
              </a:buClr>
            </a:pPr>
            <a:endParaRPr lang="en" altLang="ko-KR" kern="0" dirty="0">
              <a:solidFill>
                <a:srgbClr val="666666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1" name="Google Shape;380;p22">
            <a:extLst>
              <a:ext uri="{FF2B5EF4-FFF2-40B4-BE49-F238E27FC236}">
                <a16:creationId xmlns:a16="http://schemas.microsoft.com/office/drawing/2014/main" id="{744AAE7A-FFE8-47B2-7192-943E84D5F600}"/>
              </a:ext>
            </a:extLst>
          </p:cNvPr>
          <p:cNvSpPr/>
          <p:nvPr/>
        </p:nvSpPr>
        <p:spPr>
          <a:xfrm rot="16200000">
            <a:off x="2608364" y="2162610"/>
            <a:ext cx="642507" cy="41704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914400">
              <a:buClr>
                <a:srgbClr val="000000"/>
              </a:buClr>
            </a:pPr>
            <a:endParaRPr lang="en" altLang="ko-KR" kern="0" dirty="0">
              <a:solidFill>
                <a:srgbClr val="666666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4" name="Google Shape;380;p22">
            <a:extLst>
              <a:ext uri="{FF2B5EF4-FFF2-40B4-BE49-F238E27FC236}">
                <a16:creationId xmlns:a16="http://schemas.microsoft.com/office/drawing/2014/main" id="{4F27C143-C400-A256-BE18-D6211FF8C2E8}"/>
              </a:ext>
            </a:extLst>
          </p:cNvPr>
          <p:cNvSpPr/>
          <p:nvPr/>
        </p:nvSpPr>
        <p:spPr>
          <a:xfrm rot="16200000">
            <a:off x="3310504" y="2162609"/>
            <a:ext cx="642507" cy="41704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914400">
              <a:buClr>
                <a:srgbClr val="000000"/>
              </a:buClr>
            </a:pPr>
            <a:endParaRPr lang="en" altLang="ko-KR" kern="0" dirty="0">
              <a:solidFill>
                <a:srgbClr val="666666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7" name="Google Shape;380;p22">
            <a:extLst>
              <a:ext uri="{FF2B5EF4-FFF2-40B4-BE49-F238E27FC236}">
                <a16:creationId xmlns:a16="http://schemas.microsoft.com/office/drawing/2014/main" id="{93F733BE-C907-6BEE-B07D-7EAB9AFCBFA4}"/>
              </a:ext>
            </a:extLst>
          </p:cNvPr>
          <p:cNvSpPr/>
          <p:nvPr/>
        </p:nvSpPr>
        <p:spPr>
          <a:xfrm rot="16200000">
            <a:off x="4012645" y="2162608"/>
            <a:ext cx="642507" cy="41704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  <a:alpha val="60000"/>
            </a:schemeClr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914400">
              <a:buClr>
                <a:srgbClr val="000000"/>
              </a:buClr>
            </a:pPr>
            <a:endParaRPr lang="en" altLang="ko-KR" kern="0" dirty="0">
              <a:solidFill>
                <a:srgbClr val="666666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31" name="Google Shape;381;p22">
            <a:extLst>
              <a:ext uri="{FF2B5EF4-FFF2-40B4-BE49-F238E27FC236}">
                <a16:creationId xmlns:a16="http://schemas.microsoft.com/office/drawing/2014/main" id="{EFE19735-FE83-A934-4C3E-996D3543CCC8}"/>
              </a:ext>
            </a:extLst>
          </p:cNvPr>
          <p:cNvCxnSpPr>
            <a:cxnSpLocks/>
            <a:stCxn id="13" idx="2"/>
            <a:endCxn id="21" idx="0"/>
          </p:cNvCxnSpPr>
          <p:nvPr/>
        </p:nvCxnSpPr>
        <p:spPr>
          <a:xfrm>
            <a:off x="2435998" y="2371130"/>
            <a:ext cx="285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" name="Google Shape;381;p22">
            <a:extLst>
              <a:ext uri="{FF2B5EF4-FFF2-40B4-BE49-F238E27FC236}">
                <a16:creationId xmlns:a16="http://schemas.microsoft.com/office/drawing/2014/main" id="{2972CE90-0F5B-CA57-779D-A5A3ED1EA4B9}"/>
              </a:ext>
            </a:extLst>
          </p:cNvPr>
          <p:cNvCxnSpPr>
            <a:cxnSpLocks/>
            <a:endCxn id="24" idx="0"/>
          </p:cNvCxnSpPr>
          <p:nvPr/>
        </p:nvCxnSpPr>
        <p:spPr>
          <a:xfrm flipV="1">
            <a:off x="3143930" y="2371129"/>
            <a:ext cx="279308" cy="1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" name="Google Shape;381;p22">
            <a:extLst>
              <a:ext uri="{FF2B5EF4-FFF2-40B4-BE49-F238E27FC236}">
                <a16:creationId xmlns:a16="http://schemas.microsoft.com/office/drawing/2014/main" id="{E44876FF-0343-1740-7AC7-3E348A765923}"/>
              </a:ext>
            </a:extLst>
          </p:cNvPr>
          <p:cNvCxnSpPr>
            <a:cxnSpLocks/>
            <a:endCxn id="27" idx="0"/>
          </p:cNvCxnSpPr>
          <p:nvPr/>
        </p:nvCxnSpPr>
        <p:spPr>
          <a:xfrm>
            <a:off x="3853600" y="2371128"/>
            <a:ext cx="271779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6" name="Google Shape;380;p22">
            <a:extLst>
              <a:ext uri="{FF2B5EF4-FFF2-40B4-BE49-F238E27FC236}">
                <a16:creationId xmlns:a16="http://schemas.microsoft.com/office/drawing/2014/main" id="{33AB1EC4-BFC5-CCDE-4B42-4BC647DD2A39}"/>
              </a:ext>
            </a:extLst>
          </p:cNvPr>
          <p:cNvSpPr/>
          <p:nvPr/>
        </p:nvSpPr>
        <p:spPr>
          <a:xfrm rot="16200000">
            <a:off x="7088770" y="2162608"/>
            <a:ext cx="642507" cy="417040"/>
          </a:xfrm>
          <a:prstGeom prst="roundRect">
            <a:avLst>
              <a:gd name="adj" fmla="val 16667"/>
            </a:avLst>
          </a:prstGeom>
          <a:solidFill>
            <a:schemeClr val="accent5">
              <a:lumMod val="20000"/>
              <a:lumOff val="80000"/>
              <a:alpha val="10000"/>
            </a:schemeClr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914400">
              <a:buClr>
                <a:srgbClr val="000000"/>
              </a:buClr>
            </a:pPr>
            <a:endParaRPr lang="en" altLang="ko-KR" kern="0" dirty="0">
              <a:solidFill>
                <a:srgbClr val="666666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99" name="Google Shape;380;p22">
            <a:extLst>
              <a:ext uri="{FF2B5EF4-FFF2-40B4-BE49-F238E27FC236}">
                <a16:creationId xmlns:a16="http://schemas.microsoft.com/office/drawing/2014/main" id="{117FDA8E-965C-BB1B-F527-B007459028C2}"/>
              </a:ext>
            </a:extLst>
          </p:cNvPr>
          <p:cNvSpPr/>
          <p:nvPr/>
        </p:nvSpPr>
        <p:spPr>
          <a:xfrm rot="16200000">
            <a:off x="7790910" y="2162608"/>
            <a:ext cx="642507" cy="417040"/>
          </a:xfrm>
          <a:prstGeom prst="roundRect">
            <a:avLst>
              <a:gd name="adj" fmla="val 16667"/>
            </a:avLst>
          </a:prstGeom>
          <a:solidFill>
            <a:schemeClr val="accent5">
              <a:lumMod val="20000"/>
              <a:lumOff val="80000"/>
              <a:alpha val="30000"/>
            </a:schemeClr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914400">
              <a:buClr>
                <a:srgbClr val="000000"/>
              </a:buClr>
            </a:pPr>
            <a:endParaRPr lang="en" altLang="ko-KR" kern="0" dirty="0">
              <a:solidFill>
                <a:srgbClr val="666666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02" name="Google Shape;380;p22">
            <a:extLst>
              <a:ext uri="{FF2B5EF4-FFF2-40B4-BE49-F238E27FC236}">
                <a16:creationId xmlns:a16="http://schemas.microsoft.com/office/drawing/2014/main" id="{2107E40F-CE1B-7C6D-36CC-6C8F28152D5A}"/>
              </a:ext>
            </a:extLst>
          </p:cNvPr>
          <p:cNvSpPr/>
          <p:nvPr/>
        </p:nvSpPr>
        <p:spPr>
          <a:xfrm rot="16200000">
            <a:off x="8493050" y="2162607"/>
            <a:ext cx="642507" cy="417040"/>
          </a:xfrm>
          <a:prstGeom prst="roundRect">
            <a:avLst>
              <a:gd name="adj" fmla="val 16667"/>
            </a:avLst>
          </a:prstGeom>
          <a:solidFill>
            <a:schemeClr val="accent5">
              <a:lumMod val="20000"/>
              <a:lumOff val="80000"/>
              <a:alpha val="50000"/>
            </a:schemeClr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914400">
              <a:buClr>
                <a:srgbClr val="000000"/>
              </a:buClr>
            </a:pPr>
            <a:endParaRPr lang="en" altLang="ko-KR" kern="0" dirty="0">
              <a:solidFill>
                <a:srgbClr val="666666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05" name="Google Shape;380;p22">
            <a:extLst>
              <a:ext uri="{FF2B5EF4-FFF2-40B4-BE49-F238E27FC236}">
                <a16:creationId xmlns:a16="http://schemas.microsoft.com/office/drawing/2014/main" id="{9B15663C-C7BC-B79D-3F40-FF9FEB029B7E}"/>
              </a:ext>
            </a:extLst>
          </p:cNvPr>
          <p:cNvSpPr/>
          <p:nvPr/>
        </p:nvSpPr>
        <p:spPr>
          <a:xfrm rot="16200000">
            <a:off x="9195191" y="2162606"/>
            <a:ext cx="642507" cy="417040"/>
          </a:xfrm>
          <a:prstGeom prst="roundRect">
            <a:avLst>
              <a:gd name="adj" fmla="val 16667"/>
            </a:avLst>
          </a:prstGeom>
          <a:solidFill>
            <a:schemeClr val="accent5">
              <a:lumMod val="20000"/>
              <a:lumOff val="80000"/>
              <a:alpha val="60000"/>
            </a:schemeClr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914400">
              <a:buClr>
                <a:srgbClr val="000000"/>
              </a:buClr>
            </a:pPr>
            <a:endParaRPr lang="en" altLang="ko-KR" kern="0" dirty="0">
              <a:solidFill>
                <a:srgbClr val="666666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14" name="Google Shape;381;p22">
            <a:extLst>
              <a:ext uri="{FF2B5EF4-FFF2-40B4-BE49-F238E27FC236}">
                <a16:creationId xmlns:a16="http://schemas.microsoft.com/office/drawing/2014/main" id="{1AE79599-3132-2449-1AE2-BBEB0798DD3B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2227478" y="1772061"/>
            <a:ext cx="0" cy="277816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" name="Google Shape;381;p22">
            <a:extLst>
              <a:ext uri="{FF2B5EF4-FFF2-40B4-BE49-F238E27FC236}">
                <a16:creationId xmlns:a16="http://schemas.microsoft.com/office/drawing/2014/main" id="{72AB0C0C-1E06-F1BC-C8CB-D6377014B791}"/>
              </a:ext>
            </a:extLst>
          </p:cNvPr>
          <p:cNvCxnSpPr>
            <a:cxnSpLocks/>
            <a:stCxn id="21" idx="3"/>
          </p:cNvCxnSpPr>
          <p:nvPr/>
        </p:nvCxnSpPr>
        <p:spPr>
          <a:xfrm flipH="1" flipV="1">
            <a:off x="2914558" y="1772061"/>
            <a:ext cx="0" cy="277816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" name="Google Shape;381;p22">
            <a:extLst>
              <a:ext uri="{FF2B5EF4-FFF2-40B4-BE49-F238E27FC236}">
                <a16:creationId xmlns:a16="http://schemas.microsoft.com/office/drawing/2014/main" id="{C1F4771F-F0AE-46DB-55C0-B3CDCBCE21BD}"/>
              </a:ext>
            </a:extLst>
          </p:cNvPr>
          <p:cNvCxnSpPr>
            <a:cxnSpLocks/>
            <a:stCxn id="24" idx="3"/>
          </p:cNvCxnSpPr>
          <p:nvPr/>
        </p:nvCxnSpPr>
        <p:spPr>
          <a:xfrm flipH="1" flipV="1">
            <a:off x="3624746" y="1772060"/>
            <a:ext cx="0" cy="277816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" name="Google Shape;381;p22">
            <a:extLst>
              <a:ext uri="{FF2B5EF4-FFF2-40B4-BE49-F238E27FC236}">
                <a16:creationId xmlns:a16="http://schemas.microsoft.com/office/drawing/2014/main" id="{A65F4440-1BC0-C750-0DA6-F6041324C67C}"/>
              </a:ext>
            </a:extLst>
          </p:cNvPr>
          <p:cNvCxnSpPr>
            <a:cxnSpLocks/>
            <a:stCxn id="27" idx="3"/>
          </p:cNvCxnSpPr>
          <p:nvPr/>
        </p:nvCxnSpPr>
        <p:spPr>
          <a:xfrm flipV="1">
            <a:off x="4333899" y="1772060"/>
            <a:ext cx="0" cy="277816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7" name="Google Shape;381;p22">
            <a:extLst>
              <a:ext uri="{FF2B5EF4-FFF2-40B4-BE49-F238E27FC236}">
                <a16:creationId xmlns:a16="http://schemas.microsoft.com/office/drawing/2014/main" id="{BEE52A87-60F3-D3DF-D8AE-60F147DE3542}"/>
              </a:ext>
            </a:extLst>
          </p:cNvPr>
          <p:cNvCxnSpPr>
            <a:cxnSpLocks/>
            <a:stCxn id="196" idx="3"/>
          </p:cNvCxnSpPr>
          <p:nvPr/>
        </p:nvCxnSpPr>
        <p:spPr>
          <a:xfrm flipV="1">
            <a:off x="7410024" y="1772060"/>
            <a:ext cx="0" cy="277816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0" name="Google Shape;381;p22">
            <a:extLst>
              <a:ext uri="{FF2B5EF4-FFF2-40B4-BE49-F238E27FC236}">
                <a16:creationId xmlns:a16="http://schemas.microsoft.com/office/drawing/2014/main" id="{48845B18-17CF-3558-76E6-B98DF25416FF}"/>
              </a:ext>
            </a:extLst>
          </p:cNvPr>
          <p:cNvCxnSpPr>
            <a:cxnSpLocks/>
            <a:stCxn id="199" idx="3"/>
          </p:cNvCxnSpPr>
          <p:nvPr/>
        </p:nvCxnSpPr>
        <p:spPr>
          <a:xfrm flipH="1" flipV="1">
            <a:off x="8097104" y="1772060"/>
            <a:ext cx="0" cy="277816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3" name="Google Shape;381;p22">
            <a:extLst>
              <a:ext uri="{FF2B5EF4-FFF2-40B4-BE49-F238E27FC236}">
                <a16:creationId xmlns:a16="http://schemas.microsoft.com/office/drawing/2014/main" id="{701F0014-B5E6-9068-B48C-6B9208BC76B9}"/>
              </a:ext>
            </a:extLst>
          </p:cNvPr>
          <p:cNvCxnSpPr>
            <a:cxnSpLocks/>
            <a:stCxn id="202" idx="3"/>
          </p:cNvCxnSpPr>
          <p:nvPr/>
        </p:nvCxnSpPr>
        <p:spPr>
          <a:xfrm flipH="1" flipV="1">
            <a:off x="8807292" y="1772059"/>
            <a:ext cx="0" cy="277816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6" name="Google Shape;381;p22">
            <a:extLst>
              <a:ext uri="{FF2B5EF4-FFF2-40B4-BE49-F238E27FC236}">
                <a16:creationId xmlns:a16="http://schemas.microsoft.com/office/drawing/2014/main" id="{54018133-DF52-3073-61C3-A66C7C7D5855}"/>
              </a:ext>
            </a:extLst>
          </p:cNvPr>
          <p:cNvCxnSpPr>
            <a:cxnSpLocks/>
            <a:stCxn id="205" idx="3"/>
          </p:cNvCxnSpPr>
          <p:nvPr/>
        </p:nvCxnSpPr>
        <p:spPr>
          <a:xfrm flipV="1">
            <a:off x="9516445" y="1772059"/>
            <a:ext cx="0" cy="277816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79" name="그룹 278">
            <a:extLst>
              <a:ext uri="{FF2B5EF4-FFF2-40B4-BE49-F238E27FC236}">
                <a16:creationId xmlns:a16="http://schemas.microsoft.com/office/drawing/2014/main" id="{21CF9037-3314-DC4D-0695-2AD18F60975E}"/>
              </a:ext>
            </a:extLst>
          </p:cNvPr>
          <p:cNvGrpSpPr/>
          <p:nvPr/>
        </p:nvGrpSpPr>
        <p:grpSpPr>
          <a:xfrm>
            <a:off x="2068058" y="2970195"/>
            <a:ext cx="2419458" cy="1691500"/>
            <a:chOff x="7274549" y="3273204"/>
            <a:chExt cx="2419458" cy="1691500"/>
          </a:xfrm>
        </p:grpSpPr>
        <p:pic>
          <p:nvPicPr>
            <p:cNvPr id="273" name="그래픽 272" descr="이미지 미리 보기">
              <a:extLst>
                <a:ext uri="{FF2B5EF4-FFF2-40B4-BE49-F238E27FC236}">
                  <a16:creationId xmlns:a16="http://schemas.microsoft.com/office/drawing/2014/main" id="{0D7C0A15-536E-DB1D-AB0B-3B2AB5A4F95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200000">
              <a:off x="6565008" y="3982745"/>
              <a:ext cx="1691500" cy="272418"/>
            </a:xfrm>
            <a:prstGeom prst="rect">
              <a:avLst/>
            </a:prstGeom>
          </p:spPr>
        </p:pic>
        <p:pic>
          <p:nvPicPr>
            <p:cNvPr id="274" name="그래픽 273" descr="이미지 미리 보기">
              <a:extLst>
                <a:ext uri="{FF2B5EF4-FFF2-40B4-BE49-F238E27FC236}">
                  <a16:creationId xmlns:a16="http://schemas.microsoft.com/office/drawing/2014/main" id="{C541DEAE-D916-A73C-42E6-1DA4AF8D8A0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7280688" y="3982745"/>
              <a:ext cx="1691500" cy="272418"/>
            </a:xfrm>
            <a:prstGeom prst="rect">
              <a:avLst/>
            </a:prstGeom>
          </p:spPr>
        </p:pic>
        <p:pic>
          <p:nvPicPr>
            <p:cNvPr id="275" name="그래픽 274" descr="이미지 미리 보기">
              <a:extLst>
                <a:ext uri="{FF2B5EF4-FFF2-40B4-BE49-F238E27FC236}">
                  <a16:creationId xmlns:a16="http://schemas.microsoft.com/office/drawing/2014/main" id="{9DAD51C1-C85B-673C-F68A-69C8343DF11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6200000">
              <a:off x="8712048" y="3982745"/>
              <a:ext cx="1691500" cy="272418"/>
            </a:xfrm>
            <a:prstGeom prst="rect">
              <a:avLst/>
            </a:prstGeom>
          </p:spPr>
        </p:pic>
        <p:pic>
          <p:nvPicPr>
            <p:cNvPr id="276" name="그래픽 275" descr="이미지 미리 보기">
              <a:extLst>
                <a:ext uri="{FF2B5EF4-FFF2-40B4-BE49-F238E27FC236}">
                  <a16:creationId xmlns:a16="http://schemas.microsoft.com/office/drawing/2014/main" id="{290A2AB5-5ACC-6952-3047-5C37EA777EB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>
              <a:off x="7996368" y="3982745"/>
              <a:ext cx="1691500" cy="272418"/>
            </a:xfrm>
            <a:prstGeom prst="rect">
              <a:avLst/>
            </a:prstGeom>
          </p:spPr>
        </p:pic>
      </p:grpSp>
      <p:grpSp>
        <p:nvGrpSpPr>
          <p:cNvPr id="252" name="그룹 251">
            <a:extLst>
              <a:ext uri="{FF2B5EF4-FFF2-40B4-BE49-F238E27FC236}">
                <a16:creationId xmlns:a16="http://schemas.microsoft.com/office/drawing/2014/main" id="{24BDD883-D938-CD15-2F94-8AF99A67E1B3}"/>
              </a:ext>
            </a:extLst>
          </p:cNvPr>
          <p:cNvGrpSpPr/>
          <p:nvPr/>
        </p:nvGrpSpPr>
        <p:grpSpPr>
          <a:xfrm>
            <a:off x="1790062" y="2823599"/>
            <a:ext cx="2987040" cy="1974957"/>
            <a:chOff x="1790062" y="3867575"/>
            <a:chExt cx="2987040" cy="715724"/>
          </a:xfrm>
        </p:grpSpPr>
        <p:sp>
          <p:nvSpPr>
            <p:cNvPr id="238" name="자유형 237">
              <a:extLst>
                <a:ext uri="{FF2B5EF4-FFF2-40B4-BE49-F238E27FC236}">
                  <a16:creationId xmlns:a16="http://schemas.microsoft.com/office/drawing/2014/main" id="{4366FA70-DE2D-2DF8-3F2A-FBEBF5A7B6F4}"/>
                </a:ext>
              </a:extLst>
            </p:cNvPr>
            <p:cNvSpPr/>
            <p:nvPr/>
          </p:nvSpPr>
          <p:spPr>
            <a:xfrm rot="16200000">
              <a:off x="2925720" y="2731917"/>
              <a:ext cx="715724" cy="2987040"/>
            </a:xfrm>
            <a:custGeom>
              <a:avLst/>
              <a:gdLst>
                <a:gd name="csX0" fmla="*/ 715724 w 715724"/>
                <a:gd name="csY0" fmla="*/ 0 h 2987040"/>
                <a:gd name="csX1" fmla="*/ 715724 w 715724"/>
                <a:gd name="csY1" fmla="*/ 2987040 h 2987040"/>
                <a:gd name="csX2" fmla="*/ 0 w 715724"/>
                <a:gd name="csY2" fmla="*/ 2987040 h 2987040"/>
                <a:gd name="csX3" fmla="*/ 0 w 715724"/>
                <a:gd name="csY3" fmla="*/ 0 h 2987040"/>
                <a:gd name="csX4" fmla="*/ 715724 w 715724"/>
                <a:gd name="csY4" fmla="*/ 0 h 2987040"/>
                <a:gd name="csX5" fmla="*/ 625361 w 715724"/>
                <a:gd name="csY5" fmla="*/ 134022 h 2987040"/>
                <a:gd name="csX6" fmla="*/ 90363 w 715724"/>
                <a:gd name="csY6" fmla="*/ 134022 h 2987040"/>
                <a:gd name="csX7" fmla="*/ 90363 w 715724"/>
                <a:gd name="csY7" fmla="*/ 744610 h 2987040"/>
                <a:gd name="csX8" fmla="*/ 625361 w 715724"/>
                <a:gd name="csY8" fmla="*/ 744610 h 2987040"/>
                <a:gd name="csX9" fmla="*/ 625361 w 715724"/>
                <a:gd name="csY9" fmla="*/ 134022 h 2987040"/>
                <a:gd name="csX10" fmla="*/ 625361 w 715724"/>
                <a:gd name="csY10" fmla="*/ 836162 h 2987040"/>
                <a:gd name="csX11" fmla="*/ 90363 w 715724"/>
                <a:gd name="csY11" fmla="*/ 836162 h 2987040"/>
                <a:gd name="csX12" fmla="*/ 90363 w 715724"/>
                <a:gd name="csY12" fmla="*/ 1446750 h 2987040"/>
                <a:gd name="csX13" fmla="*/ 625361 w 715724"/>
                <a:gd name="csY13" fmla="*/ 1446750 h 2987040"/>
                <a:gd name="csX14" fmla="*/ 625361 w 715724"/>
                <a:gd name="csY14" fmla="*/ 836162 h 2987040"/>
                <a:gd name="csX15" fmla="*/ 625361 w 715724"/>
                <a:gd name="csY15" fmla="*/ 1538302 h 2987040"/>
                <a:gd name="csX16" fmla="*/ 90363 w 715724"/>
                <a:gd name="csY16" fmla="*/ 1538302 h 2987040"/>
                <a:gd name="csX17" fmla="*/ 90363 w 715724"/>
                <a:gd name="csY17" fmla="*/ 2148890 h 2987040"/>
                <a:gd name="csX18" fmla="*/ 625361 w 715724"/>
                <a:gd name="csY18" fmla="*/ 2148890 h 2987040"/>
                <a:gd name="csX19" fmla="*/ 625361 w 715724"/>
                <a:gd name="csY19" fmla="*/ 1538302 h 2987040"/>
                <a:gd name="csX20" fmla="*/ 625360 w 715724"/>
                <a:gd name="csY20" fmla="*/ 2240443 h 2987040"/>
                <a:gd name="csX21" fmla="*/ 90362 w 715724"/>
                <a:gd name="csY21" fmla="*/ 2240443 h 2987040"/>
                <a:gd name="csX22" fmla="*/ 90362 w 715724"/>
                <a:gd name="csY22" fmla="*/ 2851031 h 2987040"/>
                <a:gd name="csX23" fmla="*/ 625360 w 715724"/>
                <a:gd name="csY23" fmla="*/ 2851031 h 2987040"/>
                <a:gd name="csX24" fmla="*/ 625360 w 715724"/>
                <a:gd name="csY24" fmla="*/ 2240443 h 29870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715724" h="2987040">
                  <a:moveTo>
                    <a:pt x="715724" y="0"/>
                  </a:moveTo>
                  <a:lnTo>
                    <a:pt x="715724" y="2987040"/>
                  </a:lnTo>
                  <a:lnTo>
                    <a:pt x="0" y="2987040"/>
                  </a:lnTo>
                  <a:lnTo>
                    <a:pt x="0" y="0"/>
                  </a:lnTo>
                  <a:lnTo>
                    <a:pt x="715724" y="0"/>
                  </a:lnTo>
                  <a:close/>
                  <a:moveTo>
                    <a:pt x="625361" y="134022"/>
                  </a:moveTo>
                  <a:lnTo>
                    <a:pt x="90363" y="134022"/>
                  </a:lnTo>
                  <a:lnTo>
                    <a:pt x="90363" y="744610"/>
                  </a:lnTo>
                  <a:lnTo>
                    <a:pt x="625361" y="744610"/>
                  </a:lnTo>
                  <a:lnTo>
                    <a:pt x="625361" y="134022"/>
                  </a:lnTo>
                  <a:close/>
                  <a:moveTo>
                    <a:pt x="625361" y="836162"/>
                  </a:moveTo>
                  <a:lnTo>
                    <a:pt x="90363" y="836162"/>
                  </a:lnTo>
                  <a:lnTo>
                    <a:pt x="90363" y="1446750"/>
                  </a:lnTo>
                  <a:lnTo>
                    <a:pt x="625361" y="1446750"/>
                  </a:lnTo>
                  <a:lnTo>
                    <a:pt x="625361" y="836162"/>
                  </a:lnTo>
                  <a:close/>
                  <a:moveTo>
                    <a:pt x="625361" y="1538302"/>
                  </a:moveTo>
                  <a:lnTo>
                    <a:pt x="90363" y="1538302"/>
                  </a:lnTo>
                  <a:lnTo>
                    <a:pt x="90363" y="2148890"/>
                  </a:lnTo>
                  <a:lnTo>
                    <a:pt x="625361" y="2148890"/>
                  </a:lnTo>
                  <a:lnTo>
                    <a:pt x="625361" y="1538302"/>
                  </a:lnTo>
                  <a:close/>
                  <a:moveTo>
                    <a:pt x="625360" y="2240443"/>
                  </a:moveTo>
                  <a:lnTo>
                    <a:pt x="90362" y="2240443"/>
                  </a:lnTo>
                  <a:lnTo>
                    <a:pt x="90362" y="2851031"/>
                  </a:lnTo>
                  <a:lnTo>
                    <a:pt x="625360" y="2851031"/>
                  </a:lnTo>
                  <a:lnTo>
                    <a:pt x="625360" y="2240443"/>
                  </a:lnTo>
                  <a:close/>
                </a:path>
              </a:pathLst>
            </a:custGeom>
            <a:solidFill>
              <a:srgbClr val="FCFCFC">
                <a:alpha val="90000"/>
              </a:srgbClr>
            </a:solidFill>
            <a:ln w="1905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endParaRPr lang="en" altLang="ko-KR"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251" name="그룹 250">
              <a:extLst>
                <a:ext uri="{FF2B5EF4-FFF2-40B4-BE49-F238E27FC236}">
                  <a16:creationId xmlns:a16="http://schemas.microsoft.com/office/drawing/2014/main" id="{391DFAF9-6A88-8C25-90E9-4B03789FD9B4}"/>
                </a:ext>
              </a:extLst>
            </p:cNvPr>
            <p:cNvGrpSpPr/>
            <p:nvPr/>
          </p:nvGrpSpPr>
          <p:grpSpPr>
            <a:xfrm>
              <a:off x="1922182" y="3957939"/>
              <a:ext cx="2717009" cy="535000"/>
              <a:chOff x="1922182" y="3957939"/>
              <a:chExt cx="2717009" cy="535000"/>
            </a:xfrm>
          </p:grpSpPr>
          <p:sp>
            <p:nvSpPr>
              <p:cNvPr id="215" name="Google Shape;380;p22">
                <a:extLst>
                  <a:ext uri="{FF2B5EF4-FFF2-40B4-BE49-F238E27FC236}">
                    <a16:creationId xmlns:a16="http://schemas.microsoft.com/office/drawing/2014/main" id="{E135A105-86D9-C57E-715F-625FA7CC3ABC}"/>
                  </a:ext>
                </a:extLst>
              </p:cNvPr>
              <p:cNvSpPr/>
              <p:nvPr/>
            </p:nvSpPr>
            <p:spPr>
              <a:xfrm rot="16200000">
                <a:off x="1959977" y="3920146"/>
                <a:ext cx="534998" cy="610588"/>
              </a:xfrm>
              <a:prstGeom prst="roundRect">
                <a:avLst>
                  <a:gd name="adj" fmla="val 0"/>
                </a:avLst>
              </a:prstGeom>
              <a:noFill/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algn="ctr" defTabSz="914400">
                  <a:buClr>
                    <a:srgbClr val="000000"/>
                  </a:buClr>
                </a:pPr>
                <a:endParaRPr lang="en" altLang="ko-KR" kern="0" dirty="0">
                  <a:solidFill>
                    <a:srgbClr val="666666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16" name="Google Shape;380;p22">
                <a:extLst>
                  <a:ext uri="{FF2B5EF4-FFF2-40B4-BE49-F238E27FC236}">
                    <a16:creationId xmlns:a16="http://schemas.microsoft.com/office/drawing/2014/main" id="{FFA25EA1-A12E-5521-0062-45EF0F3CEB4C}"/>
                  </a:ext>
                </a:extLst>
              </p:cNvPr>
              <p:cNvSpPr/>
              <p:nvPr/>
            </p:nvSpPr>
            <p:spPr>
              <a:xfrm rot="16200000">
                <a:off x="2662117" y="3920146"/>
                <a:ext cx="534998" cy="610588"/>
              </a:xfrm>
              <a:prstGeom prst="roundRect">
                <a:avLst>
                  <a:gd name="adj" fmla="val 0"/>
                </a:avLst>
              </a:prstGeom>
              <a:noFill/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algn="ctr" defTabSz="914400">
                  <a:buClr>
                    <a:srgbClr val="000000"/>
                  </a:buClr>
                </a:pPr>
                <a:endParaRPr lang="en" altLang="ko-KR" kern="0" dirty="0">
                  <a:solidFill>
                    <a:srgbClr val="666666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380;p22">
                <a:extLst>
                  <a:ext uri="{FF2B5EF4-FFF2-40B4-BE49-F238E27FC236}">
                    <a16:creationId xmlns:a16="http://schemas.microsoft.com/office/drawing/2014/main" id="{5D0628D0-78E5-44A1-6D5B-6CDFA4BABAF7}"/>
                  </a:ext>
                </a:extLst>
              </p:cNvPr>
              <p:cNvSpPr/>
              <p:nvPr/>
            </p:nvSpPr>
            <p:spPr>
              <a:xfrm rot="16200000">
                <a:off x="3364257" y="3920145"/>
                <a:ext cx="534998" cy="610588"/>
              </a:xfrm>
              <a:prstGeom prst="roundRect">
                <a:avLst>
                  <a:gd name="adj" fmla="val 0"/>
                </a:avLst>
              </a:prstGeom>
              <a:noFill/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algn="ctr" defTabSz="914400">
                  <a:buClr>
                    <a:srgbClr val="000000"/>
                  </a:buClr>
                </a:pPr>
                <a:endParaRPr lang="en" altLang="ko-KR" kern="0" dirty="0">
                  <a:solidFill>
                    <a:srgbClr val="666666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380;p22">
                <a:extLst>
                  <a:ext uri="{FF2B5EF4-FFF2-40B4-BE49-F238E27FC236}">
                    <a16:creationId xmlns:a16="http://schemas.microsoft.com/office/drawing/2014/main" id="{B657CC9F-94D1-5CB9-DCA9-BEC7E996E1B3}"/>
                  </a:ext>
                </a:extLst>
              </p:cNvPr>
              <p:cNvSpPr/>
              <p:nvPr/>
            </p:nvSpPr>
            <p:spPr>
              <a:xfrm rot="16200000">
                <a:off x="4066398" y="3920144"/>
                <a:ext cx="534998" cy="610588"/>
              </a:xfrm>
              <a:prstGeom prst="roundRect">
                <a:avLst>
                  <a:gd name="adj" fmla="val 0"/>
                </a:avLst>
              </a:prstGeom>
              <a:noFill/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algn="ctr" defTabSz="914400">
                  <a:buClr>
                    <a:srgbClr val="000000"/>
                  </a:buClr>
                </a:pPr>
                <a:endParaRPr lang="en" altLang="ko-KR" kern="0" dirty="0">
                  <a:solidFill>
                    <a:srgbClr val="666666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15" name="Google Shape;381;p22">
            <a:extLst>
              <a:ext uri="{FF2B5EF4-FFF2-40B4-BE49-F238E27FC236}">
                <a16:creationId xmlns:a16="http://schemas.microsoft.com/office/drawing/2014/main" id="{3B6247D9-37BB-6660-D9FF-4C48E9B7469C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2226441" y="2692382"/>
            <a:ext cx="0" cy="3240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" name="Google Shape;381;p22">
            <a:extLst>
              <a:ext uri="{FF2B5EF4-FFF2-40B4-BE49-F238E27FC236}">
                <a16:creationId xmlns:a16="http://schemas.microsoft.com/office/drawing/2014/main" id="{63C7AF14-5026-7822-E458-A80DE3743476}"/>
              </a:ext>
            </a:extLst>
          </p:cNvPr>
          <p:cNvCxnSpPr>
            <a:cxnSpLocks/>
            <a:endCxn id="21" idx="1"/>
          </p:cNvCxnSpPr>
          <p:nvPr/>
        </p:nvCxnSpPr>
        <p:spPr>
          <a:xfrm flipV="1">
            <a:off x="2928582" y="2692382"/>
            <a:ext cx="0" cy="3240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" name="Google Shape;381;p22">
            <a:extLst>
              <a:ext uri="{FF2B5EF4-FFF2-40B4-BE49-F238E27FC236}">
                <a16:creationId xmlns:a16="http://schemas.microsoft.com/office/drawing/2014/main" id="{BAAA0235-FF67-F4C3-082A-5CA58BEDF9BA}"/>
              </a:ext>
            </a:extLst>
          </p:cNvPr>
          <p:cNvCxnSpPr>
            <a:cxnSpLocks/>
            <a:endCxn id="24" idx="1"/>
          </p:cNvCxnSpPr>
          <p:nvPr/>
        </p:nvCxnSpPr>
        <p:spPr>
          <a:xfrm flipV="1">
            <a:off x="3623710" y="2692382"/>
            <a:ext cx="0" cy="3240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" name="Google Shape;381;p22">
            <a:extLst>
              <a:ext uri="{FF2B5EF4-FFF2-40B4-BE49-F238E27FC236}">
                <a16:creationId xmlns:a16="http://schemas.microsoft.com/office/drawing/2014/main" id="{8CE9F0DF-80C1-B028-0416-609EF40FDD8D}"/>
              </a:ext>
            </a:extLst>
          </p:cNvPr>
          <p:cNvCxnSpPr>
            <a:cxnSpLocks/>
            <a:endCxn id="27" idx="1"/>
          </p:cNvCxnSpPr>
          <p:nvPr/>
        </p:nvCxnSpPr>
        <p:spPr>
          <a:xfrm flipV="1">
            <a:off x="4332862" y="2692381"/>
            <a:ext cx="0" cy="3240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4" name="그룹 3">
            <a:extLst>
              <a:ext uri="{FF2B5EF4-FFF2-40B4-BE49-F238E27FC236}">
                <a16:creationId xmlns:a16="http://schemas.microsoft.com/office/drawing/2014/main" id="{5797D69E-7E40-A8D8-3839-FEADEC2F0B79}"/>
              </a:ext>
            </a:extLst>
          </p:cNvPr>
          <p:cNvGrpSpPr/>
          <p:nvPr/>
        </p:nvGrpSpPr>
        <p:grpSpPr>
          <a:xfrm>
            <a:off x="6972608" y="3189266"/>
            <a:ext cx="2996597" cy="1257523"/>
            <a:chOff x="1780506" y="3492275"/>
            <a:chExt cx="2996597" cy="1257523"/>
          </a:xfrm>
        </p:grpSpPr>
        <p:pic>
          <p:nvPicPr>
            <p:cNvPr id="5" name="그래픽 4" descr="이미지 미리 보기">
              <a:extLst>
                <a:ext uri="{FF2B5EF4-FFF2-40B4-BE49-F238E27FC236}">
                  <a16:creationId xmlns:a16="http://schemas.microsoft.com/office/drawing/2014/main" id="{97F7DB0B-B37F-4C12-E06E-EFE23A15785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780506" y="3492275"/>
              <a:ext cx="2996597" cy="272418"/>
            </a:xfrm>
            <a:prstGeom prst="rect">
              <a:avLst/>
            </a:prstGeom>
          </p:spPr>
        </p:pic>
        <p:pic>
          <p:nvPicPr>
            <p:cNvPr id="6" name="그래픽 5" descr="이미지 미리 보기">
              <a:extLst>
                <a:ext uri="{FF2B5EF4-FFF2-40B4-BE49-F238E27FC236}">
                  <a16:creationId xmlns:a16="http://schemas.microsoft.com/office/drawing/2014/main" id="{B27C392D-690B-DBE7-8B3E-270FAAD3A87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780506" y="3820643"/>
              <a:ext cx="2996597" cy="272418"/>
            </a:xfrm>
            <a:prstGeom prst="rect">
              <a:avLst/>
            </a:prstGeom>
          </p:spPr>
        </p:pic>
        <p:pic>
          <p:nvPicPr>
            <p:cNvPr id="7" name="그래픽 6" descr="이미지 미리 보기">
              <a:extLst>
                <a:ext uri="{FF2B5EF4-FFF2-40B4-BE49-F238E27FC236}">
                  <a16:creationId xmlns:a16="http://schemas.microsoft.com/office/drawing/2014/main" id="{16E97D7B-3721-07C6-9185-3CA127D963E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780506" y="4477380"/>
              <a:ext cx="2996597" cy="272418"/>
            </a:xfrm>
            <a:prstGeom prst="rect">
              <a:avLst/>
            </a:prstGeom>
          </p:spPr>
        </p:pic>
        <p:pic>
          <p:nvPicPr>
            <p:cNvPr id="9" name="그래픽 8" descr="이미지 미리 보기">
              <a:extLst>
                <a:ext uri="{FF2B5EF4-FFF2-40B4-BE49-F238E27FC236}">
                  <a16:creationId xmlns:a16="http://schemas.microsoft.com/office/drawing/2014/main" id="{EAA1EB0B-2525-5518-AA87-3A81AC2169E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780506" y="4149011"/>
              <a:ext cx="2996597" cy="272418"/>
            </a:xfrm>
            <a:prstGeom prst="rect">
              <a:avLst/>
            </a:prstGeom>
          </p:spPr>
        </p:pic>
      </p:grpSp>
      <p:grpSp>
        <p:nvGrpSpPr>
          <p:cNvPr id="272" name="그룹 271">
            <a:extLst>
              <a:ext uri="{FF2B5EF4-FFF2-40B4-BE49-F238E27FC236}">
                <a16:creationId xmlns:a16="http://schemas.microsoft.com/office/drawing/2014/main" id="{183B00D6-9B57-F3C4-5727-B11215532404}"/>
              </a:ext>
            </a:extLst>
          </p:cNvPr>
          <p:cNvGrpSpPr/>
          <p:nvPr/>
        </p:nvGrpSpPr>
        <p:grpSpPr>
          <a:xfrm>
            <a:off x="6972608" y="2823599"/>
            <a:ext cx="2987040" cy="1974954"/>
            <a:chOff x="6972608" y="3867575"/>
            <a:chExt cx="2987040" cy="715724"/>
          </a:xfrm>
        </p:grpSpPr>
        <p:sp>
          <p:nvSpPr>
            <p:cNvPr id="246" name="자유형 245">
              <a:extLst>
                <a:ext uri="{FF2B5EF4-FFF2-40B4-BE49-F238E27FC236}">
                  <a16:creationId xmlns:a16="http://schemas.microsoft.com/office/drawing/2014/main" id="{D5AB29CF-8E4A-7847-2173-04D80D177591}"/>
                </a:ext>
              </a:extLst>
            </p:cNvPr>
            <p:cNvSpPr/>
            <p:nvPr/>
          </p:nvSpPr>
          <p:spPr>
            <a:xfrm rot="16200000">
              <a:off x="8108266" y="2731917"/>
              <a:ext cx="715724" cy="2987040"/>
            </a:xfrm>
            <a:custGeom>
              <a:avLst/>
              <a:gdLst>
                <a:gd name="csX0" fmla="*/ 715724 w 715724"/>
                <a:gd name="csY0" fmla="*/ 0 h 2987040"/>
                <a:gd name="csX1" fmla="*/ 715724 w 715724"/>
                <a:gd name="csY1" fmla="*/ 2987040 h 2987040"/>
                <a:gd name="csX2" fmla="*/ 0 w 715724"/>
                <a:gd name="csY2" fmla="*/ 2987040 h 2987040"/>
                <a:gd name="csX3" fmla="*/ 0 w 715724"/>
                <a:gd name="csY3" fmla="*/ 0 h 2987040"/>
                <a:gd name="csX4" fmla="*/ 715724 w 715724"/>
                <a:gd name="csY4" fmla="*/ 0 h 2987040"/>
                <a:gd name="csX5" fmla="*/ 625361 w 715724"/>
                <a:gd name="csY5" fmla="*/ 134022 h 2987040"/>
                <a:gd name="csX6" fmla="*/ 90363 w 715724"/>
                <a:gd name="csY6" fmla="*/ 134022 h 2987040"/>
                <a:gd name="csX7" fmla="*/ 90363 w 715724"/>
                <a:gd name="csY7" fmla="*/ 744610 h 2987040"/>
                <a:gd name="csX8" fmla="*/ 625361 w 715724"/>
                <a:gd name="csY8" fmla="*/ 744610 h 2987040"/>
                <a:gd name="csX9" fmla="*/ 625361 w 715724"/>
                <a:gd name="csY9" fmla="*/ 134022 h 2987040"/>
                <a:gd name="csX10" fmla="*/ 625361 w 715724"/>
                <a:gd name="csY10" fmla="*/ 836162 h 2987040"/>
                <a:gd name="csX11" fmla="*/ 90363 w 715724"/>
                <a:gd name="csY11" fmla="*/ 836162 h 2987040"/>
                <a:gd name="csX12" fmla="*/ 90363 w 715724"/>
                <a:gd name="csY12" fmla="*/ 1446750 h 2987040"/>
                <a:gd name="csX13" fmla="*/ 625361 w 715724"/>
                <a:gd name="csY13" fmla="*/ 1446750 h 2987040"/>
                <a:gd name="csX14" fmla="*/ 625361 w 715724"/>
                <a:gd name="csY14" fmla="*/ 836162 h 2987040"/>
                <a:gd name="csX15" fmla="*/ 625361 w 715724"/>
                <a:gd name="csY15" fmla="*/ 1538302 h 2987040"/>
                <a:gd name="csX16" fmla="*/ 90363 w 715724"/>
                <a:gd name="csY16" fmla="*/ 1538302 h 2987040"/>
                <a:gd name="csX17" fmla="*/ 90363 w 715724"/>
                <a:gd name="csY17" fmla="*/ 2148890 h 2987040"/>
                <a:gd name="csX18" fmla="*/ 625361 w 715724"/>
                <a:gd name="csY18" fmla="*/ 2148890 h 2987040"/>
                <a:gd name="csX19" fmla="*/ 625361 w 715724"/>
                <a:gd name="csY19" fmla="*/ 1538302 h 2987040"/>
                <a:gd name="csX20" fmla="*/ 625360 w 715724"/>
                <a:gd name="csY20" fmla="*/ 2240443 h 2987040"/>
                <a:gd name="csX21" fmla="*/ 90362 w 715724"/>
                <a:gd name="csY21" fmla="*/ 2240443 h 2987040"/>
                <a:gd name="csX22" fmla="*/ 90362 w 715724"/>
                <a:gd name="csY22" fmla="*/ 2851031 h 2987040"/>
                <a:gd name="csX23" fmla="*/ 625360 w 715724"/>
                <a:gd name="csY23" fmla="*/ 2851031 h 2987040"/>
                <a:gd name="csX24" fmla="*/ 625360 w 715724"/>
                <a:gd name="csY24" fmla="*/ 2240443 h 29870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715724" h="2987040">
                  <a:moveTo>
                    <a:pt x="715724" y="0"/>
                  </a:moveTo>
                  <a:lnTo>
                    <a:pt x="715724" y="2987040"/>
                  </a:lnTo>
                  <a:lnTo>
                    <a:pt x="0" y="2987040"/>
                  </a:lnTo>
                  <a:lnTo>
                    <a:pt x="0" y="0"/>
                  </a:lnTo>
                  <a:lnTo>
                    <a:pt x="715724" y="0"/>
                  </a:lnTo>
                  <a:close/>
                  <a:moveTo>
                    <a:pt x="625361" y="134022"/>
                  </a:moveTo>
                  <a:lnTo>
                    <a:pt x="90363" y="134022"/>
                  </a:lnTo>
                  <a:lnTo>
                    <a:pt x="90363" y="744610"/>
                  </a:lnTo>
                  <a:lnTo>
                    <a:pt x="625361" y="744610"/>
                  </a:lnTo>
                  <a:lnTo>
                    <a:pt x="625361" y="134022"/>
                  </a:lnTo>
                  <a:close/>
                  <a:moveTo>
                    <a:pt x="625361" y="836162"/>
                  </a:moveTo>
                  <a:lnTo>
                    <a:pt x="90363" y="836162"/>
                  </a:lnTo>
                  <a:lnTo>
                    <a:pt x="90363" y="1446750"/>
                  </a:lnTo>
                  <a:lnTo>
                    <a:pt x="625361" y="1446750"/>
                  </a:lnTo>
                  <a:lnTo>
                    <a:pt x="625361" y="836162"/>
                  </a:lnTo>
                  <a:close/>
                  <a:moveTo>
                    <a:pt x="625361" y="1538302"/>
                  </a:moveTo>
                  <a:lnTo>
                    <a:pt x="90363" y="1538302"/>
                  </a:lnTo>
                  <a:lnTo>
                    <a:pt x="90363" y="2148890"/>
                  </a:lnTo>
                  <a:lnTo>
                    <a:pt x="625361" y="2148890"/>
                  </a:lnTo>
                  <a:lnTo>
                    <a:pt x="625361" y="1538302"/>
                  </a:lnTo>
                  <a:close/>
                  <a:moveTo>
                    <a:pt x="625360" y="2240443"/>
                  </a:moveTo>
                  <a:lnTo>
                    <a:pt x="90362" y="2240443"/>
                  </a:lnTo>
                  <a:lnTo>
                    <a:pt x="90362" y="2851031"/>
                  </a:lnTo>
                  <a:lnTo>
                    <a:pt x="625360" y="2851031"/>
                  </a:lnTo>
                  <a:lnTo>
                    <a:pt x="625360" y="2240443"/>
                  </a:lnTo>
                  <a:close/>
                </a:path>
              </a:pathLst>
            </a:custGeom>
            <a:solidFill>
              <a:srgbClr val="FCFCFC">
                <a:alpha val="80000"/>
              </a:srgbClr>
            </a:solidFill>
            <a:ln w="1905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914400">
                <a:buClr>
                  <a:srgbClr val="000000"/>
                </a:buClr>
              </a:pPr>
              <a:endParaRPr lang="en" altLang="ko-KR" kern="0" dirty="0">
                <a:solidFill>
                  <a:srgbClr val="666666"/>
                </a:solidFill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271" name="그룹 270">
              <a:extLst>
                <a:ext uri="{FF2B5EF4-FFF2-40B4-BE49-F238E27FC236}">
                  <a16:creationId xmlns:a16="http://schemas.microsoft.com/office/drawing/2014/main" id="{DF62F358-E3CC-3322-2EE7-0AD86CB7982A}"/>
                </a:ext>
              </a:extLst>
            </p:cNvPr>
            <p:cNvGrpSpPr/>
            <p:nvPr/>
          </p:nvGrpSpPr>
          <p:grpSpPr>
            <a:xfrm>
              <a:off x="7103692" y="3957939"/>
              <a:ext cx="2717009" cy="535000"/>
              <a:chOff x="7103692" y="3957939"/>
              <a:chExt cx="2717009" cy="535000"/>
            </a:xfrm>
          </p:grpSpPr>
          <p:sp>
            <p:nvSpPr>
              <p:cNvPr id="219" name="Google Shape;380;p22">
                <a:extLst>
                  <a:ext uri="{FF2B5EF4-FFF2-40B4-BE49-F238E27FC236}">
                    <a16:creationId xmlns:a16="http://schemas.microsoft.com/office/drawing/2014/main" id="{D1229AB6-4D7E-78B4-4C0A-ED35570D9668}"/>
                  </a:ext>
                </a:extLst>
              </p:cNvPr>
              <p:cNvSpPr/>
              <p:nvPr/>
            </p:nvSpPr>
            <p:spPr>
              <a:xfrm rot="16200000">
                <a:off x="7141487" y="3920146"/>
                <a:ext cx="534998" cy="610588"/>
              </a:xfrm>
              <a:prstGeom prst="roundRect">
                <a:avLst>
                  <a:gd name="adj" fmla="val 0"/>
                </a:avLst>
              </a:prstGeom>
              <a:noFill/>
              <a:ln w="19050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algn="ctr" defTabSz="914400">
                  <a:buClr>
                    <a:srgbClr val="000000"/>
                  </a:buClr>
                </a:pPr>
                <a:endParaRPr lang="en" altLang="ko-KR" kern="0" dirty="0">
                  <a:solidFill>
                    <a:srgbClr val="666666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380;p22">
                <a:extLst>
                  <a:ext uri="{FF2B5EF4-FFF2-40B4-BE49-F238E27FC236}">
                    <a16:creationId xmlns:a16="http://schemas.microsoft.com/office/drawing/2014/main" id="{3EF989A0-BFC4-0AAC-E957-D4786530ECC8}"/>
                  </a:ext>
                </a:extLst>
              </p:cNvPr>
              <p:cNvSpPr/>
              <p:nvPr/>
            </p:nvSpPr>
            <p:spPr>
              <a:xfrm rot="16200000">
                <a:off x="7843627" y="3920146"/>
                <a:ext cx="534998" cy="610588"/>
              </a:xfrm>
              <a:prstGeom prst="roundRect">
                <a:avLst>
                  <a:gd name="adj" fmla="val 0"/>
                </a:avLst>
              </a:prstGeom>
              <a:noFill/>
              <a:ln w="19050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algn="ctr" defTabSz="914400">
                  <a:buClr>
                    <a:srgbClr val="000000"/>
                  </a:buClr>
                </a:pPr>
                <a:endParaRPr lang="en" altLang="ko-KR" kern="0" dirty="0">
                  <a:solidFill>
                    <a:srgbClr val="666666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380;p22">
                <a:extLst>
                  <a:ext uri="{FF2B5EF4-FFF2-40B4-BE49-F238E27FC236}">
                    <a16:creationId xmlns:a16="http://schemas.microsoft.com/office/drawing/2014/main" id="{AE2F92E1-6D24-D371-58D0-BE9C7CDE36A2}"/>
                  </a:ext>
                </a:extLst>
              </p:cNvPr>
              <p:cNvSpPr/>
              <p:nvPr/>
            </p:nvSpPr>
            <p:spPr>
              <a:xfrm rot="16200000">
                <a:off x="8545767" y="3920145"/>
                <a:ext cx="534998" cy="610588"/>
              </a:xfrm>
              <a:prstGeom prst="roundRect">
                <a:avLst>
                  <a:gd name="adj" fmla="val 0"/>
                </a:avLst>
              </a:prstGeom>
              <a:noFill/>
              <a:ln w="19050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algn="ctr" defTabSz="914400">
                  <a:buClr>
                    <a:srgbClr val="000000"/>
                  </a:buClr>
                </a:pPr>
                <a:endParaRPr lang="en" altLang="ko-KR" kern="0" dirty="0">
                  <a:solidFill>
                    <a:srgbClr val="666666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380;p22">
                <a:extLst>
                  <a:ext uri="{FF2B5EF4-FFF2-40B4-BE49-F238E27FC236}">
                    <a16:creationId xmlns:a16="http://schemas.microsoft.com/office/drawing/2014/main" id="{31D8A535-3914-7C7F-471A-E74E694729CD}"/>
                  </a:ext>
                </a:extLst>
              </p:cNvPr>
              <p:cNvSpPr/>
              <p:nvPr/>
            </p:nvSpPr>
            <p:spPr>
              <a:xfrm rot="16200000">
                <a:off x="9247908" y="3920144"/>
                <a:ext cx="534998" cy="610588"/>
              </a:xfrm>
              <a:prstGeom prst="roundRect">
                <a:avLst>
                  <a:gd name="adj" fmla="val 0"/>
                </a:avLst>
              </a:prstGeom>
              <a:noFill/>
              <a:ln w="19050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algn="ctr" defTabSz="914400">
                  <a:buClr>
                    <a:srgbClr val="000000"/>
                  </a:buClr>
                </a:pPr>
                <a:endParaRPr lang="en" altLang="ko-KR" kern="0" dirty="0">
                  <a:solidFill>
                    <a:srgbClr val="666666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198" name="Google Shape;381;p22">
            <a:extLst>
              <a:ext uri="{FF2B5EF4-FFF2-40B4-BE49-F238E27FC236}">
                <a16:creationId xmlns:a16="http://schemas.microsoft.com/office/drawing/2014/main" id="{F6FF4A66-D25E-91EB-9D62-E00E7BA364C8}"/>
              </a:ext>
            </a:extLst>
          </p:cNvPr>
          <p:cNvCxnSpPr>
            <a:cxnSpLocks/>
            <a:endCxn id="196" idx="1"/>
          </p:cNvCxnSpPr>
          <p:nvPr/>
        </p:nvCxnSpPr>
        <p:spPr>
          <a:xfrm flipV="1">
            <a:off x="7408987" y="2692381"/>
            <a:ext cx="0" cy="3240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1" name="Google Shape;381;p22">
            <a:extLst>
              <a:ext uri="{FF2B5EF4-FFF2-40B4-BE49-F238E27FC236}">
                <a16:creationId xmlns:a16="http://schemas.microsoft.com/office/drawing/2014/main" id="{575A90CD-B55A-9888-0AF2-0F04ED1A8D62}"/>
              </a:ext>
            </a:extLst>
          </p:cNvPr>
          <p:cNvCxnSpPr>
            <a:cxnSpLocks/>
            <a:endCxn id="199" idx="1"/>
          </p:cNvCxnSpPr>
          <p:nvPr/>
        </p:nvCxnSpPr>
        <p:spPr>
          <a:xfrm flipV="1">
            <a:off x="8112163" y="2692381"/>
            <a:ext cx="0" cy="3240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4" name="Google Shape;381;p22">
            <a:extLst>
              <a:ext uri="{FF2B5EF4-FFF2-40B4-BE49-F238E27FC236}">
                <a16:creationId xmlns:a16="http://schemas.microsoft.com/office/drawing/2014/main" id="{12482431-070F-3464-11DD-CF63A0807592}"/>
              </a:ext>
            </a:extLst>
          </p:cNvPr>
          <p:cNvCxnSpPr>
            <a:cxnSpLocks/>
            <a:endCxn id="202" idx="1"/>
          </p:cNvCxnSpPr>
          <p:nvPr/>
        </p:nvCxnSpPr>
        <p:spPr>
          <a:xfrm flipV="1">
            <a:off x="8806256" y="2692381"/>
            <a:ext cx="0" cy="3240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7" name="Google Shape;381;p22">
            <a:extLst>
              <a:ext uri="{FF2B5EF4-FFF2-40B4-BE49-F238E27FC236}">
                <a16:creationId xmlns:a16="http://schemas.microsoft.com/office/drawing/2014/main" id="{461E983B-CD48-0F48-2A90-9951CA886DFD}"/>
              </a:ext>
            </a:extLst>
          </p:cNvPr>
          <p:cNvCxnSpPr>
            <a:cxnSpLocks/>
            <a:endCxn id="205" idx="1"/>
          </p:cNvCxnSpPr>
          <p:nvPr/>
        </p:nvCxnSpPr>
        <p:spPr>
          <a:xfrm flipV="1">
            <a:off x="9515408" y="2692380"/>
            <a:ext cx="0" cy="3240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8" name="Google Shape;381;p22">
            <a:extLst>
              <a:ext uri="{FF2B5EF4-FFF2-40B4-BE49-F238E27FC236}">
                <a16:creationId xmlns:a16="http://schemas.microsoft.com/office/drawing/2014/main" id="{04BD76E7-B624-44B8-8007-4E67D70D297C}"/>
              </a:ext>
            </a:extLst>
          </p:cNvPr>
          <p:cNvCxnSpPr>
            <a:cxnSpLocks/>
            <a:stCxn id="196" idx="2"/>
            <a:endCxn id="199" idx="0"/>
          </p:cNvCxnSpPr>
          <p:nvPr/>
        </p:nvCxnSpPr>
        <p:spPr>
          <a:xfrm>
            <a:off x="7618544" y="2371128"/>
            <a:ext cx="285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9" name="Google Shape;381;p22">
            <a:extLst>
              <a:ext uri="{FF2B5EF4-FFF2-40B4-BE49-F238E27FC236}">
                <a16:creationId xmlns:a16="http://schemas.microsoft.com/office/drawing/2014/main" id="{5891CC1B-3B13-1D0A-E662-6ABC49F4A677}"/>
              </a:ext>
            </a:extLst>
          </p:cNvPr>
          <p:cNvCxnSpPr>
            <a:cxnSpLocks/>
            <a:endCxn id="202" idx="0"/>
          </p:cNvCxnSpPr>
          <p:nvPr/>
        </p:nvCxnSpPr>
        <p:spPr>
          <a:xfrm flipV="1">
            <a:off x="8326476" y="2371127"/>
            <a:ext cx="279308" cy="1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0" name="Google Shape;381;p22">
            <a:extLst>
              <a:ext uri="{FF2B5EF4-FFF2-40B4-BE49-F238E27FC236}">
                <a16:creationId xmlns:a16="http://schemas.microsoft.com/office/drawing/2014/main" id="{410636CC-A1F6-AB0B-4055-B6AB5DEEF8DB}"/>
              </a:ext>
            </a:extLst>
          </p:cNvPr>
          <p:cNvCxnSpPr>
            <a:cxnSpLocks/>
            <a:endCxn id="205" idx="0"/>
          </p:cNvCxnSpPr>
          <p:nvPr/>
        </p:nvCxnSpPr>
        <p:spPr>
          <a:xfrm>
            <a:off x="9036146" y="2371126"/>
            <a:ext cx="271779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3" name="Google Shape;381;p22">
            <a:extLst>
              <a:ext uri="{FF2B5EF4-FFF2-40B4-BE49-F238E27FC236}">
                <a16:creationId xmlns:a16="http://schemas.microsoft.com/office/drawing/2014/main" id="{33105DE3-2EA4-7B8D-38A7-09C64AC9F919}"/>
              </a:ext>
            </a:extLst>
          </p:cNvPr>
          <p:cNvCxnSpPr>
            <a:cxnSpLocks/>
          </p:cNvCxnSpPr>
          <p:nvPr/>
        </p:nvCxnSpPr>
        <p:spPr>
          <a:xfrm flipH="1">
            <a:off x="2430202" y="2239912"/>
            <a:ext cx="285100" cy="0"/>
          </a:xfrm>
          <a:prstGeom prst="straightConnector1">
            <a:avLst/>
          </a:prstGeom>
          <a:noFill/>
          <a:ln w="9525" cap="flat" cmpd="sng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4" name="Google Shape;381;p22">
            <a:extLst>
              <a:ext uri="{FF2B5EF4-FFF2-40B4-BE49-F238E27FC236}">
                <a16:creationId xmlns:a16="http://schemas.microsoft.com/office/drawing/2014/main" id="{6C63421A-B032-8267-6E4D-C265357FAF2A}"/>
              </a:ext>
            </a:extLst>
          </p:cNvPr>
          <p:cNvCxnSpPr>
            <a:cxnSpLocks/>
          </p:cNvCxnSpPr>
          <p:nvPr/>
        </p:nvCxnSpPr>
        <p:spPr>
          <a:xfrm flipH="1" flipV="1">
            <a:off x="3138135" y="2239911"/>
            <a:ext cx="279307" cy="1"/>
          </a:xfrm>
          <a:prstGeom prst="straightConnector1">
            <a:avLst/>
          </a:prstGeom>
          <a:noFill/>
          <a:ln w="9525" cap="flat" cmpd="sng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5" name="Google Shape;381;p22">
            <a:extLst>
              <a:ext uri="{FF2B5EF4-FFF2-40B4-BE49-F238E27FC236}">
                <a16:creationId xmlns:a16="http://schemas.microsoft.com/office/drawing/2014/main" id="{470BC82C-3D66-E562-4140-EFB4BF563104}"/>
              </a:ext>
            </a:extLst>
          </p:cNvPr>
          <p:cNvCxnSpPr>
            <a:cxnSpLocks/>
          </p:cNvCxnSpPr>
          <p:nvPr/>
        </p:nvCxnSpPr>
        <p:spPr>
          <a:xfrm flipH="1">
            <a:off x="3847805" y="2239910"/>
            <a:ext cx="271778" cy="0"/>
          </a:xfrm>
          <a:prstGeom prst="straightConnector1">
            <a:avLst/>
          </a:prstGeom>
          <a:noFill/>
          <a:ln w="9525" cap="flat" cmpd="sng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66D7C73-9EAB-6979-F9B2-57CF600947D9}"/>
              </a:ext>
            </a:extLst>
          </p:cNvPr>
          <p:cNvSpPr txBox="1"/>
          <p:nvPr/>
        </p:nvSpPr>
        <p:spPr>
          <a:xfrm>
            <a:off x="2204955" y="4587594"/>
            <a:ext cx="214566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2">
                    <a:lumMod val="90000"/>
                  </a:schemeClr>
                </a:solidFill>
                <a:latin typeface="Avenir Book" panose="02000503020000020003" pitchFamily="2" charset="0"/>
              </a:rPr>
              <a:t>usually bidirectional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9D9237-F6DA-8688-20E9-52CF2B192468}"/>
              </a:ext>
            </a:extLst>
          </p:cNvPr>
          <p:cNvSpPr txBox="1"/>
          <p:nvPr/>
        </p:nvSpPr>
        <p:spPr>
          <a:xfrm>
            <a:off x="7435139" y="4584668"/>
            <a:ext cx="214566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2">
                    <a:lumMod val="90000"/>
                  </a:schemeClr>
                </a:solidFill>
                <a:latin typeface="Avenir Book" panose="02000503020000020003" pitchFamily="2" charset="0"/>
              </a:rPr>
              <a:t>sometime mixed</a:t>
            </a:r>
          </a:p>
        </p:txBody>
      </p:sp>
    </p:spTree>
    <p:extLst>
      <p:ext uri="{BB962C8B-B14F-4D97-AF65-F5344CB8AC3E}">
        <p14:creationId xmlns:p14="http://schemas.microsoft.com/office/powerpoint/2010/main" val="10072167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B8BAD-F049-50B8-2F5C-3FA407B77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898E35-E369-21EB-77E9-FB4CE950CBD5}"/>
              </a:ext>
            </a:extLst>
          </p:cNvPr>
          <p:cNvSpPr txBox="1"/>
          <p:nvPr/>
        </p:nvSpPr>
        <p:spPr>
          <a:xfrm>
            <a:off x="3482967" y="2921172"/>
            <a:ext cx="5226111" cy="1015663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ko-KR"/>
            </a:defPPr>
            <a:lvl1pPr algn="ctr">
              <a:defRPr kumimoji="1" sz="6000" b="1">
                <a:solidFill>
                  <a:schemeClr val="accent5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NanumSquareOTF ExtraBold" panose="020B0600000101010101" pitchFamily="34" charset="-127"/>
                <a:cs typeface="Pretendard ExtraBold" panose="02000503000000020004" pitchFamily="2" charset="-127"/>
              </a:defRPr>
            </a:lvl1pPr>
          </a:lstStyle>
          <a:p>
            <a:r>
              <a:rPr lang="en-US" altLang="ko-KR" dirty="0"/>
              <a:t>6. Conclusion</a:t>
            </a:r>
          </a:p>
        </p:txBody>
      </p:sp>
    </p:spTree>
    <p:extLst>
      <p:ext uri="{BB962C8B-B14F-4D97-AF65-F5344CB8AC3E}">
        <p14:creationId xmlns:p14="http://schemas.microsoft.com/office/powerpoint/2010/main" val="4596067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CF5E3-6F43-FD54-D785-1B6452253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58FBF0B1-13E8-FF16-3B42-B6367532F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827" y="1151467"/>
            <a:ext cx="11440697" cy="5249538"/>
          </a:xfrm>
        </p:spPr>
        <p:txBody>
          <a:bodyPr/>
          <a:lstStyle/>
          <a:p>
            <a:r>
              <a:rPr lang="en-US" altLang="ko-KR" dirty="0"/>
              <a:t>from SSM to Mamba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4CA56A4-5253-6022-C787-308EBF5D4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913" y="118633"/>
            <a:ext cx="11404650" cy="753795"/>
          </a:xfrm>
        </p:spPr>
        <p:txBody>
          <a:bodyPr/>
          <a:lstStyle/>
          <a:p>
            <a:r>
              <a:rPr lang="en-US" altLang="ko-KR" dirty="0"/>
              <a:t>Wrap-Up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815FDF-2BCD-F08F-8397-C0D78FB6C298}"/>
              </a:ext>
            </a:extLst>
          </p:cNvPr>
          <p:cNvSpPr txBox="1"/>
          <p:nvPr/>
        </p:nvSpPr>
        <p:spPr>
          <a:xfrm>
            <a:off x="7795967" y="226214"/>
            <a:ext cx="4145083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kumimoji="1" lang="en-US" altLang="ko-K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NanumSquareOTF ExtraBold" panose="020B0600000101010101" pitchFamily="34" charset="-127"/>
                <a:cs typeface="Pretendard ExtraBold" panose="02000503000000020004" pitchFamily="2" charset="-127"/>
              </a:rPr>
              <a:t>6. </a:t>
            </a:r>
            <a:r>
              <a:rPr kumimoji="1" lang="en-US" altLang="ko-KR" b="1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NanumSquareOTF ExtraBold" panose="020B0600000101010101" pitchFamily="34" charset="-127"/>
                <a:cs typeface="Pretendard ExtraBold" panose="02000503000000020004" pitchFamily="2" charset="-127"/>
              </a:rPr>
              <a:t>Conclusion</a:t>
            </a:r>
            <a:endParaRPr kumimoji="1" lang="en-US" altLang="ko-KR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ea typeface="NanumSquareOTF ExtraBold" panose="020B0600000101010101" pitchFamily="34" charset="-127"/>
              <a:cs typeface="Pretendard ExtraBold" panose="02000503000000020004" pitchFamily="2" charset="-127"/>
            </a:endParaRPr>
          </a:p>
        </p:txBody>
      </p:sp>
      <p:graphicFrame>
        <p:nvGraphicFramePr>
          <p:cNvPr id="6" name="다이어그램 5">
            <a:extLst>
              <a:ext uri="{FF2B5EF4-FFF2-40B4-BE49-F238E27FC236}">
                <a16:creationId xmlns:a16="http://schemas.microsoft.com/office/drawing/2014/main" id="{2AA1A739-0BA8-A203-20DE-F24D217E07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60056054"/>
              </p:ext>
            </p:extLst>
          </p:nvPr>
        </p:nvGraphicFramePr>
        <p:xfrm>
          <a:off x="665017" y="1828800"/>
          <a:ext cx="11147569" cy="43095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801635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27F55-C80A-9B19-BBEC-F72D16BDB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BAC01573-8D39-1154-0574-CF8253750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827" y="1151467"/>
            <a:ext cx="11440697" cy="5249538"/>
          </a:xfrm>
        </p:spPr>
        <p:txBody>
          <a:bodyPr/>
          <a:lstStyle/>
          <a:p>
            <a:r>
              <a:rPr lang="en-US" altLang="ko-KR" dirty="0"/>
              <a:t>5 quizzes (</a:t>
            </a:r>
            <a:r>
              <a:rPr lang="en-US" altLang="ko-KR" spc="-150" dirty="0">
                <a:latin typeface="Consolas" panose="020B0609020204030204" pitchFamily="49" charset="0"/>
                <a:cs typeface="Consolas" panose="020B0609020204030204" pitchFamily="49" charset="0"/>
                <a:hlinkClick r:id="rId3"/>
              </a:rPr>
              <a:t>NeurIPS'26 - Mamba101 quick quizzes.html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1B777C2-4D86-6208-B316-301562619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913" y="118633"/>
            <a:ext cx="11404650" cy="753795"/>
          </a:xfrm>
        </p:spPr>
        <p:txBody>
          <a:bodyPr/>
          <a:lstStyle/>
          <a:p>
            <a:r>
              <a:rPr lang="en-US" altLang="ko-KR" dirty="0"/>
              <a:t>Quick Quizzes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4A6CA3-8219-E746-5A0F-4026D3619542}"/>
              </a:ext>
            </a:extLst>
          </p:cNvPr>
          <p:cNvSpPr txBox="1"/>
          <p:nvPr/>
        </p:nvSpPr>
        <p:spPr>
          <a:xfrm>
            <a:off x="7795967" y="226214"/>
            <a:ext cx="4145083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kumimoji="1" lang="en-US" altLang="ko-K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NanumSquareOTF ExtraBold" panose="020B0600000101010101" pitchFamily="34" charset="-127"/>
                <a:cs typeface="Pretendard ExtraBold" panose="02000503000000020004" pitchFamily="2" charset="-127"/>
              </a:rPr>
              <a:t>6. Conclusion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2C10E4E-87D0-1DD3-BA5C-06435E866E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416" y="1929610"/>
            <a:ext cx="8382000" cy="440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9504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B4694-BEB0-E82D-82B7-50290C817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F47E59-C565-99C1-0FCD-F65583B4F9D9}"/>
              </a:ext>
            </a:extLst>
          </p:cNvPr>
          <p:cNvSpPr txBox="1"/>
          <p:nvPr/>
        </p:nvSpPr>
        <p:spPr>
          <a:xfrm>
            <a:off x="4235571" y="2921172"/>
            <a:ext cx="3720891" cy="1015663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kumimoji="1" lang="en-US" altLang="ko-KR" sz="6000" b="1" dirty="0">
                <a:solidFill>
                  <a:schemeClr val="bg2">
                    <a:lumMod val="25000"/>
                  </a:schemeClr>
                </a:solidFill>
                <a:latin typeface="Avenir Book" panose="02000503020000020003" pitchFamily="2" charset="0"/>
                <a:ea typeface="NanumSquareOTF ExtraBold" panose="020B0600000101010101" pitchFamily="34" charset="-127"/>
                <a:cs typeface="Pretendard ExtraBold" panose="02000503000000020004" pitchFamily="2" charset="-127"/>
              </a:rPr>
              <a:t>Thank you</a:t>
            </a:r>
            <a:endParaRPr kumimoji="1" lang="ko-KR" altLang="en-US" sz="6000" b="1" dirty="0">
              <a:solidFill>
                <a:schemeClr val="bg2">
                  <a:lumMod val="25000"/>
                </a:schemeClr>
              </a:solidFill>
              <a:latin typeface="Avenir Book" panose="02000503020000020003" pitchFamily="2" charset="0"/>
              <a:ea typeface="NanumSquareOTF ExtraBold" panose="020B0600000101010101" pitchFamily="34" charset="-127"/>
              <a:cs typeface="Pretendard ExtraBold" panose="02000503000000020004" pitchFamily="2" charset="-127"/>
            </a:endParaRPr>
          </a:p>
        </p:txBody>
      </p:sp>
      <p:sp>
        <p:nvSpPr>
          <p:cNvPr id="23" name="제목 1">
            <a:extLst>
              <a:ext uri="{FF2B5EF4-FFF2-40B4-BE49-F238E27FC236}">
                <a16:creationId xmlns:a16="http://schemas.microsoft.com/office/drawing/2014/main" id="{40A87B8C-84E3-D12F-14C8-7C8617BD1D26}"/>
              </a:ext>
            </a:extLst>
          </p:cNvPr>
          <p:cNvSpPr txBox="1">
            <a:spLocks/>
          </p:cNvSpPr>
          <p:nvPr/>
        </p:nvSpPr>
        <p:spPr>
          <a:xfrm>
            <a:off x="248462" y="5668354"/>
            <a:ext cx="11638738" cy="1015662"/>
          </a:xfrm>
          <a:prstGeom prst="rect">
            <a:avLst/>
          </a:prstGeom>
        </p:spPr>
        <p:txBody>
          <a:bodyPr anchor="b">
            <a:noAutofit/>
          </a:bodyPr>
          <a:lstStyle>
            <a:lvl1pPr algn="l" defTabSz="914400" rtl="0" eaLnBrk="1" latinLnBrk="1" hangingPunct="1">
              <a:lnSpc>
                <a:spcPct val="110000"/>
              </a:lnSpc>
              <a:spcBef>
                <a:spcPct val="0"/>
              </a:spcBef>
              <a:buNone/>
              <a:defRPr sz="3600" b="1" i="0" kern="1200">
                <a:solidFill>
                  <a:schemeClr val="tx1"/>
                </a:solidFill>
                <a:latin typeface="Noto Sans CJK KR Bold" panose="020B0500000000000000" pitchFamily="34" charset="-128"/>
                <a:ea typeface="Noto Sans CJK KR Bold" panose="020B0500000000000000" pitchFamily="34" charset="-128"/>
                <a:cs typeface="+mj-cs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i="0" u="none" strike="noStrike" kern="1200" cap="none" spc="0" normalizeH="0" baseline="0" noProof="0" dirty="0">
                <a:ln w="6350">
                  <a:solidFill>
                    <a:schemeClr val="bg1">
                      <a:lumMod val="85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venir Book" panose="02000503020000020003" pitchFamily="2" charset="0"/>
                <a:ea typeface="Noto Sans CJK KR Regular" panose="020B0500000000000000" pitchFamily="34" charset="-128"/>
                <a:cs typeface="Arial" panose="020B0604020202020204" pitchFamily="34" charset="0"/>
              </a:rPr>
              <a:t>Deep Learning 101 : </a:t>
            </a:r>
            <a:r>
              <a:rPr lang="en-US" altLang="ko-KR" sz="2400" dirty="0">
                <a:ln w="6350">
                  <a:solidFill>
                    <a:schemeClr val="bg1">
                      <a:lumMod val="85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Avenir Book" panose="02000503020000020003" pitchFamily="2" charset="0"/>
                <a:ea typeface="Noto Sans CJK KR Regular" panose="020B0500000000000000" pitchFamily="34" charset="-128"/>
                <a:cs typeface="Arial" panose="020B0604020202020204" pitchFamily="34" charset="0"/>
              </a:rPr>
              <a:t>from SSM to Mamba  </a:t>
            </a:r>
          </a:p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400" dirty="0">
                <a:solidFill>
                  <a:schemeClr val="bg1">
                    <a:lumMod val="85000"/>
                  </a:schemeClr>
                </a:solidFill>
                <a:latin typeface="Avenir Book" panose="02000503020000020003" pitchFamily="2" charset="0"/>
                <a:ea typeface="Noto Sans CJK KR Regular" panose="020B0500000000000000" pitchFamily="34" charset="-128"/>
                <a:cs typeface="Arial" panose="020B0604020202020204" pitchFamily="34" charset="0"/>
              </a:rPr>
              <a:t>Y.-M. Jung &amp; D. Lee</a:t>
            </a:r>
            <a:endParaRPr lang="ko-KR" altLang="en-US" sz="2400" dirty="0">
              <a:solidFill>
                <a:schemeClr val="bg1">
                  <a:lumMod val="85000"/>
                </a:schemeClr>
              </a:solidFill>
              <a:latin typeface="Avenir Book" panose="02000503020000020003" pitchFamily="2" charset="0"/>
              <a:ea typeface="Noto Sans CJK KR Regular" panose="020B0500000000000000" pitchFamily="34" charset="-128"/>
              <a:cs typeface="Arial" panose="020B0604020202020204" pitchFamily="34" charset="0"/>
            </a:endParaRP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D378B588-588D-E3F7-1AD2-EBF611C262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362" y="295886"/>
            <a:ext cx="2653197" cy="117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958879"/>
      </p:ext>
    </p:extLst>
  </p:cSld>
  <p:clrMapOvr>
    <a:masterClrMapping/>
  </p:clrMapOvr>
</p:sld>
</file>

<file path=ppt/theme/theme1.xml><?xml version="1.0" encoding="utf-8"?>
<a:theme xmlns:a="http://schemas.openxmlformats.org/drawingml/2006/main" name="1_☆ 서식 ☆">
  <a:themeElements>
    <a:clrScheme name="EXREG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5269D"/>
      </a:accent1>
      <a:accent2>
        <a:srgbClr val="ED7D31"/>
      </a:accent2>
      <a:accent3>
        <a:srgbClr val="A5A5A5"/>
      </a:accent3>
      <a:accent4>
        <a:srgbClr val="0044AB"/>
      </a:accent4>
      <a:accent5>
        <a:srgbClr val="4C6FDF"/>
      </a:accent5>
      <a:accent6>
        <a:srgbClr val="00E0C0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sz="2800" dirty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31967</TotalTime>
  <Words>2441</Words>
  <Application>Microsoft Macintosh PowerPoint</Application>
  <PresentationFormat>와이드스크린</PresentationFormat>
  <Paragraphs>785</Paragraphs>
  <Slides>44</Slides>
  <Notes>44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44</vt:i4>
      </vt:variant>
    </vt:vector>
  </HeadingPairs>
  <TitlesOfParts>
    <vt:vector size="54" baseType="lpstr">
      <vt:lpstr>Noto Sans CJK KR Bold</vt:lpstr>
      <vt:lpstr>Noto Sans CJK KR DemiLight</vt:lpstr>
      <vt:lpstr>Noto Sans CJK KR Light</vt:lpstr>
      <vt:lpstr>Arial</vt:lpstr>
      <vt:lpstr>Avenir Book</vt:lpstr>
      <vt:lpstr>Cambria Math</vt:lpstr>
      <vt:lpstr>Consolas</vt:lpstr>
      <vt:lpstr>Helvetica Neue</vt:lpstr>
      <vt:lpstr>Wingdings</vt:lpstr>
      <vt:lpstr>1_☆ 서식 ☆</vt:lpstr>
      <vt:lpstr>Deep Learning 101: from SSM to Mamba</vt:lpstr>
      <vt:lpstr>PowerPoint 프레젠테이션</vt:lpstr>
      <vt:lpstr>PowerPoint 프레젠테이션</vt:lpstr>
      <vt:lpstr>Audience and Scope</vt:lpstr>
      <vt:lpstr>Recap : CNN and RNN</vt:lpstr>
      <vt:lpstr>Recap : CNN and RNN</vt:lpstr>
      <vt:lpstr>Recap : CNN and RNN</vt:lpstr>
      <vt:lpstr>Recap : CNN and RNN</vt:lpstr>
      <vt:lpstr>Recap : CNN and RNN</vt:lpstr>
      <vt:lpstr>Recap : CNN and RNN</vt:lpstr>
      <vt:lpstr>PowerPoint 프레젠테이션</vt:lpstr>
      <vt:lpstr>Continuous-Time SSM</vt:lpstr>
      <vt:lpstr>Continuous-Time SSM</vt:lpstr>
      <vt:lpstr>Discrete-Time SSM</vt:lpstr>
      <vt:lpstr>Discrete-Time SSM</vt:lpstr>
      <vt:lpstr>Discrete-Time SSM</vt:lpstr>
      <vt:lpstr>PowerPoint 프레젠테이션</vt:lpstr>
      <vt:lpstr>Predecessors to Mamba</vt:lpstr>
      <vt:lpstr>HiPPO [Gu et al.’20]</vt:lpstr>
      <vt:lpstr>LSSL [Gu et al.’21]</vt:lpstr>
      <vt:lpstr>LSSL [Gu et al.’21]</vt:lpstr>
      <vt:lpstr>LSSL [Gu et al.’21]</vt:lpstr>
      <vt:lpstr>S4 [Gu et al.’22] &amp; S4D [Gu et al.’22]</vt:lpstr>
      <vt:lpstr>H3 [Fu et al.’23]</vt:lpstr>
      <vt:lpstr>PowerPoint 프레젠테이션</vt:lpstr>
      <vt:lpstr>TL;DR</vt:lpstr>
      <vt:lpstr>Selective SSM  +  Gated Linear Unit</vt:lpstr>
      <vt:lpstr>Selective SSM  +  Gated Linear Unit</vt:lpstr>
      <vt:lpstr>Selective SSM  +  Gated Linear Unit</vt:lpstr>
      <vt:lpstr>Selective SSM  +  Gated Linear Unit</vt:lpstr>
      <vt:lpstr>Selective SSM  +  Gated Linear Unit</vt:lpstr>
      <vt:lpstr>Selective SSM  +  Gated Linear Unit</vt:lpstr>
      <vt:lpstr>Selective SSM  +  Gated Linear Unit</vt:lpstr>
      <vt:lpstr>Experimental Results</vt:lpstr>
      <vt:lpstr>more details …</vt:lpstr>
      <vt:lpstr>Implementation in PyTorch</vt:lpstr>
      <vt:lpstr>PowerPoint 프레젠테이션</vt:lpstr>
      <vt:lpstr>in Language</vt:lpstr>
      <vt:lpstr>in Vision</vt:lpstr>
      <vt:lpstr>in Time Series</vt:lpstr>
      <vt:lpstr>PowerPoint 프레젠테이션</vt:lpstr>
      <vt:lpstr>Wrap-Up</vt:lpstr>
      <vt:lpstr>Quick Quizzes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자기 주도형 AI 학습 로드맵 개발 및 운영</dc:title>
  <dc:subject/>
  <dc:creator>Yoo-Min Jung</dc:creator>
  <cp:keywords/>
  <dc:description/>
  <cp:lastModifiedBy>pamela7384@gmail.com</cp:lastModifiedBy>
  <cp:revision>1356</cp:revision>
  <cp:lastPrinted>2023-06-05T21:03:17Z</cp:lastPrinted>
  <dcterms:created xsi:type="dcterms:W3CDTF">2021-07-09T11:34:21Z</dcterms:created>
  <dcterms:modified xsi:type="dcterms:W3CDTF">2026-09-05T09:59:26Z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